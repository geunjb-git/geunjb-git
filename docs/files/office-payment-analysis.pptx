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233e5d3f2494dad" /><Relationship Type="http://schemas.openxmlformats.org/officeDocument/2006/relationships/extended-properties" Target="/docProps/app.xml" Id="R9de19f3485f04280" /><Relationship Type="http://schemas.openxmlformats.org/officeDocument/2006/relationships/officeDocument" Target="/ppt/presentation.xml" Id="Re196eac6b2624dce" /></Relationships>
</file>

<file path=ppt/presentation.xml><?xml version="1.0" encoding="utf-8"?>
<p:presentation xmlns:p="http://schemas.openxmlformats.org/presentationml/2006/main">
  <p:sldMasterIdLst>
    <p:sldMasterId xmlns:r="http://schemas.openxmlformats.org/officeDocument/2006/relationships" id="2147483648" r:id="R3602c340a1dc4967"/>
  </p:sldMasterIdLst>
  <p:notesMasterIdLst>
    <p:notesMasterId xmlns:r="http://schemas.openxmlformats.org/officeDocument/2006/relationships" r:id="Rdc8bf092c19c49bd"/>
  </p:notesMasterIdLst>
  <p:sldIdLst>
    <p:sldId xmlns:r="http://schemas.openxmlformats.org/officeDocument/2006/relationships" id="256" r:id="R6d4e4d3a29734654"/>
    <p:sldId xmlns:r="http://schemas.openxmlformats.org/officeDocument/2006/relationships" id="257" r:id="R61843feb5c2943db"/>
    <p:sldId xmlns:r="http://schemas.openxmlformats.org/officeDocument/2006/relationships" id="258" r:id="Rd4de34f94fea469e"/>
    <p:sldId xmlns:r="http://schemas.openxmlformats.org/officeDocument/2006/relationships" id="259" r:id="Rcb5b9a372a004ba5"/>
    <p:sldId xmlns:r="http://schemas.openxmlformats.org/officeDocument/2006/relationships" id="260" r:id="R81c452becd0d40e1"/>
    <p:sldId xmlns:r="http://schemas.openxmlformats.org/officeDocument/2006/relationships" id="261" r:id="R6affe719f92b49af"/>
    <p:sldId xmlns:r="http://schemas.openxmlformats.org/officeDocument/2006/relationships" id="262" r:id="R8900212eb5dd401a"/>
    <p:sldId xmlns:r="http://schemas.openxmlformats.org/officeDocument/2006/relationships" id="263" r:id="R8e59b28c7b484b11"/>
    <p:sldId xmlns:r="http://schemas.openxmlformats.org/officeDocument/2006/relationships" id="264" r:id="R0a7c5325bb57421b"/>
    <p:sldId xmlns:r="http://schemas.openxmlformats.org/officeDocument/2006/relationships" id="265" r:id="R5c778446ed1f450a"/>
    <p:sldId xmlns:r="http://schemas.openxmlformats.org/officeDocument/2006/relationships" id="266" r:id="R8ea14d14e1224396"/>
    <p:sldId xmlns:r="http://schemas.openxmlformats.org/officeDocument/2006/relationships" id="267" r:id="Rc04d47d2efb04e62"/>
    <p:sldId xmlns:r="http://schemas.openxmlformats.org/officeDocument/2006/relationships" id="268" r:id="R38276ceafedf4f07"/>
    <p:sldId xmlns:r="http://schemas.openxmlformats.org/officeDocument/2006/relationships" id="269" r:id="Rb0ae928724b246fa"/>
    <p:sldId xmlns:r="http://schemas.openxmlformats.org/officeDocument/2006/relationships" id="270" r:id="R41b4b290e787426d"/>
    <p:sldId xmlns:r="http://schemas.openxmlformats.org/officeDocument/2006/relationships" id="271" r:id="R92c9b97ba5624bdc"/>
    <p:sldId xmlns:r="http://schemas.openxmlformats.org/officeDocument/2006/relationships" id="272" r:id="Re14f2a9ca7c349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1d2790b9a44946" /><Relationship Type="http://schemas.openxmlformats.org/officeDocument/2006/relationships/slideMaster" Target="/ppt/slideMasters/slideMaster1.xml" Id="R3602c340a1dc4967" /><Relationship Type="http://schemas.openxmlformats.org/officeDocument/2006/relationships/notesMaster" Target="/ppt/notesMasters/notesMaster1.xml" Id="Rdc8bf092c19c49bd" /><Relationship Type="http://schemas.openxmlformats.org/officeDocument/2006/relationships/presProps" Target="/ppt/presProps.xml" Id="Raca558cd1e45486d" /><Relationship Type="http://schemas.openxmlformats.org/officeDocument/2006/relationships/tableStyles" Target="/ppt/tableStyles.xml" Id="R174c0588f9e043dd" /><Relationship Type="http://schemas.openxmlformats.org/officeDocument/2006/relationships/slide" Target="/ppt/slides/slide1.xml" Id="R6d4e4d3a29734654" /><Relationship Type="http://schemas.openxmlformats.org/officeDocument/2006/relationships/slide" Target="/ppt/slides/slide2.xml" Id="R61843feb5c2943db" /><Relationship Type="http://schemas.openxmlformats.org/officeDocument/2006/relationships/slide" Target="/ppt/slides/slide3.xml" Id="Rd4de34f94fea469e" /><Relationship Type="http://schemas.openxmlformats.org/officeDocument/2006/relationships/slide" Target="/ppt/slides/slide4.xml" Id="Rcb5b9a372a004ba5" /><Relationship Type="http://schemas.openxmlformats.org/officeDocument/2006/relationships/slide" Target="/ppt/slides/slide5.xml" Id="R81c452becd0d40e1" /><Relationship Type="http://schemas.openxmlformats.org/officeDocument/2006/relationships/slide" Target="/ppt/slides/slide6.xml" Id="R6affe719f92b49af" /><Relationship Type="http://schemas.openxmlformats.org/officeDocument/2006/relationships/slide" Target="/ppt/slides/slide7.xml" Id="R8900212eb5dd401a" /><Relationship Type="http://schemas.openxmlformats.org/officeDocument/2006/relationships/slide" Target="/ppt/slides/slide8.xml" Id="R8e59b28c7b484b11" /><Relationship Type="http://schemas.openxmlformats.org/officeDocument/2006/relationships/slide" Target="/ppt/slides/slide9.xml" Id="R0a7c5325bb57421b" /><Relationship Type="http://schemas.openxmlformats.org/officeDocument/2006/relationships/slide" Target="/ppt/slides/slide10.xml" Id="R5c778446ed1f450a" /><Relationship Type="http://schemas.openxmlformats.org/officeDocument/2006/relationships/slide" Target="/ppt/slides/slide11.xml" Id="R8ea14d14e1224396" /><Relationship Type="http://schemas.openxmlformats.org/officeDocument/2006/relationships/slide" Target="/ppt/slides/slide12.xml" Id="Rc04d47d2efb04e62" /><Relationship Type="http://schemas.openxmlformats.org/officeDocument/2006/relationships/slide" Target="/ppt/slides/slide13.xml" Id="R38276ceafedf4f07" /><Relationship Type="http://schemas.openxmlformats.org/officeDocument/2006/relationships/slide" Target="/ppt/slides/slide14.xml" Id="Rb0ae928724b246fa" /><Relationship Type="http://schemas.openxmlformats.org/officeDocument/2006/relationships/slide" Target="/ppt/slides/slide15.xml" Id="R41b4b290e787426d" /><Relationship Type="http://schemas.openxmlformats.org/officeDocument/2006/relationships/slide" Target="/ppt/slides/slide16.xml" Id="R92c9b97ba5624bdc" /><Relationship Type="http://schemas.openxmlformats.org/officeDocument/2006/relationships/slide" Target="/ppt/slides/slide17.xml" Id="Re14f2a9ca7c349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96a3f804c04b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b65085e63e479e" /><Relationship Type="http://schemas.openxmlformats.org/officeDocument/2006/relationships/notesMaster" Target="/ppt/notesMasters/notesMaster1.xml" Id="R075a189ec6d34c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5cba76221e484c" /><Relationship Type="http://schemas.openxmlformats.org/officeDocument/2006/relationships/notesMaster" Target="/ppt/notesMasters/notesMaster1.xml" Id="R8b9324af81cc44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2e3756cd324000" /><Relationship Type="http://schemas.openxmlformats.org/officeDocument/2006/relationships/notesMaster" Target="/ppt/notesMasters/notesMaster1.xml" Id="R2d9c1df9217b43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ccc7eed3f44473" /><Relationship Type="http://schemas.openxmlformats.org/officeDocument/2006/relationships/notesMaster" Target="/ppt/notesMasters/notesMaster1.xml" Id="R1046bb761fa14e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fb8a964c294778" /><Relationship Type="http://schemas.openxmlformats.org/officeDocument/2006/relationships/notesMaster" Target="/ppt/notesMasters/notesMaster1.xml" Id="R9d587c1189844b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b6dc7164c048df" /><Relationship Type="http://schemas.openxmlformats.org/officeDocument/2006/relationships/notesMaster" Target="/ppt/notesMasters/notesMaster1.xml" Id="Ra3fbca415ccd4f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e590d3c4e04677" /><Relationship Type="http://schemas.openxmlformats.org/officeDocument/2006/relationships/notesMaster" Target="/ppt/notesMasters/notesMaster1.xml" Id="Rfb59195d717246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609fd960814abb" /><Relationship Type="http://schemas.openxmlformats.org/officeDocument/2006/relationships/notesMaster" Target="/ppt/notesMasters/notesMaster1.xml" Id="Rf51b78bbd3d84f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7031fd2fab45b1" /><Relationship Type="http://schemas.openxmlformats.org/officeDocument/2006/relationships/notesMaster" Target="/ppt/notesMasters/notesMaster1.xml" Id="R4cabf31960b742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1e87f50350470e" /><Relationship Type="http://schemas.openxmlformats.org/officeDocument/2006/relationships/notesMaster" Target="/ppt/notesMasters/notesMaster1.xml" Id="Rd14284278c4645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9eb7c492424be0" /><Relationship Type="http://schemas.openxmlformats.org/officeDocument/2006/relationships/notesMaster" Target="/ppt/notesMasters/notesMaster1.xml" Id="R77540f33f0fc45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25fc2878554c4d" /><Relationship Type="http://schemas.openxmlformats.org/officeDocument/2006/relationships/notesMaster" Target="/ppt/notesMasters/notesMaster1.xml" Id="R781587460e3e4d6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2fe9947ab54313" /><Relationship Type="http://schemas.openxmlformats.org/officeDocument/2006/relationships/notesMaster" Target="/ppt/notesMasters/notesMaster1.xml" Id="R463fe7761a844e8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7cefd4c8b442b1" /><Relationship Type="http://schemas.openxmlformats.org/officeDocument/2006/relationships/notesMaster" Target="/ppt/notesMasters/notesMaster1.xml" Id="Rcdc99389dade48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861f06922f4ac6" /><Relationship Type="http://schemas.openxmlformats.org/officeDocument/2006/relationships/notesMaster" Target="/ppt/notesMasters/notesMaster1.xml" Id="R8260eef8d9574b5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f9a6c0f8e384cf2" /><Relationship Type="http://schemas.openxmlformats.org/officeDocument/2006/relationships/notesMaster" Target="/ppt/notesMasters/notesMaster1.xml" Id="R77980b1e503f4d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cc47a1ee9a449e8" /><Relationship Type="http://schemas.openxmlformats.org/officeDocument/2006/relationships/notesMaster" Target="/ppt/notesMasters/notesMaster1.xml" Id="R1db3c0a93cc641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D:/포트폴리오/결제율 하락 원인 분석 및 향후 제안.pdf 및 사용자가 확인한 프로젝트 정보. 공유오피스 3일 무료체험 고객의 결제율 하락을 다룬 2인 공동 프로젝트다. 두 사람이 처음부터 끝까지 의견을 나누며 문제 정의, 분석, 해석과 후속 제안을 공동 수행했다. 개인별 기여율이나 분리된 담당 업무를 임의로 산정하지 않는다. 비교 대상은 2022년 및 2023년 11~12월 체험 고객이다. 제시된 투표·A/B 테스트·CRM은 후속 실행 제안이며, 실제 실행 결과나 전환 개선 성과는 포함하지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「결제율 하락 원인 분석 및 향후 제안.pdf」 및 공유오피스_원본PDF디자인_최종완성본.pptx. 공동 수행 프로젝트.</a:t>
            </a:r>
          </a:p>
          <a:p xmlns:a="http://schemas.openxmlformats.org/drawingml/2006/main">
            <a:r>
              <a:t>기존 수정본 4쪽:</a:t>
            </a:r>
          </a:p>
          <a:p xmlns:a="http://schemas.openxmlformats.org/drawingml/2006/main">
            <a:r>
              <a:t>출처: 사용자 제공 「결제율 하락 원인 분석 및 향후 제안.pdf」</a:t>
            </a:r>
          </a:p>
          <a:p xmlns:a="http://schemas.openxmlformats.org/drawingml/2006/main">
            <a:r>
              <a:t>대응 원본 페이지: 4</a:t>
            </a:r>
          </a:p>
          <a:p xmlns:a="http://schemas.openxmlformats.org/drawingml/2006/main">
            <a:r>
              <a:t>출처: 사용자 제공 PDF p4. 월별 원자료는 제공되지 않았다. PDF의 월별 점 좌표를 추출하고 원문에 명시된 네 결제율에 선형 보정하여 나머지 20개월을 0.1%p 단위 근사값으로 재구성했다. 2022·2023년 11·12월의 네 수치는 각각49.3%,39.4%,23.2%,24.2%로 원문 명시값을 사용했다. 다른 20개월은 정확한 원자료가 아닌 도표 판독값이므로 정밀 계산·통계 검증에 사용하면 안 된다. 원자료 확보 시 교체해야 한다. 월별 점을 곡선으로 연결한 추이 표현이다.</a:t>
            </a:r>
          </a:p>
          <a:p xmlns:a="http://schemas.openxmlformats.org/drawingml/2006/main">
            <a:r>
              <a:t>월별 24개 값과 네 원문 명시값을 기존 수정본 그대로 유지했다. 다른 20개월은 도표 판독 근사값으로 정밀 계산·검증에 사용하지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「결제율 하락 원인 분석 및 향후 제안.pdf」 및 공유오피스_원본PDF디자인_최종완성본.pptx. 공동 수행 프로젝트.</a:t>
            </a:r>
          </a:p>
          <a:p xmlns:a="http://schemas.openxmlformats.org/drawingml/2006/main">
            <a:r>
              <a:t>기존 수정본 6쪽:</a:t>
            </a:r>
          </a:p>
          <a:p xmlns:a="http://schemas.openxmlformats.org/drawingml/2006/main">
            <a:r>
              <a:t>출처: 사용자 제공 「결제율 하락 원인 분석 및 향후 제안.pdf」</a:t>
            </a:r>
          </a:p>
          <a:p xmlns:a="http://schemas.openxmlformats.org/drawingml/2006/main">
            <a:r>
              <a:t>대응 원본 페이지: 6</a:t>
            </a:r>
          </a:p>
          <a:p xmlns:a="http://schemas.openxmlformats.org/drawingml/2006/main">
            <a:r>
              <a:t>분석 설계</a:t>
            </a:r>
          </a:p>
          <a:p xmlns:a="http://schemas.openxmlformats.org/drawingml/2006/main">
            <a:r>
              <a:t/>
            </a:r>
          </a:p>
          <a:p xmlns:a="http://schemas.openxmlformats.org/drawingml/2006/main">
            <a:r>
              <a:t>기존 수정본 10쪽:</a:t>
            </a:r>
          </a:p>
          <a:p xmlns:a="http://schemas.openxmlformats.org/drawingml/2006/main">
            <a:r>
              <a:t>출처: 사용자 제공 「결제율 하락 원인 분석 및 향후 제안.pdf」</a:t>
            </a:r>
          </a:p>
          <a:p xmlns:a="http://schemas.openxmlformats.org/drawingml/2006/main">
            <a:r>
              <a:t>대응 원본 페이지: 10</a:t>
            </a:r>
          </a:p>
          <a:p xmlns:a="http://schemas.openxmlformats.org/drawingml/2006/main">
            <a:r>
              <a:t>수치 출처는 원본 p23 기본 로지스틱 회귀모형이다. 원본 p10의 상호작용 모형(연도 OR 0.3756)과 구분했다. 상호작용 모형 결과는 p24에 별도로 제시한다. OR 0.3738을 결제 확률이 37.38%라는 뜻으로 해석하지 않는다. 인과효과와 미래 예측 성능을 검증한 결과가 아니다. 단위 변환·변수 표준화 여부는 원본에 없어 추가하지 않았다.</a:t>
            </a:r>
          </a:p>
          <a:p xmlns:a="http://schemas.openxmlformats.org/drawingml/2006/main">
            <a:r>
              <a:t/>
            </a:r>
          </a:p>
          <a:p xmlns:a="http://schemas.openxmlformats.org/drawingml/2006/main">
            <a:r>
              <a:t>기존 수정본 12쪽:</a:t>
            </a:r>
          </a:p>
          <a:p xmlns:a="http://schemas.openxmlformats.org/drawingml/2006/main">
            <a:r>
              <a:t>출처: 사용자 제공 「결제율 하락 원인 분석 및 향후 제안.pdf」</a:t>
            </a:r>
          </a:p>
          <a:p xmlns:a="http://schemas.openxmlformats.org/drawingml/2006/main">
            <a:r>
              <a:t>대응 원본 페이지: 12</a:t>
            </a:r>
          </a:p>
          <a:p xmlns:a="http://schemas.openxmlformats.org/drawingml/2006/main">
            <a:r>
              <a:t>분석 한계</a:t>
            </a:r>
          </a:p>
          <a:p xmlns:a="http://schemas.openxmlformats.org/drawingml/2006/main">
            <a:r>
              <a:t>873명은 첫 방문자 410+463명과 일치. 이 표본은 방문 고객이며 비방문 고객 전체를 대표한다고 주장하지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「결제율 하락 원인 분석 및 향후 제안.pdf」 및 공유오피스_원본PDF디자인_최종완성본.pptx. 공동 수행 프로젝트.</a:t>
            </a:r>
          </a:p>
          <a:p xmlns:a="http://schemas.openxmlformats.org/drawingml/2006/main">
            <a:r>
              <a:t>기존 수정본 7쪽:</a:t>
            </a:r>
          </a:p>
          <a:p xmlns:a="http://schemas.openxmlformats.org/drawingml/2006/main">
            <a:r>
              <a:t>출처: 사용자 제공 「결제율 하락 원인 분석 및 향후 제안.pdf」</a:t>
            </a:r>
          </a:p>
          <a:p xmlns:a="http://schemas.openxmlformats.org/drawingml/2006/main">
            <a:r>
              <a:t>대응 원본 페이지: 7</a:t>
            </a:r>
          </a:p>
          <a:p xmlns:a="http://schemas.openxmlformats.org/drawingml/2006/main">
            <a:r>
              <a:t>원본 p7의 표본수와 단계별 전환율을 유지했다. 각 비율의 분모는 직전 단계 사용자 수다. 이 비교만으로 방문 활성화가 결제율의 원인이 아니라고 확정할 수 없다.</a:t>
            </a:r>
          </a:p>
          <a:p xmlns:a="http://schemas.openxmlformats.org/drawingml/2006/main">
            <a:r>
              <a:t>각 단계의 분모가 다르므로 최초 신청자 대비 누적 전환율과 혼동하지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「결제율 하락 원인 분석 및 향후 제안.pdf」 및 공유오피스_원본PDF디자인_최종완성본.pptx. 공동 수행 프로젝트.</a:t>
            </a:r>
          </a:p>
          <a:p xmlns:a="http://schemas.openxmlformats.org/drawingml/2006/main">
            <a:r>
              <a:t>기존 수정본 8쪽:</a:t>
            </a:r>
          </a:p>
          <a:p xmlns:a="http://schemas.openxmlformats.org/drawingml/2006/main">
            <a:r>
              <a:t>출처: 사용자 제공 「결제율 하락 원인 분석 및 향후 제안.pdf」</a:t>
            </a:r>
          </a:p>
          <a:p xmlns:a="http://schemas.openxmlformats.org/drawingml/2006/main">
            <a:r>
              <a:t>대응 원본 페이지: 8</a:t>
            </a:r>
          </a:p>
          <a:p xmlns:a="http://schemas.openxmlformats.org/drawingml/2006/main">
            <a:r>
              <a:t>원본 p8의 결제율은 2022년 36.9%,44.4%,68.1%, 2023년 14.5%,25.5%,32.8%다. 최대 차이는 68.1%-32.8%=35.3%p다. 방문일수 구간별 표본수는 원본에 제시되지 않아 추가하지 않았다.</a:t>
            </a:r>
          </a:p>
          <a:p xmlns:a="http://schemas.openxmlformats.org/drawingml/2006/main">
            <a:r>
              <a:t>방문일수별 기술통계 비교이며 방문을 늘리는 효과를 인과적으로 검증한 분석이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「결제율 하락 원인 분석 및 향후 제안.pdf」 및 공유오피스_원본PDF디자인_최종완성본.pptx. 공동 수행 프로젝트.</a:t>
            </a:r>
          </a:p>
          <a:p xmlns:a="http://schemas.openxmlformats.org/drawingml/2006/main">
            <a:r>
              <a:t>기존 수정본 9쪽:</a:t>
            </a:r>
          </a:p>
          <a:p xmlns:a="http://schemas.openxmlformats.org/drawingml/2006/main">
            <a:r>
              <a:t>출처: 사용자 제공 「결제율 하락 원인 분석 및 향후 제안.pdf」</a:t>
            </a:r>
          </a:p>
          <a:p xmlns:a="http://schemas.openxmlformats.org/drawingml/2006/main">
            <a:r>
              <a:t>대응 원본 페이지: 9</a:t>
            </a:r>
          </a:p>
          <a:p xmlns:a="http://schemas.openxmlformats.org/drawingml/2006/main">
            <a:r>
              <a:t>분석 결과</a:t>
            </a:r>
          </a:p>
          <a:p xmlns:a="http://schemas.openxmlformats.org/drawingml/2006/main">
            <a:r>
              <a:t>서로 다른 단위의 두 차트다. 두 지표 모두 방문 고객의 관찰 평균이다.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「결제율 하락 원인 분석 및 향후 제안.pdf」 및 공유오피스_원본PDF디자인_최종완성본.pptx. 공동 수행 프로젝트.</a:t>
            </a:r>
          </a:p>
          <a:p xmlns:a="http://schemas.openxmlformats.org/drawingml/2006/main">
            <a:r>
              <a:t>기존 수정본 10쪽:</a:t>
            </a:r>
          </a:p>
          <a:p xmlns:a="http://schemas.openxmlformats.org/drawingml/2006/main">
            <a:r>
              <a:t>출처: 사용자 제공 「결제율 하락 원인 분석 및 향후 제안.pdf」</a:t>
            </a:r>
          </a:p>
          <a:p xmlns:a="http://schemas.openxmlformats.org/drawingml/2006/main">
            <a:r>
              <a:t>대응 원본 페이지: 10</a:t>
            </a:r>
          </a:p>
          <a:p xmlns:a="http://schemas.openxmlformats.org/drawingml/2006/main">
            <a:r>
              <a:t>수치 출처는 원본 p23 기본 로지스틱 회귀모형이다. 원본 p10의 상호작용 모형(연도 OR 0.3756)과 구분했다. 상호작용 모형 결과는 p24에 별도로 제시한다. OR 0.3738을 결제 확률이 37.38%라는 뜻으로 해석하지 않는다. 인과효과와 미래 예측 성능을 검증한 결과가 아니다. 단위 변환·변수 표준화 여부는 원본에 없어 추가하지 않았다.</a:t>
            </a:r>
          </a:p>
          <a:p xmlns:a="http://schemas.openxmlformats.org/drawingml/2006/main">
            <a:r>
              <a:t/>
            </a:r>
          </a:p>
          <a:p xmlns:a="http://schemas.openxmlformats.org/drawingml/2006/main">
            <a:r>
              <a:t>기존 수정본 23쪽:</a:t>
            </a:r>
          </a:p>
          <a:p xmlns:a="http://schemas.openxmlformats.org/drawingml/2006/main">
            <a:r>
              <a:t>출처: 사용자 제공 「결제율 하락 원인 분석 및 향후 제안.pdf」</a:t>
            </a:r>
          </a:p>
          <a:p xmlns:a="http://schemas.openxmlformats.org/drawingml/2006/main">
            <a:r>
              <a:t>대응 원본 페이지: 23</a:t>
            </a:r>
          </a:p>
          <a:p xmlns:a="http://schemas.openxmlformats.org/drawingml/2006/main">
            <a:r>
              <a:t>원본 p23의 기본 모형 수치를 모두 유지했다. 95% 신뢰구간과 표본수를 보존했다. 결과는 관측 자료를 보정한 연관성이다. 고객별 행동 시점과 결제 시점이 구분되지 않아 인과효과로 해석하지 않는다.</a:t>
            </a:r>
          </a:p>
          <a:p xmlns:a="http://schemas.openxmlformats.org/drawingml/2006/main">
            <a:r>
              <a:t>상호작용 없는 기본 모형의 연도 OR .3738. 2022 기준1로 정규화한 상대 오즈 도표이며 관측 결제율을 나타내는 차트가 아니다. 상세 결과는 부록 A. 행동과 결제의 선후관계가 불명확해 인과효과로 해석하지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D:/포트폴리오/결제율 하락 원인 분석 및 향후 제안.pdf 13쪽, 25쪽 및 기존 수정본 13쪽. 원본에서 기업명과 URL은 공개하지 않았으므로 새로 특정하거나 링크를 추정하지 않았다.</a:t>
            </a:r>
          </a:p>
          <a:p xmlns:a="http://schemas.openxmlformats.org/drawingml/2006/main">
            <a:r>
              <a:t>가격: 2022년 개인 후기 기반이라 2023년 11~12월의 동일 시점·상품·이용조건 비교를 확정하지 않는다. 지점 접근성: 원본이 인용한 100호점 자료는 2024년 기사로 분석기간 원인의 직접 근거가 아니다. 할인: 2023년 동시기 행사 정황은 공식 행사 아카이브와 고객별 실제 노출·이용 기록의 추가 확인이 필요하다. 고객의 실제 경쟁사 이동 및 외부 요인의 인과효과는 검증되지 않았다. 이어지는 분석 한계와 설문·로그·안내 및 혜택 실험은 이를 후속 검증하는 제안이다.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「결제율 하락 원인 분석 및 향후 제안.pdf」 및 공유오피스_원본PDF디자인_최종완성본.pptx. 공동 수행 프로젝트.</a:t>
            </a:r>
          </a:p>
          <a:p xmlns:a="http://schemas.openxmlformats.org/drawingml/2006/main">
            <a:r>
              <a:t>기존 수정본 12쪽:</a:t>
            </a:r>
          </a:p>
          <a:p xmlns:a="http://schemas.openxmlformats.org/drawingml/2006/main">
            <a:r>
              <a:t>출처: 사용자 제공 「결제율 하락 원인 분석 및 향후 제안.pdf」</a:t>
            </a:r>
          </a:p>
          <a:p xmlns:a="http://schemas.openxmlformats.org/drawingml/2006/main">
            <a:r>
              <a:t>대응 원본 페이지: 12</a:t>
            </a:r>
          </a:p>
          <a:p xmlns:a="http://schemas.openxmlformats.org/drawingml/2006/main">
            <a:r>
              <a:t>분석 한계</a:t>
            </a:r>
          </a:p>
          <a:p xmlns:a="http://schemas.openxmlformats.org/drawingml/2006/main">
            <a:r>
              <a:t/>
            </a:r>
          </a:p>
          <a:p xmlns:a="http://schemas.openxmlformats.org/drawingml/2006/main">
            <a:r>
              <a:t>기존 수정본 13쪽:</a:t>
            </a:r>
          </a:p>
          <a:p xmlns:a="http://schemas.openxmlformats.org/drawingml/2006/main">
            <a:r>
              <a:t>출처: 사용자 제공 「결제율 하락 원인 분석 및 향후 제안.pdf」</a:t>
            </a:r>
          </a:p>
          <a:p xmlns:a="http://schemas.openxmlformats.org/drawingml/2006/main">
            <a:r>
              <a:t>대응 원본 페이지: 13</a:t>
            </a:r>
          </a:p>
          <a:p xmlns:a="http://schemas.openxmlformats.org/drawingml/2006/main">
            <a:r>
              <a:t>원본 p13의 가격·접근성·프로모션·시장환경 후보를 유지했다. 고객 결제와 직접 연결되지 않는 외부 지표를 인과 근거로 사용하지 않도록 정리했다. 새로운 외부 사실이나 수치는 추가하지 않았다.</a:t>
            </a:r>
          </a:p>
          <a:p xmlns:a="http://schemas.openxmlformats.org/drawingml/2006/main">
            <a:r>
              <a:t>12월 체험 고객의 다음해1월 결제 관찰 누락, 행동·결제 선후관계, 방문표본 선택 및 유입·가격·프로모션 미연결을 유지. 2024년 지점 기사는 2023년 원인의 직접근거가 아니며 과거 개인후기·시장지표만으로 원인을 단정하지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D:/포트폴리오/결제율 하락 원인 분석 및 향후 제안.pdf 14~15쪽을 바탕으로 한 향후 수집 제안. 실제 투표 결과는 없다. 체험 종료 후 미결제 고객에게 이용 목적, 회사 비용 지원 여부, 향후 이용 빈도와 미결제 사유를 수집한다. 가격, 위치·접근성, 시설·서비스, 이용 필요 감소, 경쟁사 이용·혜택 선호의 원본 사유에 후속 상품 안내 실험과 연결할 맞는 이용권·정보 부족 항목을 제안하고 기타 자유 응답도 받는다. 해당 사유를 복수 선택하고 그중 가장 큰 사유 1개를 선택한다. 경쟁사 선택 응답에는 실제 이용 여부, 선택 이유, 가격 및 프로모션 차이를 추가 질문한다. 자기보고 응답과 응답자 편향 때문에 이 결과만으로 과거 결제율 하락 원인을 확정하지 않고 가설 수립에 사용한다.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D:/포트폴리오/결제율 하락 원인 분석 및 향후 제안.pdf 15~16쪽 및 18~19쪽을 바탕으로 한 후속 수집·검증 제안. 표의 응답과 가설은 실제 투표 결과가 아닌 설계 예시다. 맞는 이용권·정보 부족 응답에는 일반 상품 안내와 기존 상품의 행동 기반 안내를 비교하는 실험을 연결한다. 가격 부담이나 경쟁사 혜택 선호 응답에는 20% 할인과 비가격 혜택의 상대 전환 효과 비교를 연결한다. 이 실험으로 경쟁사 이동 자체의 인과효과나 과거 하락 원인 전체를 확정하지 않는다. 위치·이용 필요 감소·시설 서비스 불편은 두 실험으로 직접 검증할 수 없으므로 추가 인터뷰와 운영 검토로 구체화한다. 회사 비용 지원과 이용 목적은 사유 해석 및 고객 환경 정보로 사용한다. 응답, CRM 노출과 결제 단계 기록은 user_id 및 event_time으로 연결하고 실제 결제일을 확보한다. 12월 체험 고객의 다음 해 1월 결제도 포함하며 고객별 관찰기간을 동일하게 정의한다. 표는 원인 후보를 좁히고 검증 방법을 정하는 흐름이며 투표·실험 성과는 없다.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D:/포트폴리오/결제율 하락 원인 분석 및 향후 제안.pdf 18쪽 및 사용자가 설명한 투표→A/B 테스트→CRM 흐름. 향후 실험 제안이며 결과는 없다. 투표에서 안내 이해나 상품 적합성 관련 가설을 정리한 뒤 체험 종료 후 미결제 고객을 일반 상품 안내와 기존 상품의 행동 기반 개인화 안내에 1:1 무작위 배정한다. 가능하면 사전에 정의한 응답 사유별 층 내 배정을 사용해 사유별 효과를 탐색한다. 행동 구분별 기존 시간권·1일권·야간권·정기권을 안내한다. 상품 가격, 채널, 노출 시점을 통제하고 노출 후 7일 내 결제율을 주 지표로 사전 정의한다. 클릭/상세 조회, 장기 재구매/유지, 실결제금액과 비용도 확인한다. 현재 안내 방식의 전환 효과를 검증하며 과거 결제율 하락의 원인을 확정하거나 고객 유형을 증명한다고 해석하지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D:/포트폴리오/결제율 하락 원인 분석 및 향후 제안.pdf 19쪽 및 사용자가 설명한 투표→A/B 테스트→CRM 흐름. 향후 실험 제안이며 결과는 없다. 투표로 가격 부담이나 서비스 관련 가설을 정리한 후 사전에 정한 응답 사유별 층 내에서 체험 종료 후 미결제 고객을 1:1 무작위 배정한다. A는 첫 결제 이용권 20% 할인, B는 회의공간/집중 업무공간 무료 이용 또는 지정 좌석의 비가격 혜택이다. B 혜택의 제공 범위·횟수·기간을 고정하고 가격과 혜택 가치를 유사하게 사전 설계한다. 채널과 노출 시점, 유효기간을 고정한다. 노출 후 7일 결제율, 실결제금액, 30일 재결제율, 취소율 및 할인/운영비를 비교한다. A/B 간 상대 효과를 검증하는 설계로 일반 안내 또는 무혜택 대조군이 없으므로 기존 운영 대비 증분효과와 과거 하락 원인 전체를 확정하지 않는다. 효과와 비용을 확인한 사유별 고객군에만 이후 CRM 적용을 검토한다.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D:/포트폴리오/결제율 하락 원인 분석 및 향후 제안.pdf 12~21쪽, 특히 14~15쪽과 18~21쪽 및 사용자가 명시한 핵심 맥락. 분석으로 행동 지표와 연도 차이의 연관성을 확인했지만 행동 정보만으로 결제율 하락 원인을 규명하지 못했고 경쟁사 자료 역시 원인 확정 근거가 부족하다. 따라서 먼저 미결제 고객의 투표와 이용 환경 응답을 수집하고 행동/CRM/결제 로그와 연결해 가설을 정한다. 이후 안내 방식 및 가격/비가격 혜택의 무작위 실험으로 대응안의 전환 효과와 비용을 평가하고 효과를 확인한 고객군에 CRM을 적용한다. 이 과정은 제안이며 실제 투표 결과, 실험 실행 및 CRM 개선 성과는 없다. A/B 테스트는 대응안의 효과를 평가하는 것으로 과거 하락 원인을 모두 확정한다고 해석하지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「결제율 하락 원인 분석 및 향후 제안.pdf」 및 공유오피스_원본PDF디자인_최종완성본.pptx. 공동 수행 프로젝트.</a:t>
            </a:r>
          </a:p>
          <a:p xmlns:a="http://schemas.openxmlformats.org/drawingml/2006/main">
            <a:r>
              <a:t>기존 수정본 10쪽:</a:t>
            </a:r>
          </a:p>
          <a:p xmlns:a="http://schemas.openxmlformats.org/drawingml/2006/main">
            <a:r>
              <a:t>출처: 사용자 제공 「결제율 하락 원인 분석 및 향후 제안.pdf」</a:t>
            </a:r>
          </a:p>
          <a:p xmlns:a="http://schemas.openxmlformats.org/drawingml/2006/main">
            <a:r>
              <a:t>대응 원본 페이지: 10</a:t>
            </a:r>
          </a:p>
          <a:p xmlns:a="http://schemas.openxmlformats.org/drawingml/2006/main">
            <a:r>
              <a:t>수치 출처는 원본 p23 기본 로지스틱 회귀모형이다. 원본 p10의 상호작용 모형(연도 OR 0.3756)과 구분했다. 상호작용 모형 결과는 p24에 별도로 제시한다. OR 0.3738을 결제 확률이 37.38%라는 뜻으로 해석하지 않는다. 인과효과와 미래 예측 성능을 검증한 결과가 아니다. 단위 변환·변수 표준화 여부는 원본에 없어 추가하지 않았다.</a:t>
            </a:r>
          </a:p>
          <a:p xmlns:a="http://schemas.openxmlformats.org/drawingml/2006/main">
            <a:r>
              <a:t/>
            </a:r>
          </a:p>
          <a:p xmlns:a="http://schemas.openxmlformats.org/drawingml/2006/main">
            <a:r>
              <a:t>기존 수정본 23쪽:</a:t>
            </a:r>
          </a:p>
          <a:p xmlns:a="http://schemas.openxmlformats.org/drawingml/2006/main">
            <a:r>
              <a:t>출처: 사용자 제공 「결제율 하락 원인 분석 및 향후 제안.pdf」</a:t>
            </a:r>
          </a:p>
          <a:p xmlns:a="http://schemas.openxmlformats.org/drawingml/2006/main">
            <a:r>
              <a:t>대응 원본 페이지: 23</a:t>
            </a:r>
          </a:p>
          <a:p xmlns:a="http://schemas.openxmlformats.org/drawingml/2006/main">
            <a:r>
              <a:t>원본 p23의 기본 모형 수치를 모두 유지했다. 95% 신뢰구간과 표본수를 보존했다. 결과는 관측 자료를 보정한 연관성이다. 고객별 행동 시점과 결제 시점이 구분되지 않아 인과효과로 해석하지 않는다.</a:t>
            </a:r>
          </a:p>
          <a:p xmlns:a="http://schemas.openxmlformats.org/drawingml/2006/main">
            <a:r>
              <a:t>원본수치5행·4열을 보존. p=.385 이용지점수는 .05기준 유의하지않고 나머지표시p값은원본그대로다. 공동작업분석을새로실행한것은아니다.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「결제율 하락 원인 분석 및 향후 제안.pdf」 및 공유오피스_원본PDF디자인_최종완성본.pptx. 공동 수행 프로젝트.</a:t>
            </a:r>
          </a:p>
          <a:p xmlns:a="http://schemas.openxmlformats.org/drawingml/2006/main">
            <a:r>
              <a:t>기존 수정본 24쪽:</a:t>
            </a:r>
          </a:p>
          <a:p xmlns:a="http://schemas.openxmlformats.org/drawingml/2006/main">
            <a:r>
              <a:t>출처: 사용자 제공 「결제율 하락 원인 분석 및 향후 제안.pdf」</a:t>
            </a:r>
          </a:p>
          <a:p xmlns:a="http://schemas.openxmlformats.org/drawingml/2006/main">
            <a:r>
              <a:t>대응 원본 페이지: 24</a:t>
            </a:r>
          </a:p>
          <a:p xmlns:a="http://schemas.openxmlformats.org/drawingml/2006/main">
            <a:r>
              <a:t>원본 p10의 상호작용 결과와 p24의 연도별 행동 오즈비를 함께 유지했다. 원본 p10 모형의 연도 OR은 0.3756이며 95%CI 0.2651-0.5322, p&lt;0.001이다. 상호작용 포함 모형의 연도 주효과는 행동 변수의 기준값에서 해석하므로 모든 행동 수준에 공통인 OR로 해석하지 않는다. 원본에 중심화·표준화 정보가 없어 새 해석을 추가하지 않았다.</a:t>
            </a:r>
          </a:p>
          <a:p xmlns:a="http://schemas.openxmlformats.org/drawingml/2006/main">
            <a:r>
              <a:t>상호작용4행의OR,p,CI 및 연도별4행OR,p를 보존. 한연도의유의성만으로두연도의효과차이를판단하지않는다. 상호작용모형의2023년주효과 .3756은행동기준값에서해석하며기본모형.3738과구분.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「결제율 하락 원인 분석 및 향후 제안.pdf」 및 공유오피스_원본PDF디자인_최종완성본.pptx. 공동 수행 프로젝트.</a:t>
            </a:r>
          </a:p>
          <a:p xmlns:a="http://schemas.openxmlformats.org/drawingml/2006/main">
            <a:r>
              <a:t>기존 수정본 16쪽:</a:t>
            </a:r>
          </a:p>
          <a:p xmlns:a="http://schemas.openxmlformats.org/drawingml/2006/main">
            <a:r>
              <a:t>출처: 사용자 제공 「결제율 하락 원인 분석 및 향후 제안.pdf」</a:t>
            </a:r>
          </a:p>
          <a:p xmlns:a="http://schemas.openxmlformats.org/drawingml/2006/main">
            <a:r>
              <a:t>대응 원본 페이지: 16</a:t>
            </a:r>
          </a:p>
          <a:p xmlns:a="http://schemas.openxmlformats.org/drawingml/2006/main">
            <a:r>
              <a:t>원본 p16의 여섯 이벤트와 속성을 유지했다. 시간 순서 확인이라는 분석 한계에 맞춰 모든 이벤트에 event_time을 기록하는 제안을 추가했다. 새 로그는 실제 수집 완료가 아닌 제안이다.</a:t>
            </a:r>
          </a:p>
          <a:p xmlns:a="http://schemas.openxmlformats.org/drawingml/2006/main">
            <a:r>
              <a:t/>
            </a:r>
          </a:p>
          <a:p xmlns:a="http://schemas.openxmlformats.org/drawingml/2006/main">
            <a:r>
              <a:t>기존 수정본 25쪽:</a:t>
            </a:r>
          </a:p>
          <a:p xmlns:a="http://schemas.openxmlformats.org/drawingml/2006/main">
            <a:r>
              <a:t>출처: 사용자 제공 「결제율 하락 원인 분석 및 향후 제안.pdf」</a:t>
            </a:r>
          </a:p>
          <a:p xmlns:a="http://schemas.openxmlformats.org/drawingml/2006/main">
            <a:r>
              <a:t>대응 원본 페이지: 25</a:t>
            </a:r>
          </a:p>
          <a:p xmlns:a="http://schemas.openxmlformats.org/drawingml/2006/main">
            <a:r>
              <a:t>원본 p25 참고자료의 항목을 보존했다. 제공 PDF에 실제 기사명·기관명·원문 URL이 없어 링크를 만들거나 출처 검증을 수행한 것으로 표시하지 않았다.</a:t>
            </a:r>
          </a:p>
          <a:p xmlns:a="http://schemas.openxmlformats.org/drawingml/2006/main">
            <a:r>
              <a:t>제안이벤트6행,설명,발생시점,주요속성을모두보존. 회원권조회·선택·프로모션·결제시작·결제중이탈·설문응답을 user_id/event_time으로연결한다. 원본외부참고8개는A사고객데이터·이용자특성조사·수요인터뷰·공유오피스지점기사·경쟁서비스지점기사·할인사례·이용가격기록·2023년3분기벤처투자동향. 실제원문링크는원본에서추가확인이필요하며외부정황만으로고객별미결제원인을확정하지않는다.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056a42f27a47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f5f49b546c4e9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b8eb9d84514e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89d872ed4c43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45d30a3d7346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be5b7ee47d49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B6A747-0B56-4FF3-98DB-3B0748B496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AA5E26-C76F-4029-8FD3-4BDBCE1A00D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FD9AAD-DCF6-4427-B389-47C6B4E41C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A6CA02-E069-4576-8307-F8EEEE1C8B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EC31D8-6DCB-4356-A14E-44A3FEEBAB9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8CFB9F2-8A94-4BAD-BD43-0D6DB914C3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EF8C84-F00E-4A35-A1C2-DF5BBA2C4DB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F59DBD-2E7A-46F4-AA67-C3DF770E7A8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DFCB3C-212E-48D5-A969-72AED141EC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92073D-F785-46F3-B118-744CCADFF2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f2d058b1b24dcd" /><Relationship Type="http://schemas.openxmlformats.org/officeDocument/2006/relationships/slideLayout" Target="/ppt/slideLayouts/slideLayout1.xml" Id="R833e14eadee947f6" /><Relationship Type="http://schemas.openxmlformats.org/officeDocument/2006/relationships/slideLayout" Target="/ppt/slideLayouts/slideLayout2.xml" Id="R89e8bd405bf04ced" /><Relationship Type="http://schemas.openxmlformats.org/officeDocument/2006/relationships/slideLayout" Target="/ppt/slideLayouts/slideLayout3.xml" Id="R15def36aa48b43aa" /><Relationship Type="http://schemas.openxmlformats.org/officeDocument/2006/relationships/slideLayout" Target="/ppt/slideLayouts/slideLayout4.xml" Id="R457b8650c41c4e0f" /><Relationship Type="http://schemas.openxmlformats.org/officeDocument/2006/relationships/slideLayout" Target="/ppt/slideLayouts/slideLayout5.xml" Id="R0cfc361434284cf7" /><Relationship Type="http://schemas.openxmlformats.org/officeDocument/2006/relationships/slideLayout" Target="/ppt/slideLayouts/slideLayout6.xml" Id="Rd972cd6cedbb49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3e14eadee947f6"/>
    <p:sldLayoutId xmlns:r="http://schemas.openxmlformats.org/officeDocument/2006/relationships" id="2147483650" r:id="R89e8bd405bf04ced"/>
    <p:sldLayoutId xmlns:r="http://schemas.openxmlformats.org/officeDocument/2006/relationships" id="2147483651" r:id="R15def36aa48b43aa"/>
    <p:sldLayoutId xmlns:r="http://schemas.openxmlformats.org/officeDocument/2006/relationships" id="2147483652" r:id="R457b8650c41c4e0f"/>
    <p:sldLayoutId xmlns:r="http://schemas.openxmlformats.org/officeDocument/2006/relationships" id="2147483653" r:id="R0cfc361434284cf7"/>
    <p:sldLayoutId xmlns:r="http://schemas.openxmlformats.org/officeDocument/2006/relationships" id="2147483654" r:id="Rd972cd6cedbb49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bdb3bf06f1c4fd4" /><Relationship Type="http://schemas.openxmlformats.org/officeDocument/2006/relationships/image" Target="/ppt/media/image.png" Id="R20939ec40dac40fd" /><Relationship Type="http://schemas.openxmlformats.org/officeDocument/2006/relationships/notesSlide" Target="/ppt/notesSlides/notesSlide1.xml" Id="R1b04a38bb54748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a6271efd3049bc" /><Relationship Type="http://schemas.openxmlformats.org/officeDocument/2006/relationships/image" Target="/ppt/media/image2.png" Id="R4939a57a89e24815" /><Relationship Type="http://schemas.openxmlformats.org/officeDocument/2006/relationships/chart" Target="/ppt/slides/charts/chart1.xml" Id="Rb38cb60761b541d0" /><Relationship Type="http://schemas.openxmlformats.org/officeDocument/2006/relationships/notesSlide" Target="/ppt/notesSlides/notesSlide2.xml" Id="R56d4b4f6e93042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d09dea6de5c4f43" /><Relationship Type="http://schemas.openxmlformats.org/officeDocument/2006/relationships/image" Target="/ppt/media/image3.png" Id="R661dec3f1e6b4e8b" /><Relationship Type="http://schemas.openxmlformats.org/officeDocument/2006/relationships/notesSlide" Target="/ppt/notesSlides/notesSlide3.xml" Id="R56ead90191464b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26cd286a6024a0a" /><Relationship Type="http://schemas.openxmlformats.org/officeDocument/2006/relationships/image" Target="/ppt/media/image4.png" Id="Rd6ed97f9aade4060" /><Relationship Type="http://schemas.openxmlformats.org/officeDocument/2006/relationships/notesSlide" Target="/ppt/notesSlides/notesSlide4.xml" Id="Rfe79929996df4b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7764d32b65414c" /><Relationship Type="http://schemas.openxmlformats.org/officeDocument/2006/relationships/image" Target="/ppt/media/image5.png" Id="Rb6f20f3e9f514c43" /><Relationship Type="http://schemas.openxmlformats.org/officeDocument/2006/relationships/chart" Target="/ppt/slides/charts/chart2.xml" Id="Re328b7bc7d7a439f" /><Relationship Type="http://schemas.openxmlformats.org/officeDocument/2006/relationships/notesSlide" Target="/ppt/notesSlides/notesSlide5.xml" Id="R33766d7f611c4b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93d032f89b4b6f" /><Relationship Type="http://schemas.openxmlformats.org/officeDocument/2006/relationships/image" Target="/ppt/media/image6.png" Id="R284272a3d4fd430c" /><Relationship Type="http://schemas.openxmlformats.org/officeDocument/2006/relationships/chart" Target="/ppt/slides/charts/chart3.xml" Id="R7cc12fc3c49b4d49" /><Relationship Type="http://schemas.openxmlformats.org/officeDocument/2006/relationships/chart" Target="/ppt/slides/charts/chart4.xml" Id="R914e9fc50d7f46b9" /><Relationship Type="http://schemas.openxmlformats.org/officeDocument/2006/relationships/notesSlide" Target="/ppt/notesSlides/notesSlide6.xml" Id="R2e24bb53baa246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7e5324523a4437e" /><Relationship Type="http://schemas.openxmlformats.org/officeDocument/2006/relationships/image" Target="/ppt/media/image7.png" Id="Rf3aa0967c31241bf" /><Relationship Type="http://schemas.openxmlformats.org/officeDocument/2006/relationships/chart" Target="/ppt/slides/charts/chart5.xml" Id="R74f52b9025f24b01" /><Relationship Type="http://schemas.openxmlformats.org/officeDocument/2006/relationships/notesSlide" Target="/ppt/notesSlides/notesSlide7.xml" Id="Ree74d5fd38964b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26ff02eb500413c" /><Relationship Type="http://schemas.openxmlformats.org/officeDocument/2006/relationships/image" Target="/ppt/media/image8.png" Id="R39b4e85c2f2a45bb" /><Relationship Type="http://schemas.openxmlformats.org/officeDocument/2006/relationships/notesSlide" Target="/ppt/notesSlides/notesSlide8.xml" Id="Ra5d5562e730948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416668b4dd444a1" /><Relationship Type="http://schemas.openxmlformats.org/officeDocument/2006/relationships/image" Target="/ppt/media/image9.png" Id="R37e3f0917bec4fe5" /><Relationship Type="http://schemas.openxmlformats.org/officeDocument/2006/relationships/notesSlide" Target="/ppt/notesSlides/notesSlide9.xml" Id="R7cf71dc2f4a040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323b512f1ca4c03" /><Relationship Type="http://schemas.openxmlformats.org/officeDocument/2006/relationships/image" Target="/ppt/media/image10.png" Id="R3494cb57b4ea44c7" /><Relationship Type="http://schemas.openxmlformats.org/officeDocument/2006/relationships/notesSlide" Target="/ppt/notesSlides/notesSlide10.xml" Id="R6888f4c5c94348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d6430dd4d9f466d" /><Relationship Type="http://schemas.openxmlformats.org/officeDocument/2006/relationships/image" Target="/ppt/media/image11.png" Id="R9851081ab7364a5c" /><Relationship Type="http://schemas.openxmlformats.org/officeDocument/2006/relationships/notesSlide" Target="/ppt/notesSlides/notesSlide11.xml" Id="Rc7b9630ac13142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4b93bc25d34447e" /><Relationship Type="http://schemas.openxmlformats.org/officeDocument/2006/relationships/image" Target="/ppt/media/image12.png" Id="R98f013de0e82441f" /><Relationship Type="http://schemas.openxmlformats.org/officeDocument/2006/relationships/notesSlide" Target="/ppt/notesSlides/notesSlide12.xml" Id="R2ccb1512da2641f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c9f87ec8a2043d2" /><Relationship Type="http://schemas.openxmlformats.org/officeDocument/2006/relationships/image" Target="/ppt/media/image13.png" Id="R52ef5422c5ac4823" /><Relationship Type="http://schemas.openxmlformats.org/officeDocument/2006/relationships/notesSlide" Target="/ppt/notesSlides/notesSlide13.xml" Id="R3d1b1492322840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6b4a6c316bb4538" /><Relationship Type="http://schemas.openxmlformats.org/officeDocument/2006/relationships/image" Target="/ppt/media/image14.png" Id="Rfd74e1edfaae480b" /><Relationship Type="http://schemas.openxmlformats.org/officeDocument/2006/relationships/notesSlide" Target="/ppt/notesSlides/notesSlide14.xml" Id="R0e6403364da149b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cc109e4299242b8" /><Relationship Type="http://schemas.openxmlformats.org/officeDocument/2006/relationships/image" Target="/ppt/media/image15.png" Id="R506a430dffbf4b82" /><Relationship Type="http://schemas.openxmlformats.org/officeDocument/2006/relationships/notesSlide" Target="/ppt/notesSlides/notesSlide15.xml" Id="Rba1c2ee3fb164b1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72900c59c8a448c" /><Relationship Type="http://schemas.openxmlformats.org/officeDocument/2006/relationships/image" Target="/ppt/media/image16.png" Id="R558c0e78ab904685" /><Relationship Type="http://schemas.openxmlformats.org/officeDocument/2006/relationships/notesSlide" Target="/ppt/notesSlides/notesSlide16.xml" Id="R9898e39a05b0430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70052dbbf4445ac" /><Relationship Type="http://schemas.openxmlformats.org/officeDocument/2006/relationships/image" Target="/ppt/media/image17.png" Id="R1dd4939783444bc9" /><Relationship Type="http://schemas.openxmlformats.org/officeDocument/2006/relationships/notesSlide" Target="/ppt/notesSlides/notesSlide17.xml" Id="Rbd02c932ee9c4f4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월별 결제율</c:v>
          </c:tx>
          <c:spPr>
            <a:ln xmlns:a="http://schemas.openxmlformats.org/drawingml/2006/main" w="33338">
              <a:solidFill>
                <a:srgbClr val="149780"/>
              </a:solidFill>
            </a:ln>
          </c:spPr>
          <c:marker>
            <c:symbol val="circle"/>
            <c:size val="4"/>
            <c:spPr>
              <a:solidFill xmlns:a="http://schemas.openxmlformats.org/drawingml/2006/main">
                <a:srgbClr val="149780"/>
              </a:solidFill>
            </c:spPr>
          </c:marker>
          <c:dLbls>
            <c:dLbl>
              <c:idx val="10"/>
              <c:tx>
                <c:rich>
                  <a:bodyPr xmlns:a="http://schemas.openxmlformats.org/drawingml/2006/main"/>
                  <a:lstStyle xmlns:a="http://schemas.openxmlformats.org/drawingml/2006/main"/>
                  <a:p xmlns:a="http://schemas.openxmlformats.org/drawingml/2006/main">
                    <a:r>
                      <a:rPr sz="1500" b="1">
                        <a:solidFill>
                          <a:srgbClr val="192035"/>
                        </a:solidFill>
                      </a:rPr>
                      <a:t>49.3%</a:t>
                    </a:r>
                  </a:p>
                </c:rich>
              </c:tx>
              <c:txPr>
                <a:bodyPr xmlns:a="http://schemas.openxmlformats.org/drawingml/2006/main" anchorCtr="1"/>
                <a:lstStyle xmlns:a="http://schemas.openxmlformats.org/drawingml/2006/main"/>
                <a:p xmlns:a="http://schemas.openxmlformats.org/drawingml/2006/main">
                  <a:pPr>
                    <a:defRPr sz="1500" b="1">
                      <a:solidFill>
                        <a:srgbClr val="192035"/>
                      </a:solidFill>
                    </a:defRPr>
                  </a:pPr>
                </a:p>
              </c:txPr>
              <c:showVal val="1"/>
            </c:dLbl>
            <c:dLbl>
              <c:idx val="23"/>
              <c:tx>
                <c:rich>
                  <a:bodyPr xmlns:a="http://schemas.openxmlformats.org/drawingml/2006/main"/>
                  <a:lstStyle xmlns:a="http://schemas.openxmlformats.org/drawingml/2006/main"/>
                  <a:p xmlns:a="http://schemas.openxmlformats.org/drawingml/2006/main">
                    <a:r>
                      <a:rPr sz="1500" b="1">
                        <a:solidFill>
                          <a:srgbClr val="192035"/>
                        </a:solidFill>
                      </a:rPr>
                      <a:t>24.2%</a:t>
                    </a:r>
                  </a:p>
                </c:rich>
              </c:tx>
              <c:txPr>
                <a:bodyPr xmlns:a="http://schemas.openxmlformats.org/drawingml/2006/main" anchorCtr="1"/>
                <a:lstStyle xmlns:a="http://schemas.openxmlformats.org/drawingml/2006/main"/>
                <a:p xmlns:a="http://schemas.openxmlformats.org/drawingml/2006/main">
                  <a:pPr>
                    <a:defRPr sz="1500" b="1">
                      <a:solidFill>
                        <a:srgbClr val="192035"/>
                      </a:solidFill>
                    </a:defRPr>
                  </a:pPr>
                </a:p>
              </c:txPr>
              <c:showVal val="1"/>
            </c:dLbl>
            <c:numFmt formatCode="0%" sourceLinked="0"/>
            <c:txPr>
              <a:bodyPr xmlns:a="http://schemas.openxmlformats.org/drawingml/2006/main" anchorCtr="1"/>
              <a:lstStyle xmlns:a="http://schemas.openxmlformats.org/drawingml/2006/main"/>
              <a:p xmlns:a="http://schemas.openxmlformats.org/drawingml/2006/main">
                <a:pPr>
                  <a:defRPr sz="1650" b="1">
                    <a:solidFill>
                      <a:srgbClr val="192035"/>
                    </a:solidFill>
                  </a:defRPr>
                </a:pPr>
              </a:p>
            </c:txPr>
            <c:showLegendKey val="0"/>
            <c:showVal val="0"/>
            <c:showCatName val="0"/>
            <c:showSerName val="0"/>
            <c:showPercent val="0"/>
            <c:showBubbleSize val="0"/>
            <c:showLeaderLines val="0"/>
          </c:dLbls>
          <c:cat>
            <c:numRef>
              <c:f>'Chart Data'!$A$2:$A$25</c:f>
              <c:numCache>
                <c:formatCode>General</c:formatCode>
                <c:ptCount val="24"/>
                <c:pt idx="0">
                  <c:v>22.01</c:v>
                </c:pt>
                <c:pt idx="1">
                  <c:v>22.02</c:v>
                </c:pt>
                <c:pt idx="2">
                  <c:v>22.03</c:v>
                </c:pt>
                <c:pt idx="3">
                  <c:v>22.04</c:v>
                </c:pt>
                <c:pt idx="4">
                  <c:v>22.05</c:v>
                </c:pt>
                <c:pt idx="5">
                  <c:v>22.06</c:v>
                </c:pt>
                <c:pt idx="6">
                  <c:v>22.07</c:v>
                </c:pt>
                <c:pt idx="7">
                  <c:v>22.08</c:v>
                </c:pt>
                <c:pt idx="8">
                  <c:v>22.09</c:v>
                </c:pt>
                <c:pt idx="9">
                  <c:v>22.10</c:v>
                </c:pt>
                <c:pt idx="10">
                  <c:v>22.11</c:v>
                </c:pt>
                <c:pt idx="11">
                  <c:v>22.12</c:v>
                </c:pt>
                <c:pt idx="12">
                  <c:v>23.01</c:v>
                </c:pt>
                <c:pt idx="13">
                  <c:v>23.02</c:v>
                </c:pt>
                <c:pt idx="14">
                  <c:v>23.03</c:v>
                </c:pt>
                <c:pt idx="15">
                  <c:v>23.04</c:v>
                </c:pt>
                <c:pt idx="16">
                  <c:v>23.05</c:v>
                </c:pt>
                <c:pt idx="17">
                  <c:v>23.06</c:v>
                </c:pt>
                <c:pt idx="18">
                  <c:v>23.07</c:v>
                </c:pt>
                <c:pt idx="19">
                  <c:v>23.08</c:v>
                </c:pt>
                <c:pt idx="20">
                  <c:v>23.09</c:v>
                </c:pt>
                <c:pt idx="21">
                  <c:v>23.10</c:v>
                </c:pt>
                <c:pt idx="22">
                  <c:v>23.11</c:v>
                </c:pt>
                <c:pt idx="23">
                  <c:v>23.12</c:v>
                </c:pt>
              </c:numCache>
            </c:numRef>
          </c:cat>
          <c:val>
            <c:numRef>
              <c:f>'Chart Data'!$B$2:$B$25</c:f>
              <c:numCache>
                <c:formatCode>0%</c:formatCode>
                <c:ptCount val="24"/>
                <c:pt idx="0">
                  <c:v>0.363</c:v>
                </c:pt>
                <c:pt idx="1">
                  <c:v>0.403</c:v>
                </c:pt>
                <c:pt idx="2">
                  <c:v>0.405</c:v>
                </c:pt>
                <c:pt idx="3">
                  <c:v>0.335</c:v>
                </c:pt>
                <c:pt idx="4">
                  <c:v>0.428</c:v>
                </c:pt>
                <c:pt idx="5">
                  <c:v>0.399</c:v>
                </c:pt>
                <c:pt idx="6">
                  <c:v>0.339</c:v>
                </c:pt>
                <c:pt idx="7">
                  <c:v>0.352</c:v>
                </c:pt>
                <c:pt idx="8">
                  <c:v>0.359</c:v>
                </c:pt>
                <c:pt idx="9">
                  <c:v>0.429</c:v>
                </c:pt>
                <c:pt idx="10">
                  <c:v>0.493</c:v>
                </c:pt>
                <c:pt idx="11">
                  <c:v>0.394</c:v>
                </c:pt>
                <c:pt idx="12">
                  <c:v>0.39</c:v>
                </c:pt>
                <c:pt idx="13">
                  <c:v>0.339</c:v>
                </c:pt>
                <c:pt idx="14">
                  <c:v>0.36</c:v>
                </c:pt>
                <c:pt idx="15">
                  <c:v>0.374</c:v>
                </c:pt>
                <c:pt idx="16">
                  <c:v>0.448</c:v>
                </c:pt>
                <c:pt idx="17">
                  <c:v>0.379</c:v>
                </c:pt>
                <c:pt idx="18">
                  <c:v>0.357</c:v>
                </c:pt>
                <c:pt idx="19">
                  <c:v>0.362</c:v>
                </c:pt>
                <c:pt idx="20">
                  <c:v>0.259</c:v>
                </c:pt>
                <c:pt idx="21">
                  <c:v>0.297</c:v>
                </c:pt>
                <c:pt idx="22">
                  <c:v>0.232</c:v>
                </c:pt>
                <c:pt idx="23">
                  <c:v>0.242</c:v>
                </c:pt>
              </c:numCache>
            </c:numRef>
          </c:val>
          <c:smooth val="1"/>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92035"/>
                  </a:solidFill>
                </a:defRPr>
              </a:pPr>
            </a:p>
          </c:txPr>
          <c:showLegendKey val="0"/>
          <c:showVal val="0"/>
          <c:showCatName val="0"/>
          <c:showSerName val="0"/>
          <c:showPercent val="0"/>
          <c:showBubbleSize val="0"/>
          <c:showLeaderLines val="0"/>
        </c:dLbls>
        <c:smooth val="1"/>
        <c:axId val="48650112"/>
        <c:axId val="48672768"/>
      </c:lineChart>
      <c:catAx>
        <c:axId val="48650112"/>
        <c:scaling>
          <c:orientation val="minMax"/>
        </c:scaling>
        <c:delete val="0"/>
        <c:axPos val="b"/>
        <c:numFmt formatCode="General"/>
        <c:majorTickMark val="none"/>
        <c:minorTickMark val="none"/>
        <c:tickLblPos val="nextTo"/>
        <c:tickLblSkip val="3"/>
        <c:spPr>
          <a:ln xmlns:a="http://schemas.openxmlformats.org/drawingml/2006/main" w="9525">
            <a:solidFill>
              <a:srgbClr val="CCC8DF"/>
            </a:solidFill>
          </a:ln>
        </c:spPr>
        <c:txPr>
          <a:bodyPr xmlns:a="http://schemas.openxmlformats.org/drawingml/2006/main" anchorCtr="1"/>
          <a:lstStyle xmlns:a="http://schemas.openxmlformats.org/drawingml/2006/main"/>
          <a:p xmlns:a="http://schemas.openxmlformats.org/drawingml/2006/main">
            <a:pPr>
              <a:defRPr sz="1200">
                <a:solidFill>
                  <a:srgbClr val="192035"/>
                </a:solidFill>
              </a:defRPr>
            </a:pPr>
          </a:p>
        </c:txPr>
        <c:crossAx val="48672768"/>
      </c:catAx>
      <c:valAx>
        <c:axId val="48672768"/>
        <c:scaling>
          <c:orientation val="minMax"/>
          <c:max val="0.6"/>
          <c:min val="0.2"/>
        </c:scaling>
        <c:delete val="0"/>
        <c:axPos val="l"/>
        <c:majorGridlines>
          <c:spPr>
            <a:ln xmlns:a="http://schemas.openxmlformats.org/drawingml/2006/main" w="9525">
              <a:solidFill>
                <a:srgbClr val="E1DEEE"/>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738096"/>
                </a:solidFill>
              </a:defRPr>
            </a:pPr>
          </a:p>
        </c:txPr>
        <c:crossAx val="48650112"/>
        <c:crossBetween val="between"/>
        <c:majorUnit val="0.1"/>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2022년</c:v>
          </c:tx>
          <c:spPr>
            <a:ln xmlns:a="http://schemas.openxmlformats.org/drawingml/2006/main" w="33338">
              <a:solidFill>
                <a:srgbClr val="149780"/>
              </a:solidFill>
            </a:ln>
          </c:spPr>
          <c:marker>
            <c:symbol val="circle"/>
            <c:size val="8"/>
            <c:spPr>
              <a:solidFill xmlns:a="http://schemas.openxmlformats.org/drawingml/2006/main">
                <a:srgbClr val="149780"/>
              </a:solidFill>
            </c:spPr>
          </c:marker>
          <c:cat>
            <c:strRef>
              <c:f>'Chart Data'!$A$2:$A$4</c:f>
              <c:strCache>
                <c:ptCount val="3"/>
                <c:pt idx="0">
                  <c:v>1일 방문</c:v>
                </c:pt>
                <c:pt idx="1">
                  <c:v>2일 방문</c:v>
                </c:pt>
                <c:pt idx="2">
                  <c:v>3일 이상</c:v>
                </c:pt>
              </c:strCache>
            </c:strRef>
          </c:cat>
          <c:val>
            <c:numRef>
              <c:f>'Chart Data'!$B$2:$B$4</c:f>
              <c:numCache>
                <c:formatCode>0.0%</c:formatCode>
                <c:ptCount val="3"/>
                <c:pt idx="0">
                  <c:v>0.369</c:v>
                </c:pt>
                <c:pt idx="1">
                  <c:v>0.444</c:v>
                </c:pt>
                <c:pt idx="2">
                  <c:v>0.681</c:v>
                </c:pt>
              </c:numCache>
            </c:numRef>
          </c:val>
          <c:smooth val="0"/>
        </c:ser>
        <c:ser>
          <c:idx val="1"/>
          <c:order val="1"/>
          <c:tx>
            <c:v>2023년</c:v>
          </c:tx>
          <c:spPr>
            <a:ln xmlns:a="http://schemas.openxmlformats.org/drawingml/2006/main" w="33338">
              <a:solidFill>
                <a:srgbClr val="6554D9"/>
              </a:solidFill>
            </a:ln>
          </c:spPr>
          <c:marker>
            <c:symbol val="circle"/>
            <c:size val="8"/>
            <c:spPr>
              <a:solidFill xmlns:a="http://schemas.openxmlformats.org/drawingml/2006/main">
                <a:srgbClr val="6554D9"/>
              </a:solidFill>
            </c:spPr>
          </c:marker>
          <c:cat>
            <c:strRef>
              <c:f>'Chart Data'!$C$2:$C$4</c:f>
              <c:strCache>
                <c:ptCount val="3"/>
                <c:pt idx="0">
                  <c:v>1일 방문</c:v>
                </c:pt>
                <c:pt idx="1">
                  <c:v>2일 방문</c:v>
                </c:pt>
                <c:pt idx="2">
                  <c:v>3일 이상</c:v>
                </c:pt>
              </c:strCache>
            </c:strRef>
          </c:cat>
          <c:val>
            <c:numRef>
              <c:f>'Chart Data'!$D$2:$D$4</c:f>
              <c:numCache>
                <c:formatCode>0.0%</c:formatCode>
                <c:ptCount val="3"/>
                <c:pt idx="0">
                  <c:v>0.145</c:v>
                </c:pt>
                <c:pt idx="1">
                  <c:v>0.255</c:v>
                </c:pt>
                <c:pt idx="2">
                  <c:v>0.328</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92035"/>
                  </a:solidFill>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nextTo"/>
        <c:tickLblSkip val="1"/>
        <c:spPr>
          <a:ln xmlns:a="http://schemas.openxmlformats.org/drawingml/2006/main" w="9525">
            <a:solidFill>
              <a:srgbClr val="CCC8DF"/>
            </a:solidFill>
          </a:ln>
        </c:spPr>
        <c:txPr>
          <a:bodyPr xmlns:a="http://schemas.openxmlformats.org/drawingml/2006/main" anchorCtr="1"/>
          <a:lstStyle xmlns:a="http://schemas.openxmlformats.org/drawingml/2006/main"/>
          <a:p xmlns:a="http://schemas.openxmlformats.org/drawingml/2006/main">
            <a:pPr>
              <a:defRPr sz="1500">
                <a:solidFill>
                  <a:srgbClr val="192035"/>
                </a:solidFill>
              </a:defRPr>
            </a:pPr>
          </a:p>
        </c:txPr>
        <c:crossAx val="48672768"/>
      </c:catAx>
      <c:valAx>
        <c:axId val="48672768"/>
        <c:scaling>
          <c:orientation val="minMax"/>
          <c:max val="0.8"/>
          <c:min val="0"/>
        </c:scaling>
        <c:delete val="0"/>
        <c:axPos val="l"/>
        <c:majorGridlines>
          <c:spPr>
            <a:ln xmlns:a="http://schemas.openxmlformats.org/drawingml/2006/main" w="9525">
              <a:solidFill>
                <a:srgbClr val="E1DEEE"/>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738096"/>
                </a:solidFill>
              </a:defRPr>
            </a:pPr>
          </a:p>
        </c:txPr>
        <c:crossAx val="48650112"/>
        <c:crossBetween val="between"/>
        <c:majorUnit val="0.2"/>
      </c:valAx>
      <c:spPr>
        <a:noFill xmlns:a="http://schemas.openxmlformats.org/drawingml/2006/main"/>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738096"/>
              </a:solidFil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평균 체류시간</c:v>
          </c:tx>
          <c:spPr>
            <a:solidFill xmlns:a="http://schemas.openxmlformats.org/drawingml/2006/main">
              <a:srgbClr val="149780"/>
            </a:solidFill>
          </c:spPr>
          <c:invertIfNegative val="0"/>
          <c:dPt>
            <c:idx val="0"/>
            <c:invertIfNegative val="0"/>
            <c:spPr>
              <a:solidFill xmlns:a="http://schemas.openxmlformats.org/drawingml/2006/main">
                <a:srgbClr val="149780"/>
              </a:solidFill>
            </c:spPr>
          </c:dPt>
          <c:dPt>
            <c:idx val="1"/>
            <c:invertIfNegative val="0"/>
            <c:spPr>
              <a:solidFill xmlns:a="http://schemas.openxmlformats.org/drawingml/2006/main">
                <a:srgbClr val="6554D9"/>
              </a:solidFill>
            </c:spPr>
          </c:dPt>
          <c:cat>
            <c:strRef>
              <c:f>'Chart Data'!$A$2:$A$3</c:f>
              <c:strCache>
                <c:ptCount val="2"/>
                <c:pt idx="0">
                  <c:v>2022년</c:v>
                </c:pt>
                <c:pt idx="1">
                  <c:v>2023년</c:v>
                </c:pt>
              </c:strCache>
            </c:strRef>
          </c:cat>
          <c:val>
            <c:numRef>
              <c:f>'Chart Data'!$B$2:$B$3</c:f>
              <c:numCache>
                <c:formatCode>0.00"시간"</c:formatCode>
                <c:ptCount val="2"/>
                <c:pt idx="0">
                  <c:v>6.85</c:v>
                </c:pt>
                <c:pt idx="1">
                  <c:v>8.89</c:v>
                </c:pt>
              </c:numCache>
            </c:numRef>
          </c:val>
        </c:ser>
        <c:dLbls>
          <c:numFmt formatCode="0.00&quot;시간&quot;" sourceLinked="0"/>
          <c:txPr>
            <a:bodyPr xmlns:a="http://schemas.openxmlformats.org/drawingml/2006/main" anchorCtr="1"/>
            <a:lstStyle xmlns:a="http://schemas.openxmlformats.org/drawingml/2006/main"/>
            <a:p xmlns:a="http://schemas.openxmlformats.org/drawingml/2006/main">
              <a:pPr>
                <a:defRPr sz="1650" b="1">
                  <a:solidFill>
                    <a:srgbClr val="192035"/>
                  </a:solidFil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tickLblPos val="nextTo"/>
        <c:tickLblSkip val="1"/>
        <c:spPr>
          <a:ln xmlns:a="http://schemas.openxmlformats.org/drawingml/2006/main" w="9525">
            <a:solidFill>
              <a:srgbClr val="CCC8DF"/>
            </a:solidFill>
          </a:ln>
        </c:spPr>
        <c:txPr>
          <a:bodyPr xmlns:a="http://schemas.openxmlformats.org/drawingml/2006/main" anchorCtr="1"/>
          <a:lstStyle xmlns:a="http://schemas.openxmlformats.org/drawingml/2006/main"/>
          <a:p xmlns:a="http://schemas.openxmlformats.org/drawingml/2006/main">
            <a:pPr>
              <a:defRPr sz="1500">
                <a:solidFill>
                  <a:srgbClr val="192035"/>
                </a:solidFill>
              </a:defRPr>
            </a:pPr>
          </a:p>
        </c:txPr>
        <c:crossAx val="48672768"/>
      </c:catAx>
      <c:valAx>
        <c:axId val="48672768"/>
        <c:scaling>
          <c:orientation val="minMax"/>
          <c:max val="11"/>
          <c:min val="0"/>
        </c:scaling>
        <c:delete val="1"/>
        <c:axPos val="l"/>
        <c:numFmt formatCode="0.00&quot;시간&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738096"/>
                </a:solidFil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평균 방문일수</c:v>
          </c:tx>
          <c:spPr>
            <a:solidFill xmlns:a="http://schemas.openxmlformats.org/drawingml/2006/main">
              <a:srgbClr val="149780"/>
            </a:solidFill>
          </c:spPr>
          <c:invertIfNegative val="0"/>
          <c:dPt>
            <c:idx val="0"/>
            <c:invertIfNegative val="0"/>
            <c:spPr>
              <a:solidFill xmlns:a="http://schemas.openxmlformats.org/drawingml/2006/main">
                <a:srgbClr val="149780"/>
              </a:solidFill>
            </c:spPr>
          </c:dPt>
          <c:dPt>
            <c:idx val="1"/>
            <c:invertIfNegative val="0"/>
            <c:spPr>
              <a:solidFill xmlns:a="http://schemas.openxmlformats.org/drawingml/2006/main">
                <a:srgbClr val="6554D9"/>
              </a:solidFill>
            </c:spPr>
          </c:dPt>
          <c:cat>
            <c:strRef>
              <c:f>'Chart Data'!$A$2:$A$3</c:f>
              <c:strCache>
                <c:ptCount val="2"/>
                <c:pt idx="0">
                  <c:v>2022년</c:v>
                </c:pt>
                <c:pt idx="1">
                  <c:v>2023년</c:v>
                </c:pt>
              </c:strCache>
            </c:strRef>
          </c:cat>
          <c:val>
            <c:numRef>
              <c:f>'Chart Data'!$B$2:$B$3</c:f>
              <c:numCache>
                <c:formatCode>0.00"일"</c:formatCode>
                <c:ptCount val="2"/>
                <c:pt idx="0">
                  <c:v>1.61</c:v>
                </c:pt>
                <c:pt idx="1">
                  <c:v>1.84</c:v>
                </c:pt>
              </c:numCache>
            </c:numRef>
          </c:val>
        </c:ser>
        <c:dLbls>
          <c:numFmt formatCode="0.00&quot;일&quot;" sourceLinked="0"/>
          <c:txPr>
            <a:bodyPr xmlns:a="http://schemas.openxmlformats.org/drawingml/2006/main" anchorCtr="1"/>
            <a:lstStyle xmlns:a="http://schemas.openxmlformats.org/drawingml/2006/main"/>
            <a:p xmlns:a="http://schemas.openxmlformats.org/drawingml/2006/main">
              <a:pPr>
                <a:defRPr sz="1650" b="1">
                  <a:solidFill>
                    <a:srgbClr val="192035"/>
                  </a:solidFil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tickLblPos val="nextTo"/>
        <c:tickLblSkip val="1"/>
        <c:spPr>
          <a:ln xmlns:a="http://schemas.openxmlformats.org/drawingml/2006/main" w="9525">
            <a:solidFill>
              <a:srgbClr val="CCC8DF"/>
            </a:solidFill>
          </a:ln>
        </c:spPr>
        <c:txPr>
          <a:bodyPr xmlns:a="http://schemas.openxmlformats.org/drawingml/2006/main" anchorCtr="1"/>
          <a:lstStyle xmlns:a="http://schemas.openxmlformats.org/drawingml/2006/main"/>
          <a:p xmlns:a="http://schemas.openxmlformats.org/drawingml/2006/main">
            <a:pPr>
              <a:defRPr sz="1500">
                <a:solidFill>
                  <a:srgbClr val="192035"/>
                </a:solidFill>
              </a:defRPr>
            </a:pPr>
          </a:p>
        </c:txPr>
        <c:crossAx val="48672768"/>
      </c:catAx>
      <c:valAx>
        <c:axId val="48672768"/>
        <c:scaling>
          <c:orientation val="minMax"/>
          <c:max val="2.3"/>
          <c:min val="0"/>
        </c:scaling>
        <c:delete val="1"/>
        <c:axPos val="l"/>
        <c:numFmt formatCode="0.00&quot;일&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738096"/>
                </a:solidFil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상대 결제 오즈</c:v>
          </c:tx>
          <c:spPr>
            <a:solidFill xmlns:a="http://schemas.openxmlformats.org/drawingml/2006/main">
              <a:srgbClr val="A3ADBF"/>
            </a:solidFill>
          </c:spPr>
          <c:invertIfNegative val="0"/>
          <c:dPt>
            <c:idx val="0"/>
            <c:invertIfNegative val="0"/>
            <c:spPr>
              <a:solidFill xmlns:a="http://schemas.openxmlformats.org/drawingml/2006/main">
                <a:srgbClr val="A3ADBF"/>
              </a:solidFill>
            </c:spPr>
          </c:dPt>
          <c:dPt>
            <c:idx val="1"/>
            <c:invertIfNegative val="0"/>
            <c:spPr>
              <a:solidFill xmlns:a="http://schemas.openxmlformats.org/drawingml/2006/main">
                <a:srgbClr val="6554D9"/>
              </a:solidFill>
            </c:spPr>
          </c:dPt>
          <c:cat>
            <c:strRef>
              <c:f>'Chart Data'!$A$2:$A$3</c:f>
              <c:strCache>
                <c:ptCount val="2"/>
                <c:pt idx="0">
                  <c:v>2022년 기준</c:v>
                </c:pt>
                <c:pt idx="1">
                  <c:v>2023년</c:v>
                </c:pt>
              </c:strCache>
            </c:strRef>
          </c:cat>
          <c:val>
            <c:numRef>
              <c:f>'Chart Data'!$B$2:$B$3</c:f>
              <c:numCache>
                <c:formatCode>0.00</c:formatCode>
                <c:ptCount val="2"/>
                <c:pt idx="0">
                  <c:v>1</c:v>
                </c:pt>
                <c:pt idx="1">
                  <c:v>0.3738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192035"/>
                  </a:solidFil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tickLblPos val="nextTo"/>
        <c:tickLblSkip val="1"/>
        <c:spPr>
          <a:ln xmlns:a="http://schemas.openxmlformats.org/drawingml/2006/main" w="9525">
            <a:solidFill>
              <a:srgbClr val="CCC8DF"/>
            </a:solidFill>
          </a:ln>
        </c:spPr>
        <c:txPr>
          <a:bodyPr xmlns:a="http://schemas.openxmlformats.org/drawingml/2006/main" anchorCtr="1"/>
          <a:lstStyle xmlns:a="http://schemas.openxmlformats.org/drawingml/2006/main"/>
          <a:p xmlns:a="http://schemas.openxmlformats.org/drawingml/2006/main">
            <a:pPr>
              <a:defRPr sz="1500">
                <a:solidFill>
                  <a:srgbClr val="192035"/>
                </a:solidFill>
              </a:defRPr>
            </a:pPr>
          </a:p>
        </c:txPr>
        <c:crossAx val="48672768"/>
      </c:catAx>
      <c:valAx>
        <c:axId val="48672768"/>
        <c:scaling>
          <c:orientation val="minMax"/>
          <c:max val="1.25"/>
          <c:min val="0"/>
        </c:scaling>
        <c:delete val="1"/>
        <c:axPos val="l"/>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738096"/>
                </a:solidFil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C42D99E-8AB8-4293-9686-A6FBDB7C0378}"/>
              </a:ext>
            </a:extLst>
          </p:cNvPr>
          <p:cNvPicPr>
            <a:picLocks xmlns:a="http://schemas.openxmlformats.org/drawingml/2006/main" noChangeAspect="1"/>
          </p:cNvPicPr>
          <p:nvPr/>
        </p:nvPicPr>
        <p:blipFill>
          <a:blip xmlns:r="http://schemas.openxmlformats.org/officeDocument/2006/relationships" xmlns:a="http://schemas.openxmlformats.org/drawingml/2006/main" r:embed="R20939ec40dac40f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공유오피스">
            <a:extLst xmlns:a="http://schemas.openxmlformats.org/drawingml/2006/main">
              <a:ext uri="{FF2B5EF4-FFF2-40B4-BE49-F238E27FC236}">
                <a16:creationId xmlns:a16="http://schemas.microsoft.com/office/drawing/2014/main" id="{36D645D6-772B-4CF4-8023-2DB76A937CA5}"/>
              </a:ext>
            </a:extLst>
          </p:cNvPr>
          <p:cNvSpPr>
            <a:spLocks xmlns:a="http://schemas.openxmlformats.org/drawingml/2006/main" noGrp="1"/>
          </p:cNvSpPr>
          <p:nvPr/>
        </p:nvSpPr>
        <p:spPr>
          <a:xfrm xmlns:a="http://schemas.openxmlformats.org/drawingml/2006/main">
            <a:off x="1000125" y="1885950"/>
            <a:ext cx="10191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350" b="1">
                <a:solidFill>
                  <a:srgbClr val="192035"/>
                </a:solidFill>
                <a:latin typeface="Noto Sans KR"/>
                <a:ea typeface="Noto Sans KR"/>
                <a:cs typeface="Noto Sans KR"/>
              </a:defRPr>
            </a:defPPr>
            <a:lvl1pPr algn="ctr">
              <a:defRPr sz="4350" b="1">
                <a:solidFill>
                  <a:srgbClr val="192035"/>
                </a:solidFill>
                <a:latin typeface="Noto Sans KR"/>
                <a:ea typeface="Noto Sans KR"/>
                <a:cs typeface="Noto Sans KR"/>
              </a:defRPr>
            </a:lvl1pPr>
            <a:lvl2pPr algn="ctr">
              <a:defRPr sz="4350" b="1">
                <a:solidFill>
                  <a:srgbClr val="192035"/>
                </a:solidFill>
                <a:latin typeface="Noto Sans KR"/>
                <a:ea typeface="Noto Sans KR"/>
                <a:cs typeface="Noto Sans KR"/>
              </a:defRPr>
            </a:lvl2pPr>
            <a:lvl3pPr algn="ctr">
              <a:defRPr sz="4350" b="1">
                <a:solidFill>
                  <a:srgbClr val="192035"/>
                </a:solidFill>
                <a:latin typeface="Noto Sans KR"/>
                <a:ea typeface="Noto Sans KR"/>
                <a:cs typeface="Noto Sans KR"/>
              </a:defRPr>
            </a:lvl3pPr>
            <a:lvl4pPr algn="ctr">
              <a:defRPr sz="4350" b="1">
                <a:solidFill>
                  <a:srgbClr val="192035"/>
                </a:solidFill>
                <a:latin typeface="Noto Sans KR"/>
                <a:ea typeface="Noto Sans KR"/>
                <a:cs typeface="Noto Sans KR"/>
              </a:defRPr>
            </a:lvl4pPr>
            <a:lvl5pPr algn="ctr">
              <a:defRPr sz="4350" b="1">
                <a:solidFill>
                  <a:srgbClr val="192035"/>
                </a:solidFill>
                <a:latin typeface="Noto Sans KR"/>
                <a:ea typeface="Noto Sans KR"/>
                <a:cs typeface="Noto Sans KR"/>
              </a:defRPr>
            </a:lvl5pPr>
            <a:lvl6pPr algn="ctr">
              <a:defRPr sz="4350" b="1">
                <a:solidFill>
                  <a:srgbClr val="192035"/>
                </a:solidFill>
                <a:latin typeface="Noto Sans KR"/>
                <a:ea typeface="Noto Sans KR"/>
                <a:cs typeface="Noto Sans KR"/>
              </a:defRPr>
            </a:lvl6pPr>
            <a:lvl7pPr algn="ctr">
              <a:defRPr sz="4350" b="1">
                <a:solidFill>
                  <a:srgbClr val="192035"/>
                </a:solidFill>
                <a:latin typeface="Noto Sans KR"/>
                <a:ea typeface="Noto Sans KR"/>
                <a:cs typeface="Noto Sans KR"/>
              </a:defRPr>
            </a:lvl7pPr>
            <a:lvl8pPr algn="ctr">
              <a:defRPr sz="4350" b="1">
                <a:solidFill>
                  <a:srgbClr val="192035"/>
                </a:solidFill>
                <a:latin typeface="Noto Sans KR"/>
                <a:ea typeface="Noto Sans KR"/>
                <a:cs typeface="Noto Sans KR"/>
              </a:defRPr>
            </a:lvl8pPr>
            <a:lvl9pPr algn="ctr">
              <a:defRPr sz="4350" b="1">
                <a:solidFill>
                  <a:srgbClr val="192035"/>
                </a:solidFill>
                <a:latin typeface="Noto Sans KR"/>
                <a:ea typeface="Noto Sans KR"/>
                <a:cs typeface="Noto Sans KR"/>
              </a:defRPr>
            </a:lvl9pPr>
          </a:lstStyle>
          <a:p xmlns:a="http://schemas.openxmlformats.org/drawingml/2006/main">
            <a:pPr algn="ctr">
              <a:defRPr sz="4800" b="1">
                <a:solidFill>
                  <a:srgbClr val="F1F5F9"/>
                </a:solidFill>
                <a:latin typeface="Noto Sans KR"/>
                <a:ea typeface="Noto Sans KR"/>
                <a:cs typeface="Noto Sans KR"/>
              </a:defRPr>
            </a:pPr>
            <a:r>
              <a:rPr sz="4350" b="1">
                <a:solidFill>
                  <a:srgbClr val="192035"/>
                </a:solidFill>
                <a:latin typeface="Noto Sans KR"/>
                <a:ea typeface="Noto Sans KR"/>
                <a:cs typeface="Noto Sans KR"/>
              </a:rPr>
              <a:t>공유오피스 3일 무료체험</a:t>
            </a:r>
          </a:p>
        </p:txBody>
      </p:sp>
      <p:sp>
        <p:nvSpPr>
          <p:cNvPr id="4" name="결제율 하락 분석">
            <a:extLst xmlns:a="http://schemas.openxmlformats.org/drawingml/2006/main">
              <a:ext uri="{FF2B5EF4-FFF2-40B4-BE49-F238E27FC236}">
                <a16:creationId xmlns:a16="http://schemas.microsoft.com/office/drawing/2014/main" id="{87FECDFE-79E7-4C90-8F1A-1DD056F7DBE8}"/>
              </a:ext>
            </a:extLst>
          </p:cNvPr>
          <p:cNvSpPr>
            <a:spLocks xmlns:a="http://schemas.openxmlformats.org/drawingml/2006/main" noGrp="1"/>
          </p:cNvSpPr>
          <p:nvPr/>
        </p:nvSpPr>
        <p:spPr>
          <a:xfrm xmlns:a="http://schemas.openxmlformats.org/drawingml/2006/main">
            <a:off x="1000125" y="2733675"/>
            <a:ext cx="10191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800" b="1">
                <a:solidFill>
                  <a:srgbClr val="192035"/>
                </a:solidFill>
                <a:latin typeface="Noto Sans KR"/>
                <a:ea typeface="Noto Sans KR"/>
                <a:cs typeface="Noto Sans KR"/>
              </a:defRPr>
            </a:defPPr>
            <a:lvl1pPr algn="ctr">
              <a:defRPr sz="4800" b="1">
                <a:solidFill>
                  <a:srgbClr val="192035"/>
                </a:solidFill>
                <a:latin typeface="Noto Sans KR"/>
                <a:ea typeface="Noto Sans KR"/>
                <a:cs typeface="Noto Sans KR"/>
              </a:defRPr>
            </a:lvl1pPr>
            <a:lvl2pPr algn="ctr">
              <a:defRPr sz="4800" b="1">
                <a:solidFill>
                  <a:srgbClr val="192035"/>
                </a:solidFill>
                <a:latin typeface="Noto Sans KR"/>
                <a:ea typeface="Noto Sans KR"/>
                <a:cs typeface="Noto Sans KR"/>
              </a:defRPr>
            </a:lvl2pPr>
            <a:lvl3pPr algn="ctr">
              <a:defRPr sz="4800" b="1">
                <a:solidFill>
                  <a:srgbClr val="192035"/>
                </a:solidFill>
                <a:latin typeface="Noto Sans KR"/>
                <a:ea typeface="Noto Sans KR"/>
                <a:cs typeface="Noto Sans KR"/>
              </a:defRPr>
            </a:lvl3pPr>
            <a:lvl4pPr algn="ctr">
              <a:defRPr sz="4800" b="1">
                <a:solidFill>
                  <a:srgbClr val="192035"/>
                </a:solidFill>
                <a:latin typeface="Noto Sans KR"/>
                <a:ea typeface="Noto Sans KR"/>
                <a:cs typeface="Noto Sans KR"/>
              </a:defRPr>
            </a:lvl4pPr>
            <a:lvl5pPr algn="ctr">
              <a:defRPr sz="4800" b="1">
                <a:solidFill>
                  <a:srgbClr val="192035"/>
                </a:solidFill>
                <a:latin typeface="Noto Sans KR"/>
                <a:ea typeface="Noto Sans KR"/>
                <a:cs typeface="Noto Sans KR"/>
              </a:defRPr>
            </a:lvl5pPr>
            <a:lvl6pPr algn="ctr">
              <a:defRPr sz="4800" b="1">
                <a:solidFill>
                  <a:srgbClr val="192035"/>
                </a:solidFill>
                <a:latin typeface="Noto Sans KR"/>
                <a:ea typeface="Noto Sans KR"/>
                <a:cs typeface="Noto Sans KR"/>
              </a:defRPr>
            </a:lvl6pPr>
            <a:lvl7pPr algn="ctr">
              <a:defRPr sz="4800" b="1">
                <a:solidFill>
                  <a:srgbClr val="192035"/>
                </a:solidFill>
                <a:latin typeface="Noto Sans KR"/>
                <a:ea typeface="Noto Sans KR"/>
                <a:cs typeface="Noto Sans KR"/>
              </a:defRPr>
            </a:lvl7pPr>
            <a:lvl8pPr algn="ctr">
              <a:defRPr sz="4800" b="1">
                <a:solidFill>
                  <a:srgbClr val="192035"/>
                </a:solidFill>
                <a:latin typeface="Noto Sans KR"/>
                <a:ea typeface="Noto Sans KR"/>
                <a:cs typeface="Noto Sans KR"/>
              </a:defRPr>
            </a:lvl8pPr>
            <a:lvl9pPr algn="ctr">
              <a:defRPr sz="4800" b="1">
                <a:solidFill>
                  <a:srgbClr val="192035"/>
                </a:solidFill>
                <a:latin typeface="Noto Sans KR"/>
                <a:ea typeface="Noto Sans KR"/>
                <a:cs typeface="Noto Sans KR"/>
              </a:defRPr>
            </a:lvl9pPr>
          </a:lstStyle>
          <a:p xmlns:a="http://schemas.openxmlformats.org/drawingml/2006/main">
            <a:pPr algn="ctr">
              <a:defRPr sz="4800" b="1">
                <a:solidFill>
                  <a:srgbClr val="F1F5F9"/>
                </a:solidFill>
                <a:latin typeface="Noto Sans KR"/>
                <a:ea typeface="Noto Sans KR"/>
                <a:cs typeface="Noto Sans KR"/>
              </a:defRPr>
            </a:pPr>
            <a:r>
              <a:rPr sz="4800" b="1">
                <a:solidFill>
                  <a:srgbClr val="192035"/>
                </a:solidFill>
                <a:latin typeface="Noto Sans KR"/>
                <a:ea typeface="Noto Sans KR"/>
                <a:cs typeface="Noto Sans KR"/>
              </a:rPr>
              <a:t>결제율 하락 분석</a:t>
            </a:r>
          </a:p>
        </p:txBody>
      </p:sp>
      <p:sp>
        <p:nvSpPr>
          <p:cNvPr id="5" name="">
            <a:extLst xmlns:a="http://schemas.openxmlformats.org/drawingml/2006/main">
              <a:ext uri="{FF2B5EF4-FFF2-40B4-BE49-F238E27FC236}">
                <a16:creationId xmlns:a16="http://schemas.microsoft.com/office/drawing/2014/main" id="{B5E87662-0A71-468E-897E-B464F79A8C08}"/>
              </a:ext>
            </a:extLst>
          </p:cNvPr>
          <p:cNvSpPr>
            <a:spLocks xmlns:a="http://schemas.openxmlformats.org/drawingml/2006/main" noGrp="1"/>
          </p:cNvSpPr>
          <p:nvPr/>
        </p:nvSpPr>
        <p:spPr>
          <a:xfrm xmlns:a="http://schemas.openxmlformats.org/drawingml/2006/main">
            <a:off x="2181225" y="4000500"/>
            <a:ext cx="7829550" cy="581025"/>
          </a:xfrm>
          <a:prstGeom xmlns:a="http://schemas.openxmlformats.org/drawingml/2006/main" prst="roundRect">
            <a:avLst>
              <a:gd name="adj" fmla="val 49180"/>
            </a:avLst>
          </a:prstGeom>
          <a:solidFill xmlns:a="http://schemas.openxmlformats.org/drawingml/2006/main">
            <a:srgbClr val="D5F0EE"/>
          </a:solidFill>
          <a:ln xmlns:a="http://schemas.openxmlformats.org/drawingml/2006/main" w="14288">
            <a:solidFill>
              <a:srgbClr val="CCC8DF"/>
            </a:solidFill>
            <a:prstDash val="solid"/>
          </a:ln>
        </p:spPr>
      </p:sp>
      <p:sp>
        <p:nvSpPr>
          <p:cNvPr id="6" name="체험 고객의 행동 분석과 후속 검증 제안">
            <a:extLst xmlns:a="http://schemas.openxmlformats.org/drawingml/2006/main">
              <a:ext uri="{FF2B5EF4-FFF2-40B4-BE49-F238E27FC236}">
                <a16:creationId xmlns:a16="http://schemas.microsoft.com/office/drawing/2014/main" id="{38503FF0-B406-4EDF-85EB-52DE2ECB0037}"/>
              </a:ext>
            </a:extLst>
          </p:cNvPr>
          <p:cNvSpPr>
            <a:spLocks xmlns:a="http://schemas.openxmlformats.org/drawingml/2006/main" noGrp="1"/>
          </p:cNvSpPr>
          <p:nvPr/>
        </p:nvSpPr>
        <p:spPr>
          <a:xfrm xmlns:a="http://schemas.openxmlformats.org/drawingml/2006/main">
            <a:off x="2371725" y="4057650"/>
            <a:ext cx="7448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92035"/>
                </a:solidFill>
                <a:latin typeface="Noto Sans KR"/>
                <a:ea typeface="Noto Sans KR"/>
                <a:cs typeface="Noto Sans KR"/>
              </a:defRPr>
            </a:defPPr>
            <a:lvl1pPr algn="ctr">
              <a:defRPr sz="2025" b="1">
                <a:solidFill>
                  <a:srgbClr val="192035"/>
                </a:solidFill>
                <a:latin typeface="Noto Sans KR"/>
                <a:ea typeface="Noto Sans KR"/>
                <a:cs typeface="Noto Sans KR"/>
              </a:defRPr>
            </a:lvl1pPr>
            <a:lvl2pPr algn="ctr">
              <a:defRPr sz="2025" b="1">
                <a:solidFill>
                  <a:srgbClr val="192035"/>
                </a:solidFill>
                <a:latin typeface="Noto Sans KR"/>
                <a:ea typeface="Noto Sans KR"/>
                <a:cs typeface="Noto Sans KR"/>
              </a:defRPr>
            </a:lvl2pPr>
            <a:lvl3pPr algn="ctr">
              <a:defRPr sz="2025" b="1">
                <a:solidFill>
                  <a:srgbClr val="192035"/>
                </a:solidFill>
                <a:latin typeface="Noto Sans KR"/>
                <a:ea typeface="Noto Sans KR"/>
                <a:cs typeface="Noto Sans KR"/>
              </a:defRPr>
            </a:lvl3pPr>
            <a:lvl4pPr algn="ctr">
              <a:defRPr sz="2025" b="1">
                <a:solidFill>
                  <a:srgbClr val="192035"/>
                </a:solidFill>
                <a:latin typeface="Noto Sans KR"/>
                <a:ea typeface="Noto Sans KR"/>
                <a:cs typeface="Noto Sans KR"/>
              </a:defRPr>
            </a:lvl4pPr>
            <a:lvl5pPr algn="ctr">
              <a:defRPr sz="2025" b="1">
                <a:solidFill>
                  <a:srgbClr val="192035"/>
                </a:solidFill>
                <a:latin typeface="Noto Sans KR"/>
                <a:ea typeface="Noto Sans KR"/>
                <a:cs typeface="Noto Sans KR"/>
              </a:defRPr>
            </a:lvl5pPr>
            <a:lvl6pPr algn="ctr">
              <a:defRPr sz="2025" b="1">
                <a:solidFill>
                  <a:srgbClr val="192035"/>
                </a:solidFill>
                <a:latin typeface="Noto Sans KR"/>
                <a:ea typeface="Noto Sans KR"/>
                <a:cs typeface="Noto Sans KR"/>
              </a:defRPr>
            </a:lvl6pPr>
            <a:lvl7pPr algn="ctr">
              <a:defRPr sz="2025" b="1">
                <a:solidFill>
                  <a:srgbClr val="192035"/>
                </a:solidFill>
                <a:latin typeface="Noto Sans KR"/>
                <a:ea typeface="Noto Sans KR"/>
                <a:cs typeface="Noto Sans KR"/>
              </a:defRPr>
            </a:lvl7pPr>
            <a:lvl8pPr algn="ctr">
              <a:defRPr sz="2025" b="1">
                <a:solidFill>
                  <a:srgbClr val="192035"/>
                </a:solidFill>
                <a:latin typeface="Noto Sans KR"/>
                <a:ea typeface="Noto Sans KR"/>
                <a:cs typeface="Noto Sans KR"/>
              </a:defRPr>
            </a:lvl8pPr>
            <a:lvl9pPr algn="ctr">
              <a:defRPr sz="2025" b="1">
                <a:solidFill>
                  <a:srgbClr val="192035"/>
                </a:solidFill>
                <a:latin typeface="Noto Sans KR"/>
                <a:ea typeface="Noto Sans KR"/>
                <a:cs typeface="Noto Sans KR"/>
              </a:defRPr>
            </a:lvl9pPr>
          </a:lstStyle>
          <a:p xmlns:a="http://schemas.openxmlformats.org/drawingml/2006/main">
            <a:pPr algn="ctr">
              <a:defRPr sz="2100" b="1">
                <a:solidFill>
                  <a:srgbClr val="F1F5F9"/>
                </a:solidFill>
                <a:latin typeface="Noto Sans KR"/>
                <a:ea typeface="Noto Sans KR"/>
                <a:cs typeface="Noto Sans KR"/>
              </a:defRPr>
            </a:pPr>
            <a:r>
              <a:rPr sz="2025" b="1">
                <a:solidFill>
                  <a:srgbClr val="192035"/>
                </a:solidFill>
                <a:latin typeface="Noto Sans KR"/>
                <a:ea typeface="Noto Sans KR"/>
                <a:cs typeface="Noto Sans KR"/>
              </a:rPr>
              <a:t>행동 분석을 바탕으로 투표·실험·CRM 제안</a:t>
            </a:r>
          </a:p>
        </p:txBody>
      </p:sp>
      <p:sp>
        <p:nvSpPr>
          <p:cNvPr id="7" name="비교 대상: 2022·2023년 11~12월 체험 고객">
            <a:extLst xmlns:a="http://schemas.openxmlformats.org/drawingml/2006/main">
              <a:ext uri="{FF2B5EF4-FFF2-40B4-BE49-F238E27FC236}">
                <a16:creationId xmlns:a16="http://schemas.microsoft.com/office/drawing/2014/main" id="{58B1A8B2-FC7A-4770-8BA2-B694C2B29B40}"/>
              </a:ext>
            </a:extLst>
          </p:cNvPr>
          <p:cNvSpPr>
            <a:spLocks xmlns:a="http://schemas.openxmlformats.org/drawingml/2006/main" noGrp="1"/>
          </p:cNvSpPr>
          <p:nvPr/>
        </p:nvSpPr>
        <p:spPr>
          <a:xfrm xmlns:a="http://schemas.openxmlformats.org/drawingml/2006/main">
            <a:off x="1047750" y="525780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738096"/>
                </a:solidFill>
                <a:latin typeface="Noto Sans KR"/>
                <a:ea typeface="Noto Sans KR"/>
                <a:cs typeface="Noto Sans KR"/>
              </a:defRPr>
            </a:defPPr>
            <a:lvl1pPr algn="ctr">
              <a:defRPr sz="1650" b="0">
                <a:solidFill>
                  <a:srgbClr val="738096"/>
                </a:solidFill>
                <a:latin typeface="Noto Sans KR"/>
                <a:ea typeface="Noto Sans KR"/>
                <a:cs typeface="Noto Sans KR"/>
              </a:defRPr>
            </a:lvl1pPr>
            <a:lvl2pPr algn="ctr">
              <a:defRPr sz="1650" b="0">
                <a:solidFill>
                  <a:srgbClr val="738096"/>
                </a:solidFill>
                <a:latin typeface="Noto Sans KR"/>
                <a:ea typeface="Noto Sans KR"/>
                <a:cs typeface="Noto Sans KR"/>
              </a:defRPr>
            </a:lvl2pPr>
            <a:lvl3pPr algn="ctr">
              <a:defRPr sz="1650" b="0">
                <a:solidFill>
                  <a:srgbClr val="738096"/>
                </a:solidFill>
                <a:latin typeface="Noto Sans KR"/>
                <a:ea typeface="Noto Sans KR"/>
                <a:cs typeface="Noto Sans KR"/>
              </a:defRPr>
            </a:lvl3pPr>
            <a:lvl4pPr algn="ctr">
              <a:defRPr sz="1650" b="0">
                <a:solidFill>
                  <a:srgbClr val="738096"/>
                </a:solidFill>
                <a:latin typeface="Noto Sans KR"/>
                <a:ea typeface="Noto Sans KR"/>
                <a:cs typeface="Noto Sans KR"/>
              </a:defRPr>
            </a:lvl4pPr>
            <a:lvl5pPr algn="ctr">
              <a:defRPr sz="1650" b="0">
                <a:solidFill>
                  <a:srgbClr val="738096"/>
                </a:solidFill>
                <a:latin typeface="Noto Sans KR"/>
                <a:ea typeface="Noto Sans KR"/>
                <a:cs typeface="Noto Sans KR"/>
              </a:defRPr>
            </a:lvl5pPr>
            <a:lvl6pPr algn="ctr">
              <a:defRPr sz="1650" b="0">
                <a:solidFill>
                  <a:srgbClr val="738096"/>
                </a:solidFill>
                <a:latin typeface="Noto Sans KR"/>
                <a:ea typeface="Noto Sans KR"/>
                <a:cs typeface="Noto Sans KR"/>
              </a:defRPr>
            </a:lvl6pPr>
            <a:lvl7pPr algn="ctr">
              <a:defRPr sz="1650" b="0">
                <a:solidFill>
                  <a:srgbClr val="738096"/>
                </a:solidFill>
                <a:latin typeface="Noto Sans KR"/>
                <a:ea typeface="Noto Sans KR"/>
                <a:cs typeface="Noto Sans KR"/>
              </a:defRPr>
            </a:lvl7pPr>
            <a:lvl8pPr algn="ctr">
              <a:defRPr sz="1650" b="0">
                <a:solidFill>
                  <a:srgbClr val="738096"/>
                </a:solidFill>
                <a:latin typeface="Noto Sans KR"/>
                <a:ea typeface="Noto Sans KR"/>
                <a:cs typeface="Noto Sans KR"/>
              </a:defRPr>
            </a:lvl8pPr>
            <a:lvl9pPr algn="ctr">
              <a:defRPr sz="1650" b="0">
                <a:solidFill>
                  <a:srgbClr val="738096"/>
                </a:solidFill>
                <a:latin typeface="Noto Sans KR"/>
                <a:ea typeface="Noto Sans KR"/>
                <a:cs typeface="Noto Sans KR"/>
              </a:defRPr>
            </a:lvl9pPr>
          </a:lstStyle>
          <a:p xmlns:a="http://schemas.openxmlformats.org/drawingml/2006/main">
            <a:pPr algn="ctr">
              <a:defRPr sz="1650" b="0">
                <a:solidFill>
                  <a:srgbClr val="BAC5D8"/>
                </a:solidFill>
                <a:latin typeface="Noto Sans KR"/>
                <a:ea typeface="Noto Sans KR"/>
                <a:cs typeface="Noto Sans KR"/>
              </a:defRPr>
            </a:pPr>
            <a:r>
              <a:rPr sz="1650" b="0">
                <a:solidFill>
                  <a:srgbClr val="738096"/>
                </a:solidFill>
                <a:latin typeface="Noto Sans KR"/>
                <a:ea typeface="Noto Sans KR"/>
                <a:cs typeface="Noto Sans KR"/>
              </a:rPr>
              <a:t>비교 대상: 2022·2023년 11~12월 체험 고객</a:t>
            </a:r>
          </a:p>
        </p:txBody>
      </p:sp>
      <p:sp>
        <p:nvSpPr>
          <p:cNvPr id="8" name="3팀 공동 수행">
            <a:extLst xmlns:a="http://schemas.openxmlformats.org/drawingml/2006/main">
              <a:ext uri="{FF2B5EF4-FFF2-40B4-BE49-F238E27FC236}">
                <a16:creationId xmlns:a16="http://schemas.microsoft.com/office/drawing/2014/main" id="{22F193A9-5AAD-4C80-8D6D-92C8AEAE6920}"/>
              </a:ext>
            </a:extLst>
          </p:cNvPr>
          <p:cNvSpPr>
            <a:spLocks xmlns:a="http://schemas.openxmlformats.org/drawingml/2006/main" noGrp="1"/>
          </p:cNvSpPr>
          <p:nvPr/>
        </p:nvSpPr>
        <p:spPr>
          <a:xfrm xmlns:a="http://schemas.openxmlformats.org/drawingml/2006/main">
            <a:off x="1047750" y="5734050"/>
            <a:ext cx="1009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738096"/>
                </a:solidFill>
                <a:latin typeface="Noto Sans KR"/>
                <a:ea typeface="Noto Sans KR"/>
                <a:cs typeface="Noto Sans KR"/>
              </a:defRPr>
            </a:defPPr>
            <a:lvl1pPr algn="ctr">
              <a:defRPr sz="1500" b="0">
                <a:solidFill>
                  <a:srgbClr val="738096"/>
                </a:solidFill>
                <a:latin typeface="Noto Sans KR"/>
                <a:ea typeface="Noto Sans KR"/>
                <a:cs typeface="Noto Sans KR"/>
              </a:defRPr>
            </a:lvl1pPr>
            <a:lvl2pPr algn="ctr">
              <a:defRPr sz="1500" b="0">
                <a:solidFill>
                  <a:srgbClr val="738096"/>
                </a:solidFill>
                <a:latin typeface="Noto Sans KR"/>
                <a:ea typeface="Noto Sans KR"/>
                <a:cs typeface="Noto Sans KR"/>
              </a:defRPr>
            </a:lvl2pPr>
            <a:lvl3pPr algn="ctr">
              <a:defRPr sz="1500" b="0">
                <a:solidFill>
                  <a:srgbClr val="738096"/>
                </a:solidFill>
                <a:latin typeface="Noto Sans KR"/>
                <a:ea typeface="Noto Sans KR"/>
                <a:cs typeface="Noto Sans KR"/>
              </a:defRPr>
            </a:lvl3pPr>
            <a:lvl4pPr algn="ctr">
              <a:defRPr sz="1500" b="0">
                <a:solidFill>
                  <a:srgbClr val="738096"/>
                </a:solidFill>
                <a:latin typeface="Noto Sans KR"/>
                <a:ea typeface="Noto Sans KR"/>
                <a:cs typeface="Noto Sans KR"/>
              </a:defRPr>
            </a:lvl4pPr>
            <a:lvl5pPr algn="ctr">
              <a:defRPr sz="1500" b="0">
                <a:solidFill>
                  <a:srgbClr val="738096"/>
                </a:solidFill>
                <a:latin typeface="Noto Sans KR"/>
                <a:ea typeface="Noto Sans KR"/>
                <a:cs typeface="Noto Sans KR"/>
              </a:defRPr>
            </a:lvl5pPr>
            <a:lvl6pPr algn="ctr">
              <a:defRPr sz="1500" b="0">
                <a:solidFill>
                  <a:srgbClr val="738096"/>
                </a:solidFill>
                <a:latin typeface="Noto Sans KR"/>
                <a:ea typeface="Noto Sans KR"/>
                <a:cs typeface="Noto Sans KR"/>
              </a:defRPr>
            </a:lvl6pPr>
            <a:lvl7pPr algn="ctr">
              <a:defRPr sz="1500" b="0">
                <a:solidFill>
                  <a:srgbClr val="738096"/>
                </a:solidFill>
                <a:latin typeface="Noto Sans KR"/>
                <a:ea typeface="Noto Sans KR"/>
                <a:cs typeface="Noto Sans KR"/>
              </a:defRPr>
            </a:lvl7pPr>
            <a:lvl8pPr algn="ctr">
              <a:defRPr sz="1500" b="0">
                <a:solidFill>
                  <a:srgbClr val="738096"/>
                </a:solidFill>
                <a:latin typeface="Noto Sans KR"/>
                <a:ea typeface="Noto Sans KR"/>
                <a:cs typeface="Noto Sans KR"/>
              </a:defRPr>
            </a:lvl8pPr>
            <a:lvl9pPr algn="ctr">
              <a:defRPr sz="1500" b="0">
                <a:solidFill>
                  <a:srgbClr val="738096"/>
                </a:solidFill>
                <a:latin typeface="Noto Sans KR"/>
                <a:ea typeface="Noto Sans KR"/>
                <a:cs typeface="Noto Sans KR"/>
              </a:defRPr>
            </a:lvl9pPr>
          </a:lstStyle>
          <a:p xmlns:a="http://schemas.openxmlformats.org/drawingml/2006/main">
            <a:pPr algn="ctr">
              <a:defRPr sz="1500" b="0">
                <a:solidFill>
                  <a:srgbClr val="BAC5D8"/>
                </a:solidFill>
                <a:latin typeface="Noto Sans KR"/>
                <a:ea typeface="Noto Sans KR"/>
                <a:cs typeface="Noto Sans KR"/>
              </a:defRPr>
            </a:pPr>
            <a:r>
              <a:rPr sz="1500" b="0">
                <a:solidFill>
                  <a:srgbClr val="738096"/>
                </a:solidFill>
                <a:latin typeface="Noto Sans KR"/>
                <a:ea typeface="Noto Sans KR"/>
                <a:cs typeface="Noto Sans KR"/>
              </a:rPr>
              <a:t>2인 공동 수행 · 문제 정의부터 분석·제안까지 전 과정 협업</a:t>
            </a:r>
          </a:p>
        </p:txBody>
      </p:sp>
    </p:spTree>
    <p:extLst>
      <p:ext uri="{BB962C8B-B14F-4D97-AF65-F5344CB8AC3E}">
        <p14:creationId xmlns:p14="http://schemas.microsoft.com/office/powerpoint/2010/main" val="990950764"/>
      </p:ext>
    </p:extLst>
  </p:cSld>
</p:sld>
</file>

<file path=ppt/slides/slide2.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68D9CFE-20D7-44E6-A83D-1A23EFAF6BAF}"/>
              </a:ext>
            </a:extLst>
          </p:cNvPr>
          <p:cNvPicPr>
            <a:picLocks xmlns:a="http://schemas.openxmlformats.org/drawingml/2006/main" noChangeAspect="1"/>
          </p:cNvPicPr>
          <p:nvPr/>
        </p:nvPicPr>
        <p:blipFill>
          <a:blip xmlns:r="http://schemas.openxmlformats.org/officeDocument/2006/relationships" xmlns:a="http://schemas.openxmlformats.org/drawingml/2006/main" r:embed="R4939a57a89e2481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전년 동월보다 결제율이 낮아졌다">
            <a:extLst xmlns:a="http://schemas.openxmlformats.org/drawingml/2006/main">
              <a:ext uri="{FF2B5EF4-FFF2-40B4-BE49-F238E27FC236}">
                <a16:creationId xmlns:a16="http://schemas.microsoft.com/office/drawing/2014/main" id="{CB6211DC-3B97-4BC4-8896-AD6558CA05CB}"/>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192035"/>
                </a:solidFill>
                <a:latin typeface="Noto Sans KR"/>
                <a:ea typeface="Noto Sans KR"/>
                <a:cs typeface="Noto Sans KR"/>
              </a:defRPr>
            </a:defPPr>
            <a:lvl1pPr algn="ctr">
              <a:defRPr sz="3000" b="1">
                <a:solidFill>
                  <a:srgbClr val="192035"/>
                </a:solidFill>
                <a:latin typeface="Noto Sans KR"/>
                <a:ea typeface="Noto Sans KR"/>
                <a:cs typeface="Noto Sans KR"/>
              </a:defRPr>
            </a:lvl1pPr>
            <a:lvl2pPr algn="ctr">
              <a:defRPr sz="3000" b="1">
                <a:solidFill>
                  <a:srgbClr val="192035"/>
                </a:solidFill>
                <a:latin typeface="Noto Sans KR"/>
                <a:ea typeface="Noto Sans KR"/>
                <a:cs typeface="Noto Sans KR"/>
              </a:defRPr>
            </a:lvl2pPr>
            <a:lvl3pPr algn="ctr">
              <a:defRPr sz="3000" b="1">
                <a:solidFill>
                  <a:srgbClr val="192035"/>
                </a:solidFill>
                <a:latin typeface="Noto Sans KR"/>
                <a:ea typeface="Noto Sans KR"/>
                <a:cs typeface="Noto Sans KR"/>
              </a:defRPr>
            </a:lvl3pPr>
            <a:lvl4pPr algn="ctr">
              <a:defRPr sz="3000" b="1">
                <a:solidFill>
                  <a:srgbClr val="192035"/>
                </a:solidFill>
                <a:latin typeface="Noto Sans KR"/>
                <a:ea typeface="Noto Sans KR"/>
                <a:cs typeface="Noto Sans KR"/>
              </a:defRPr>
            </a:lvl4pPr>
            <a:lvl5pPr algn="ctr">
              <a:defRPr sz="3000" b="1">
                <a:solidFill>
                  <a:srgbClr val="192035"/>
                </a:solidFill>
                <a:latin typeface="Noto Sans KR"/>
                <a:ea typeface="Noto Sans KR"/>
                <a:cs typeface="Noto Sans KR"/>
              </a:defRPr>
            </a:lvl5pPr>
            <a:lvl6pPr algn="ctr">
              <a:defRPr sz="3000" b="1">
                <a:solidFill>
                  <a:srgbClr val="192035"/>
                </a:solidFill>
                <a:latin typeface="Noto Sans KR"/>
                <a:ea typeface="Noto Sans KR"/>
                <a:cs typeface="Noto Sans KR"/>
              </a:defRPr>
            </a:lvl6pPr>
            <a:lvl7pPr algn="ctr">
              <a:defRPr sz="3000" b="1">
                <a:solidFill>
                  <a:srgbClr val="192035"/>
                </a:solidFill>
                <a:latin typeface="Noto Sans KR"/>
                <a:ea typeface="Noto Sans KR"/>
                <a:cs typeface="Noto Sans KR"/>
              </a:defRPr>
            </a:lvl7pPr>
            <a:lvl8pPr algn="ctr">
              <a:defRPr sz="3000" b="1">
                <a:solidFill>
                  <a:srgbClr val="192035"/>
                </a:solidFill>
                <a:latin typeface="Noto Sans KR"/>
                <a:ea typeface="Noto Sans KR"/>
                <a:cs typeface="Noto Sans KR"/>
              </a:defRPr>
            </a:lvl8pPr>
            <a:lvl9pPr algn="ctr">
              <a:defRPr sz="3000" b="1">
                <a:solidFill>
                  <a:srgbClr val="192035"/>
                </a:solidFill>
                <a:latin typeface="Noto Sans KR"/>
                <a:ea typeface="Noto Sans KR"/>
                <a:cs typeface="Noto Sans KR"/>
              </a:defRPr>
            </a:lvl9pPr>
          </a:lstStyle>
          <a:p xmlns:a="http://schemas.openxmlformats.org/drawingml/2006/main">
            <a:pPr algn="ctr">
              <a:defRPr sz="3000" b="1">
                <a:solidFill>
                  <a:srgbClr val="F1F5F9"/>
                </a:solidFill>
                <a:latin typeface="Noto Sans KR"/>
                <a:ea typeface="Noto Sans KR"/>
                <a:cs typeface="Noto Sans KR"/>
              </a:defRPr>
            </a:pPr>
            <a:r>
              <a:rPr sz="3000" b="1">
                <a:solidFill>
                  <a:srgbClr val="192035"/>
                </a:solidFill>
                <a:latin typeface="Noto Sans KR"/>
                <a:ea typeface="Noto Sans KR"/>
                <a:cs typeface="Noto Sans KR"/>
              </a:rPr>
              <a:t>전년 동월보다 결제율이 낮아졌다</a:t>
            </a:r>
          </a:p>
        </p:txBody>
      </p:sp>
      <p:sp>
        <p:nvSpPr>
          <p:cNvPr id="4" name="">
            <a:extLst xmlns:a="http://schemas.openxmlformats.org/drawingml/2006/main">
              <a:ext uri="{FF2B5EF4-FFF2-40B4-BE49-F238E27FC236}">
                <a16:creationId xmlns:a16="http://schemas.microsoft.com/office/drawing/2014/main" id="{31D93A4E-62BD-4E23-91BD-1FA2EA4F6D3E}"/>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prstDash val="solid"/>
          </a:ln>
        </p:spPr>
      </p:sp>
      <p:sp>
        <p:nvSpPr>
          <p:cNvPr id="5" name="2022–2023년 월별 흐름과 11·12월 비교">
            <a:extLst xmlns:a="http://schemas.openxmlformats.org/drawingml/2006/main">
              <a:ext uri="{FF2B5EF4-FFF2-40B4-BE49-F238E27FC236}">
                <a16:creationId xmlns:a16="http://schemas.microsoft.com/office/drawing/2014/main" id="{523FD028-54C0-456F-94FC-26C343085A87}"/>
              </a:ext>
            </a:extLst>
          </p:cNvPr>
          <p:cNvSpPr>
            <a:spLocks xmlns:a="http://schemas.openxmlformats.org/drawingml/2006/main" noGrp="1"/>
          </p:cNvSpPr>
          <p:nvPr/>
        </p:nvSpPr>
        <p:spPr>
          <a:xfrm xmlns:a="http://schemas.openxmlformats.org/drawingml/2006/main">
            <a:off x="857250" y="2009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738096"/>
                </a:solidFill>
                <a:latin typeface="Noto Sans KR"/>
                <a:ea typeface="Noto Sans KR"/>
                <a:cs typeface="Noto Sans KR"/>
              </a:defRPr>
            </a:defPPr>
            <a:lvl1pPr algn="ctr">
              <a:defRPr sz="1425" b="0">
                <a:solidFill>
                  <a:srgbClr val="738096"/>
                </a:solidFill>
                <a:latin typeface="Noto Sans KR"/>
                <a:ea typeface="Noto Sans KR"/>
                <a:cs typeface="Noto Sans KR"/>
              </a:defRPr>
            </a:lvl1pPr>
            <a:lvl2pPr algn="ctr">
              <a:defRPr sz="1425" b="0">
                <a:solidFill>
                  <a:srgbClr val="738096"/>
                </a:solidFill>
                <a:latin typeface="Noto Sans KR"/>
                <a:ea typeface="Noto Sans KR"/>
                <a:cs typeface="Noto Sans KR"/>
              </a:defRPr>
            </a:lvl2pPr>
            <a:lvl3pPr algn="ctr">
              <a:defRPr sz="1425" b="0">
                <a:solidFill>
                  <a:srgbClr val="738096"/>
                </a:solidFill>
                <a:latin typeface="Noto Sans KR"/>
                <a:ea typeface="Noto Sans KR"/>
                <a:cs typeface="Noto Sans KR"/>
              </a:defRPr>
            </a:lvl3pPr>
            <a:lvl4pPr algn="ctr">
              <a:defRPr sz="1425" b="0">
                <a:solidFill>
                  <a:srgbClr val="738096"/>
                </a:solidFill>
                <a:latin typeface="Noto Sans KR"/>
                <a:ea typeface="Noto Sans KR"/>
                <a:cs typeface="Noto Sans KR"/>
              </a:defRPr>
            </a:lvl4pPr>
            <a:lvl5pPr algn="ctr">
              <a:defRPr sz="1425" b="0">
                <a:solidFill>
                  <a:srgbClr val="738096"/>
                </a:solidFill>
                <a:latin typeface="Noto Sans KR"/>
                <a:ea typeface="Noto Sans KR"/>
                <a:cs typeface="Noto Sans KR"/>
              </a:defRPr>
            </a:lvl5pPr>
            <a:lvl6pPr algn="ctr">
              <a:defRPr sz="1425" b="0">
                <a:solidFill>
                  <a:srgbClr val="738096"/>
                </a:solidFill>
                <a:latin typeface="Noto Sans KR"/>
                <a:ea typeface="Noto Sans KR"/>
                <a:cs typeface="Noto Sans KR"/>
              </a:defRPr>
            </a:lvl6pPr>
            <a:lvl7pPr algn="ctr">
              <a:defRPr sz="1425" b="0">
                <a:solidFill>
                  <a:srgbClr val="738096"/>
                </a:solidFill>
                <a:latin typeface="Noto Sans KR"/>
                <a:ea typeface="Noto Sans KR"/>
                <a:cs typeface="Noto Sans KR"/>
              </a:defRPr>
            </a:lvl7pPr>
            <a:lvl8pPr algn="ctr">
              <a:defRPr sz="1425" b="0">
                <a:solidFill>
                  <a:srgbClr val="738096"/>
                </a:solidFill>
                <a:latin typeface="Noto Sans KR"/>
                <a:ea typeface="Noto Sans KR"/>
                <a:cs typeface="Noto Sans KR"/>
              </a:defRPr>
            </a:lvl8pPr>
            <a:lvl9pPr algn="ctr">
              <a:defRPr sz="1425" b="0">
                <a:solidFill>
                  <a:srgbClr val="738096"/>
                </a:solidFill>
                <a:latin typeface="Noto Sans KR"/>
                <a:ea typeface="Noto Sans KR"/>
                <a:cs typeface="Noto Sans KR"/>
              </a:defRPr>
            </a:lvl9pPr>
          </a:lstStyle>
          <a:p xmlns:a="http://schemas.openxmlformats.org/drawingml/2006/main">
            <a:pPr algn="ctr">
              <a:defRPr sz="1425" b="0">
                <a:solidFill>
                  <a:srgbClr val="BAC5D8"/>
                </a:solidFill>
                <a:latin typeface="Noto Sans KR"/>
                <a:ea typeface="Noto Sans KR"/>
                <a:cs typeface="Noto Sans KR"/>
              </a:defRPr>
            </a:pPr>
            <a:r>
              <a:rPr sz="1425" b="0">
                <a:solidFill>
                  <a:srgbClr val="738096"/>
                </a:solidFill>
                <a:latin typeface="Noto Sans KR"/>
                <a:ea typeface="Noto Sans KR"/>
                <a:cs typeface="Noto Sans KR"/>
              </a:rPr>
              <a:t>2022–2023년 월별 흐름과 11·12월 비교</a:t>
            </a:r>
          </a:p>
        </p:txBody>
      </p:sp>
      <p:sp>
        <p:nvSpPr>
          <p:cNvPr id="6" name="11월 하락폭">
            <a:extLst xmlns:a="http://schemas.openxmlformats.org/drawingml/2006/main">
              <a:ext uri="{FF2B5EF4-FFF2-40B4-BE49-F238E27FC236}">
                <a16:creationId xmlns:a16="http://schemas.microsoft.com/office/drawing/2014/main" id="{81875A85-9252-4943-BCFA-1E74F0E6F836}"/>
              </a:ext>
            </a:extLst>
          </p:cNvPr>
          <p:cNvSpPr>
            <a:spLocks xmlns:a="http://schemas.openxmlformats.org/drawingml/2006/main" noGrp="1"/>
          </p:cNvSpPr>
          <p:nvPr/>
        </p:nvSpPr>
        <p:spPr>
          <a:xfrm xmlns:a="http://schemas.openxmlformats.org/drawingml/2006/main">
            <a:off x="1000125" y="256222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738096"/>
                </a:solidFill>
                <a:latin typeface="Noto Sans KR"/>
                <a:ea typeface="Noto Sans KR"/>
                <a:cs typeface="Noto Sans KR"/>
              </a:defRPr>
            </a:defPPr>
            <a:lvl1pPr algn="ctr">
              <a:defRPr sz="1725" b="1">
                <a:solidFill>
                  <a:srgbClr val="738096"/>
                </a:solidFill>
                <a:latin typeface="Noto Sans KR"/>
                <a:ea typeface="Noto Sans KR"/>
                <a:cs typeface="Noto Sans KR"/>
              </a:defRPr>
            </a:lvl1pPr>
            <a:lvl2pPr algn="ctr">
              <a:defRPr sz="1725" b="1">
                <a:solidFill>
                  <a:srgbClr val="738096"/>
                </a:solidFill>
                <a:latin typeface="Noto Sans KR"/>
                <a:ea typeface="Noto Sans KR"/>
                <a:cs typeface="Noto Sans KR"/>
              </a:defRPr>
            </a:lvl2pPr>
            <a:lvl3pPr algn="ctr">
              <a:defRPr sz="1725" b="1">
                <a:solidFill>
                  <a:srgbClr val="738096"/>
                </a:solidFill>
                <a:latin typeface="Noto Sans KR"/>
                <a:ea typeface="Noto Sans KR"/>
                <a:cs typeface="Noto Sans KR"/>
              </a:defRPr>
            </a:lvl3pPr>
            <a:lvl4pPr algn="ctr">
              <a:defRPr sz="1725" b="1">
                <a:solidFill>
                  <a:srgbClr val="738096"/>
                </a:solidFill>
                <a:latin typeface="Noto Sans KR"/>
                <a:ea typeface="Noto Sans KR"/>
                <a:cs typeface="Noto Sans KR"/>
              </a:defRPr>
            </a:lvl4pPr>
            <a:lvl5pPr algn="ctr">
              <a:defRPr sz="1725" b="1">
                <a:solidFill>
                  <a:srgbClr val="738096"/>
                </a:solidFill>
                <a:latin typeface="Noto Sans KR"/>
                <a:ea typeface="Noto Sans KR"/>
                <a:cs typeface="Noto Sans KR"/>
              </a:defRPr>
            </a:lvl5pPr>
            <a:lvl6pPr algn="ctr">
              <a:defRPr sz="1725" b="1">
                <a:solidFill>
                  <a:srgbClr val="738096"/>
                </a:solidFill>
                <a:latin typeface="Noto Sans KR"/>
                <a:ea typeface="Noto Sans KR"/>
                <a:cs typeface="Noto Sans KR"/>
              </a:defRPr>
            </a:lvl6pPr>
            <a:lvl7pPr algn="ctr">
              <a:defRPr sz="1725" b="1">
                <a:solidFill>
                  <a:srgbClr val="738096"/>
                </a:solidFill>
                <a:latin typeface="Noto Sans KR"/>
                <a:ea typeface="Noto Sans KR"/>
                <a:cs typeface="Noto Sans KR"/>
              </a:defRPr>
            </a:lvl7pPr>
            <a:lvl8pPr algn="ctr">
              <a:defRPr sz="1725" b="1">
                <a:solidFill>
                  <a:srgbClr val="738096"/>
                </a:solidFill>
                <a:latin typeface="Noto Sans KR"/>
                <a:ea typeface="Noto Sans KR"/>
                <a:cs typeface="Noto Sans KR"/>
              </a:defRPr>
            </a:lvl8pPr>
            <a:lvl9pPr algn="ctr">
              <a:defRPr sz="1725" b="1">
                <a:solidFill>
                  <a:srgbClr val="738096"/>
                </a:solidFill>
                <a:latin typeface="Noto Sans KR"/>
                <a:ea typeface="Noto Sans KR"/>
                <a:cs typeface="Noto Sans KR"/>
              </a:defRPr>
            </a:lvl9pPr>
          </a:lstStyle>
          <a:p xmlns:a="http://schemas.openxmlformats.org/drawingml/2006/main">
            <a:pPr algn="ctr">
              <a:defRPr sz="1725" b="1">
                <a:solidFill>
                  <a:srgbClr val="BAC5D8"/>
                </a:solidFill>
                <a:latin typeface="Noto Sans KR"/>
                <a:ea typeface="Noto Sans KR"/>
                <a:cs typeface="Noto Sans KR"/>
              </a:defRPr>
            </a:pPr>
            <a:r>
              <a:rPr sz="1725" b="1">
                <a:solidFill>
                  <a:srgbClr val="738096"/>
                </a:solidFill>
                <a:latin typeface="Noto Sans KR"/>
                <a:ea typeface="Noto Sans KR"/>
                <a:cs typeface="Noto Sans KR"/>
              </a:rPr>
              <a:t>11월 하락폭</a:t>
            </a:r>
          </a:p>
        </p:txBody>
      </p:sp>
      <p:sp>
        <p:nvSpPr>
          <p:cNvPr id="7" name="−26.1%p">
            <a:extLst xmlns:a="http://schemas.openxmlformats.org/drawingml/2006/main">
              <a:ext uri="{FF2B5EF4-FFF2-40B4-BE49-F238E27FC236}">
                <a16:creationId xmlns:a16="http://schemas.microsoft.com/office/drawing/2014/main" id="{1C2DE3BA-DC33-439B-A57D-AD5E1B8AA077}"/>
              </a:ext>
            </a:extLst>
          </p:cNvPr>
          <p:cNvSpPr>
            <a:spLocks xmlns:a="http://schemas.openxmlformats.org/drawingml/2006/main" noGrp="1"/>
          </p:cNvSpPr>
          <p:nvPr/>
        </p:nvSpPr>
        <p:spPr>
          <a:xfrm xmlns:a="http://schemas.openxmlformats.org/drawingml/2006/main">
            <a:off x="904875" y="298132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525" b="1">
                <a:solidFill>
                  <a:srgbClr val="6554D9"/>
                </a:solidFill>
                <a:latin typeface="Noto Sans KR"/>
                <a:ea typeface="Noto Sans KR"/>
                <a:cs typeface="Noto Sans KR"/>
              </a:defRPr>
            </a:defPPr>
            <a:lvl1pPr algn="ctr">
              <a:defRPr sz="3525" b="1">
                <a:solidFill>
                  <a:srgbClr val="6554D9"/>
                </a:solidFill>
                <a:latin typeface="Noto Sans KR"/>
                <a:ea typeface="Noto Sans KR"/>
                <a:cs typeface="Noto Sans KR"/>
              </a:defRPr>
            </a:lvl1pPr>
            <a:lvl2pPr algn="ctr">
              <a:defRPr sz="3525" b="1">
                <a:solidFill>
                  <a:srgbClr val="6554D9"/>
                </a:solidFill>
                <a:latin typeface="Noto Sans KR"/>
                <a:ea typeface="Noto Sans KR"/>
                <a:cs typeface="Noto Sans KR"/>
              </a:defRPr>
            </a:lvl2pPr>
            <a:lvl3pPr algn="ctr">
              <a:defRPr sz="3525" b="1">
                <a:solidFill>
                  <a:srgbClr val="6554D9"/>
                </a:solidFill>
                <a:latin typeface="Noto Sans KR"/>
                <a:ea typeface="Noto Sans KR"/>
                <a:cs typeface="Noto Sans KR"/>
              </a:defRPr>
            </a:lvl3pPr>
            <a:lvl4pPr algn="ctr">
              <a:defRPr sz="3525" b="1">
                <a:solidFill>
                  <a:srgbClr val="6554D9"/>
                </a:solidFill>
                <a:latin typeface="Noto Sans KR"/>
                <a:ea typeface="Noto Sans KR"/>
                <a:cs typeface="Noto Sans KR"/>
              </a:defRPr>
            </a:lvl4pPr>
            <a:lvl5pPr algn="ctr">
              <a:defRPr sz="3525" b="1">
                <a:solidFill>
                  <a:srgbClr val="6554D9"/>
                </a:solidFill>
                <a:latin typeface="Noto Sans KR"/>
                <a:ea typeface="Noto Sans KR"/>
                <a:cs typeface="Noto Sans KR"/>
              </a:defRPr>
            </a:lvl5pPr>
            <a:lvl6pPr algn="ctr">
              <a:defRPr sz="3525" b="1">
                <a:solidFill>
                  <a:srgbClr val="6554D9"/>
                </a:solidFill>
                <a:latin typeface="Noto Sans KR"/>
                <a:ea typeface="Noto Sans KR"/>
                <a:cs typeface="Noto Sans KR"/>
              </a:defRPr>
            </a:lvl6pPr>
            <a:lvl7pPr algn="ctr">
              <a:defRPr sz="3525" b="1">
                <a:solidFill>
                  <a:srgbClr val="6554D9"/>
                </a:solidFill>
                <a:latin typeface="Noto Sans KR"/>
                <a:ea typeface="Noto Sans KR"/>
                <a:cs typeface="Noto Sans KR"/>
              </a:defRPr>
            </a:lvl7pPr>
            <a:lvl8pPr algn="ctr">
              <a:defRPr sz="3525" b="1">
                <a:solidFill>
                  <a:srgbClr val="6554D9"/>
                </a:solidFill>
                <a:latin typeface="Noto Sans KR"/>
                <a:ea typeface="Noto Sans KR"/>
                <a:cs typeface="Noto Sans KR"/>
              </a:defRPr>
            </a:lvl8pPr>
            <a:lvl9pPr algn="ctr">
              <a:defRPr sz="3525" b="1">
                <a:solidFill>
                  <a:srgbClr val="6554D9"/>
                </a:solidFill>
                <a:latin typeface="Noto Sans KR"/>
                <a:ea typeface="Noto Sans KR"/>
                <a:cs typeface="Noto Sans KR"/>
              </a:defRPr>
            </a:lvl9pPr>
          </a:lstStyle>
          <a:p xmlns:a="http://schemas.openxmlformats.org/drawingml/2006/main">
            <a:pPr algn="ctr">
              <a:defRPr sz="3525" b="1">
                <a:solidFill>
                  <a:srgbClr val="FF9B63"/>
                </a:solidFill>
                <a:latin typeface="Noto Sans KR"/>
                <a:ea typeface="Noto Sans KR"/>
                <a:cs typeface="Noto Sans KR"/>
              </a:defRPr>
            </a:pPr>
            <a:r>
              <a:rPr sz="3525" b="1">
                <a:solidFill>
                  <a:srgbClr val="6554D9"/>
                </a:solidFill>
                <a:latin typeface="Noto Sans KR"/>
                <a:ea typeface="Noto Sans KR"/>
                <a:cs typeface="Noto Sans KR"/>
              </a:rPr>
              <a:t>−26.1%p</a:t>
            </a:r>
          </a:p>
        </p:txBody>
      </p:sp>
      <p:sp>
        <p:nvSpPr>
          <p:cNvPr id="8" name="49.3% → 23.2%">
            <a:extLst xmlns:a="http://schemas.openxmlformats.org/drawingml/2006/main">
              <a:ext uri="{FF2B5EF4-FFF2-40B4-BE49-F238E27FC236}">
                <a16:creationId xmlns:a16="http://schemas.microsoft.com/office/drawing/2014/main" id="{8206954A-6E60-4CE0-8B2A-286C67CC5A80}"/>
              </a:ext>
            </a:extLst>
          </p:cNvPr>
          <p:cNvSpPr>
            <a:spLocks xmlns:a="http://schemas.openxmlformats.org/drawingml/2006/main" noGrp="1"/>
          </p:cNvSpPr>
          <p:nvPr/>
        </p:nvSpPr>
        <p:spPr>
          <a:xfrm xmlns:a="http://schemas.openxmlformats.org/drawingml/2006/main">
            <a:off x="971550" y="3686175"/>
            <a:ext cx="2905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92035"/>
                </a:solidFill>
                <a:latin typeface="Noto Sans KR"/>
                <a:ea typeface="Noto Sans KR"/>
                <a:cs typeface="Noto Sans KR"/>
              </a:defRPr>
            </a:defPPr>
            <a:lvl1pPr algn="ctr">
              <a:defRPr sz="1725" b="0">
                <a:solidFill>
                  <a:srgbClr val="192035"/>
                </a:solidFill>
                <a:latin typeface="Noto Sans KR"/>
                <a:ea typeface="Noto Sans KR"/>
                <a:cs typeface="Noto Sans KR"/>
              </a:defRPr>
            </a:lvl1pPr>
            <a:lvl2pPr algn="ctr">
              <a:defRPr sz="1725" b="0">
                <a:solidFill>
                  <a:srgbClr val="192035"/>
                </a:solidFill>
                <a:latin typeface="Noto Sans KR"/>
                <a:ea typeface="Noto Sans KR"/>
                <a:cs typeface="Noto Sans KR"/>
              </a:defRPr>
            </a:lvl2pPr>
            <a:lvl3pPr algn="ctr">
              <a:defRPr sz="1725" b="0">
                <a:solidFill>
                  <a:srgbClr val="192035"/>
                </a:solidFill>
                <a:latin typeface="Noto Sans KR"/>
                <a:ea typeface="Noto Sans KR"/>
                <a:cs typeface="Noto Sans KR"/>
              </a:defRPr>
            </a:lvl3pPr>
            <a:lvl4pPr algn="ctr">
              <a:defRPr sz="1725" b="0">
                <a:solidFill>
                  <a:srgbClr val="192035"/>
                </a:solidFill>
                <a:latin typeface="Noto Sans KR"/>
                <a:ea typeface="Noto Sans KR"/>
                <a:cs typeface="Noto Sans KR"/>
              </a:defRPr>
            </a:lvl4pPr>
            <a:lvl5pPr algn="ctr">
              <a:defRPr sz="1725" b="0">
                <a:solidFill>
                  <a:srgbClr val="192035"/>
                </a:solidFill>
                <a:latin typeface="Noto Sans KR"/>
                <a:ea typeface="Noto Sans KR"/>
                <a:cs typeface="Noto Sans KR"/>
              </a:defRPr>
            </a:lvl5pPr>
            <a:lvl6pPr algn="ctr">
              <a:defRPr sz="1725" b="0">
                <a:solidFill>
                  <a:srgbClr val="192035"/>
                </a:solidFill>
                <a:latin typeface="Noto Sans KR"/>
                <a:ea typeface="Noto Sans KR"/>
                <a:cs typeface="Noto Sans KR"/>
              </a:defRPr>
            </a:lvl6pPr>
            <a:lvl7pPr algn="ctr">
              <a:defRPr sz="1725" b="0">
                <a:solidFill>
                  <a:srgbClr val="192035"/>
                </a:solidFill>
                <a:latin typeface="Noto Sans KR"/>
                <a:ea typeface="Noto Sans KR"/>
                <a:cs typeface="Noto Sans KR"/>
              </a:defRPr>
            </a:lvl7pPr>
            <a:lvl8pPr algn="ctr">
              <a:defRPr sz="1725" b="0">
                <a:solidFill>
                  <a:srgbClr val="192035"/>
                </a:solidFill>
                <a:latin typeface="Noto Sans KR"/>
                <a:ea typeface="Noto Sans KR"/>
                <a:cs typeface="Noto Sans KR"/>
              </a:defRPr>
            </a:lvl8pPr>
            <a:lvl9pPr algn="ctr">
              <a:defRPr sz="1725" b="0">
                <a:solidFill>
                  <a:srgbClr val="192035"/>
                </a:solidFill>
                <a:latin typeface="Noto Sans KR"/>
                <a:ea typeface="Noto Sans KR"/>
                <a:cs typeface="Noto Sans KR"/>
              </a:defRPr>
            </a:lvl9pPr>
          </a:lstStyle>
          <a:p xmlns:a="http://schemas.openxmlformats.org/drawingml/2006/main">
            <a:pPr algn="ctr">
              <a:defRPr sz="1725" b="0">
                <a:solidFill>
                  <a:srgbClr val="F1F5F9"/>
                </a:solidFill>
                <a:latin typeface="Noto Sans KR"/>
                <a:ea typeface="Noto Sans KR"/>
                <a:cs typeface="Noto Sans KR"/>
              </a:defRPr>
            </a:pPr>
            <a:r>
              <a:rPr sz="1725" b="0">
                <a:solidFill>
                  <a:srgbClr val="192035"/>
                </a:solidFill>
                <a:latin typeface="Noto Sans KR"/>
                <a:ea typeface="Noto Sans KR"/>
                <a:cs typeface="Noto Sans KR"/>
              </a:rPr>
              <a:t>49.3% → 23.2%</a:t>
            </a:r>
          </a:p>
        </p:txBody>
      </p:sp>
      <p:sp>
        <p:nvSpPr>
          <p:cNvPr id="9" name="12월 하락폭">
            <a:extLst xmlns:a="http://schemas.openxmlformats.org/drawingml/2006/main">
              <a:ext uri="{FF2B5EF4-FFF2-40B4-BE49-F238E27FC236}">
                <a16:creationId xmlns:a16="http://schemas.microsoft.com/office/drawing/2014/main" id="{0855B603-4CB9-464B-8500-42DC9CC3B50A}"/>
              </a:ext>
            </a:extLst>
          </p:cNvPr>
          <p:cNvSpPr>
            <a:spLocks xmlns:a="http://schemas.openxmlformats.org/drawingml/2006/main" noGrp="1"/>
          </p:cNvSpPr>
          <p:nvPr/>
        </p:nvSpPr>
        <p:spPr>
          <a:xfrm xmlns:a="http://schemas.openxmlformats.org/drawingml/2006/main">
            <a:off x="1000125" y="423862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738096"/>
                </a:solidFill>
                <a:latin typeface="Noto Sans KR"/>
                <a:ea typeface="Noto Sans KR"/>
                <a:cs typeface="Noto Sans KR"/>
              </a:defRPr>
            </a:defPPr>
            <a:lvl1pPr algn="ctr">
              <a:defRPr sz="1725" b="1">
                <a:solidFill>
                  <a:srgbClr val="738096"/>
                </a:solidFill>
                <a:latin typeface="Noto Sans KR"/>
                <a:ea typeface="Noto Sans KR"/>
                <a:cs typeface="Noto Sans KR"/>
              </a:defRPr>
            </a:lvl1pPr>
            <a:lvl2pPr algn="ctr">
              <a:defRPr sz="1725" b="1">
                <a:solidFill>
                  <a:srgbClr val="738096"/>
                </a:solidFill>
                <a:latin typeface="Noto Sans KR"/>
                <a:ea typeface="Noto Sans KR"/>
                <a:cs typeface="Noto Sans KR"/>
              </a:defRPr>
            </a:lvl2pPr>
            <a:lvl3pPr algn="ctr">
              <a:defRPr sz="1725" b="1">
                <a:solidFill>
                  <a:srgbClr val="738096"/>
                </a:solidFill>
                <a:latin typeface="Noto Sans KR"/>
                <a:ea typeface="Noto Sans KR"/>
                <a:cs typeface="Noto Sans KR"/>
              </a:defRPr>
            </a:lvl3pPr>
            <a:lvl4pPr algn="ctr">
              <a:defRPr sz="1725" b="1">
                <a:solidFill>
                  <a:srgbClr val="738096"/>
                </a:solidFill>
                <a:latin typeface="Noto Sans KR"/>
                <a:ea typeface="Noto Sans KR"/>
                <a:cs typeface="Noto Sans KR"/>
              </a:defRPr>
            </a:lvl4pPr>
            <a:lvl5pPr algn="ctr">
              <a:defRPr sz="1725" b="1">
                <a:solidFill>
                  <a:srgbClr val="738096"/>
                </a:solidFill>
                <a:latin typeface="Noto Sans KR"/>
                <a:ea typeface="Noto Sans KR"/>
                <a:cs typeface="Noto Sans KR"/>
              </a:defRPr>
            </a:lvl5pPr>
            <a:lvl6pPr algn="ctr">
              <a:defRPr sz="1725" b="1">
                <a:solidFill>
                  <a:srgbClr val="738096"/>
                </a:solidFill>
                <a:latin typeface="Noto Sans KR"/>
                <a:ea typeface="Noto Sans KR"/>
                <a:cs typeface="Noto Sans KR"/>
              </a:defRPr>
            </a:lvl6pPr>
            <a:lvl7pPr algn="ctr">
              <a:defRPr sz="1725" b="1">
                <a:solidFill>
                  <a:srgbClr val="738096"/>
                </a:solidFill>
                <a:latin typeface="Noto Sans KR"/>
                <a:ea typeface="Noto Sans KR"/>
                <a:cs typeface="Noto Sans KR"/>
              </a:defRPr>
            </a:lvl7pPr>
            <a:lvl8pPr algn="ctr">
              <a:defRPr sz="1725" b="1">
                <a:solidFill>
                  <a:srgbClr val="738096"/>
                </a:solidFill>
                <a:latin typeface="Noto Sans KR"/>
                <a:ea typeface="Noto Sans KR"/>
                <a:cs typeface="Noto Sans KR"/>
              </a:defRPr>
            </a:lvl8pPr>
            <a:lvl9pPr algn="ctr">
              <a:defRPr sz="1725" b="1">
                <a:solidFill>
                  <a:srgbClr val="738096"/>
                </a:solidFill>
                <a:latin typeface="Noto Sans KR"/>
                <a:ea typeface="Noto Sans KR"/>
                <a:cs typeface="Noto Sans KR"/>
              </a:defRPr>
            </a:lvl9pPr>
          </a:lstStyle>
          <a:p xmlns:a="http://schemas.openxmlformats.org/drawingml/2006/main">
            <a:pPr algn="ctr">
              <a:defRPr sz="1725" b="1">
                <a:solidFill>
                  <a:srgbClr val="BAC5D8"/>
                </a:solidFill>
                <a:latin typeface="Noto Sans KR"/>
                <a:ea typeface="Noto Sans KR"/>
                <a:cs typeface="Noto Sans KR"/>
              </a:defRPr>
            </a:pPr>
            <a:r>
              <a:rPr sz="1725" b="1">
                <a:solidFill>
                  <a:srgbClr val="738096"/>
                </a:solidFill>
                <a:latin typeface="Noto Sans KR"/>
                <a:ea typeface="Noto Sans KR"/>
                <a:cs typeface="Noto Sans KR"/>
              </a:rPr>
              <a:t>12월 하락폭</a:t>
            </a:r>
          </a:p>
        </p:txBody>
      </p:sp>
      <p:sp>
        <p:nvSpPr>
          <p:cNvPr id="10" name="−15.2%p">
            <a:extLst xmlns:a="http://schemas.openxmlformats.org/drawingml/2006/main">
              <a:ext uri="{FF2B5EF4-FFF2-40B4-BE49-F238E27FC236}">
                <a16:creationId xmlns:a16="http://schemas.microsoft.com/office/drawing/2014/main" id="{71E9A9E2-85CE-4646-B9D8-A91E04EB06D9}"/>
              </a:ext>
            </a:extLst>
          </p:cNvPr>
          <p:cNvSpPr>
            <a:spLocks xmlns:a="http://schemas.openxmlformats.org/drawingml/2006/main" noGrp="1"/>
          </p:cNvSpPr>
          <p:nvPr/>
        </p:nvSpPr>
        <p:spPr>
          <a:xfrm xmlns:a="http://schemas.openxmlformats.org/drawingml/2006/main">
            <a:off x="904875" y="46196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525" b="1">
                <a:solidFill>
                  <a:srgbClr val="6554D9"/>
                </a:solidFill>
                <a:latin typeface="Noto Sans KR"/>
                <a:ea typeface="Noto Sans KR"/>
                <a:cs typeface="Noto Sans KR"/>
              </a:defRPr>
            </a:defPPr>
            <a:lvl1pPr algn="ctr">
              <a:defRPr sz="3525" b="1">
                <a:solidFill>
                  <a:srgbClr val="6554D9"/>
                </a:solidFill>
                <a:latin typeface="Noto Sans KR"/>
                <a:ea typeface="Noto Sans KR"/>
                <a:cs typeface="Noto Sans KR"/>
              </a:defRPr>
            </a:lvl1pPr>
            <a:lvl2pPr algn="ctr">
              <a:defRPr sz="3525" b="1">
                <a:solidFill>
                  <a:srgbClr val="6554D9"/>
                </a:solidFill>
                <a:latin typeface="Noto Sans KR"/>
                <a:ea typeface="Noto Sans KR"/>
                <a:cs typeface="Noto Sans KR"/>
              </a:defRPr>
            </a:lvl2pPr>
            <a:lvl3pPr algn="ctr">
              <a:defRPr sz="3525" b="1">
                <a:solidFill>
                  <a:srgbClr val="6554D9"/>
                </a:solidFill>
                <a:latin typeface="Noto Sans KR"/>
                <a:ea typeface="Noto Sans KR"/>
                <a:cs typeface="Noto Sans KR"/>
              </a:defRPr>
            </a:lvl3pPr>
            <a:lvl4pPr algn="ctr">
              <a:defRPr sz="3525" b="1">
                <a:solidFill>
                  <a:srgbClr val="6554D9"/>
                </a:solidFill>
                <a:latin typeface="Noto Sans KR"/>
                <a:ea typeface="Noto Sans KR"/>
                <a:cs typeface="Noto Sans KR"/>
              </a:defRPr>
            </a:lvl4pPr>
            <a:lvl5pPr algn="ctr">
              <a:defRPr sz="3525" b="1">
                <a:solidFill>
                  <a:srgbClr val="6554D9"/>
                </a:solidFill>
                <a:latin typeface="Noto Sans KR"/>
                <a:ea typeface="Noto Sans KR"/>
                <a:cs typeface="Noto Sans KR"/>
              </a:defRPr>
            </a:lvl5pPr>
            <a:lvl6pPr algn="ctr">
              <a:defRPr sz="3525" b="1">
                <a:solidFill>
                  <a:srgbClr val="6554D9"/>
                </a:solidFill>
                <a:latin typeface="Noto Sans KR"/>
                <a:ea typeface="Noto Sans KR"/>
                <a:cs typeface="Noto Sans KR"/>
              </a:defRPr>
            </a:lvl6pPr>
            <a:lvl7pPr algn="ctr">
              <a:defRPr sz="3525" b="1">
                <a:solidFill>
                  <a:srgbClr val="6554D9"/>
                </a:solidFill>
                <a:latin typeface="Noto Sans KR"/>
                <a:ea typeface="Noto Sans KR"/>
                <a:cs typeface="Noto Sans KR"/>
              </a:defRPr>
            </a:lvl7pPr>
            <a:lvl8pPr algn="ctr">
              <a:defRPr sz="3525" b="1">
                <a:solidFill>
                  <a:srgbClr val="6554D9"/>
                </a:solidFill>
                <a:latin typeface="Noto Sans KR"/>
                <a:ea typeface="Noto Sans KR"/>
                <a:cs typeface="Noto Sans KR"/>
              </a:defRPr>
            </a:lvl8pPr>
            <a:lvl9pPr algn="ctr">
              <a:defRPr sz="3525" b="1">
                <a:solidFill>
                  <a:srgbClr val="6554D9"/>
                </a:solidFill>
                <a:latin typeface="Noto Sans KR"/>
                <a:ea typeface="Noto Sans KR"/>
                <a:cs typeface="Noto Sans KR"/>
              </a:defRPr>
            </a:lvl9pPr>
          </a:lstStyle>
          <a:p xmlns:a="http://schemas.openxmlformats.org/drawingml/2006/main">
            <a:pPr algn="ctr">
              <a:defRPr sz="3525" b="1">
                <a:solidFill>
                  <a:srgbClr val="FF9B63"/>
                </a:solidFill>
                <a:latin typeface="Noto Sans KR"/>
                <a:ea typeface="Noto Sans KR"/>
                <a:cs typeface="Noto Sans KR"/>
              </a:defRPr>
            </a:pPr>
            <a:r>
              <a:rPr sz="3525" b="1">
                <a:solidFill>
                  <a:srgbClr val="6554D9"/>
                </a:solidFill>
                <a:latin typeface="Noto Sans KR"/>
                <a:ea typeface="Noto Sans KR"/>
                <a:cs typeface="Noto Sans KR"/>
              </a:rPr>
              <a:t>−15.2%p</a:t>
            </a:r>
          </a:p>
        </p:txBody>
      </p:sp>
      <p:sp>
        <p:nvSpPr>
          <p:cNvPr id="11" name="39.4% → 24.2%">
            <a:extLst xmlns:a="http://schemas.openxmlformats.org/drawingml/2006/main">
              <a:ext uri="{FF2B5EF4-FFF2-40B4-BE49-F238E27FC236}">
                <a16:creationId xmlns:a16="http://schemas.microsoft.com/office/drawing/2014/main" id="{6C2973EF-B91E-4F9F-9456-0E853AEC7335}"/>
              </a:ext>
            </a:extLst>
          </p:cNvPr>
          <p:cNvSpPr>
            <a:spLocks xmlns:a="http://schemas.openxmlformats.org/drawingml/2006/main" noGrp="1"/>
          </p:cNvSpPr>
          <p:nvPr/>
        </p:nvSpPr>
        <p:spPr>
          <a:xfrm xmlns:a="http://schemas.openxmlformats.org/drawingml/2006/main">
            <a:off x="971550" y="5267325"/>
            <a:ext cx="290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192035"/>
                </a:solidFill>
                <a:latin typeface="Noto Sans KR"/>
                <a:ea typeface="Noto Sans KR"/>
                <a:cs typeface="Noto Sans KR"/>
              </a:defRPr>
            </a:defPPr>
            <a:lvl1pPr algn="ctr">
              <a:defRPr sz="1650" b="0">
                <a:solidFill>
                  <a:srgbClr val="192035"/>
                </a:solidFill>
                <a:latin typeface="Noto Sans KR"/>
                <a:ea typeface="Noto Sans KR"/>
                <a:cs typeface="Noto Sans KR"/>
              </a:defRPr>
            </a:lvl1pPr>
            <a:lvl2pPr algn="ctr">
              <a:defRPr sz="1650" b="0">
                <a:solidFill>
                  <a:srgbClr val="192035"/>
                </a:solidFill>
                <a:latin typeface="Noto Sans KR"/>
                <a:ea typeface="Noto Sans KR"/>
                <a:cs typeface="Noto Sans KR"/>
              </a:defRPr>
            </a:lvl2pPr>
            <a:lvl3pPr algn="ctr">
              <a:defRPr sz="1650" b="0">
                <a:solidFill>
                  <a:srgbClr val="192035"/>
                </a:solidFill>
                <a:latin typeface="Noto Sans KR"/>
                <a:ea typeface="Noto Sans KR"/>
                <a:cs typeface="Noto Sans KR"/>
              </a:defRPr>
            </a:lvl3pPr>
            <a:lvl4pPr algn="ctr">
              <a:defRPr sz="1650" b="0">
                <a:solidFill>
                  <a:srgbClr val="192035"/>
                </a:solidFill>
                <a:latin typeface="Noto Sans KR"/>
                <a:ea typeface="Noto Sans KR"/>
                <a:cs typeface="Noto Sans KR"/>
              </a:defRPr>
            </a:lvl4pPr>
            <a:lvl5pPr algn="ctr">
              <a:defRPr sz="1650" b="0">
                <a:solidFill>
                  <a:srgbClr val="192035"/>
                </a:solidFill>
                <a:latin typeface="Noto Sans KR"/>
                <a:ea typeface="Noto Sans KR"/>
                <a:cs typeface="Noto Sans KR"/>
              </a:defRPr>
            </a:lvl5pPr>
            <a:lvl6pPr algn="ctr">
              <a:defRPr sz="1650" b="0">
                <a:solidFill>
                  <a:srgbClr val="192035"/>
                </a:solidFill>
                <a:latin typeface="Noto Sans KR"/>
                <a:ea typeface="Noto Sans KR"/>
                <a:cs typeface="Noto Sans KR"/>
              </a:defRPr>
            </a:lvl6pPr>
            <a:lvl7pPr algn="ctr">
              <a:defRPr sz="1650" b="0">
                <a:solidFill>
                  <a:srgbClr val="192035"/>
                </a:solidFill>
                <a:latin typeface="Noto Sans KR"/>
                <a:ea typeface="Noto Sans KR"/>
                <a:cs typeface="Noto Sans KR"/>
              </a:defRPr>
            </a:lvl7pPr>
            <a:lvl8pPr algn="ctr">
              <a:defRPr sz="1650" b="0">
                <a:solidFill>
                  <a:srgbClr val="192035"/>
                </a:solidFill>
                <a:latin typeface="Noto Sans KR"/>
                <a:ea typeface="Noto Sans KR"/>
                <a:cs typeface="Noto Sans KR"/>
              </a:defRPr>
            </a:lvl8pPr>
            <a:lvl9pPr algn="ctr">
              <a:defRPr sz="1650" b="0">
                <a:solidFill>
                  <a:srgbClr val="192035"/>
                </a:solidFill>
                <a:latin typeface="Noto Sans KR"/>
                <a:ea typeface="Noto Sans KR"/>
                <a:cs typeface="Noto Sans KR"/>
              </a:defRPr>
            </a:lvl9pPr>
          </a:lstStyle>
          <a:p xmlns:a="http://schemas.openxmlformats.org/drawingml/2006/main">
            <a:pPr algn="ctr">
              <a:defRPr sz="1650" b="0">
                <a:solidFill>
                  <a:srgbClr val="F1F5F9"/>
                </a:solidFill>
                <a:latin typeface="Noto Sans KR"/>
                <a:ea typeface="Noto Sans KR"/>
                <a:cs typeface="Noto Sans KR"/>
              </a:defRPr>
            </a:pPr>
            <a:r>
              <a:rPr sz="1650" b="0">
                <a:solidFill>
                  <a:srgbClr val="192035"/>
                </a:solidFill>
                <a:latin typeface="Noto Sans KR"/>
                <a:ea typeface="Noto Sans KR"/>
                <a:cs typeface="Noto Sans KR"/>
              </a:rPr>
              <a:t>39.4% → 24.2%</a:t>
            </a:r>
          </a:p>
        </p:txBody>
      </p:sp>
      <p:graphicFrame>
        <p:nvGraphicFramePr>
          <p:cNvPr id="12" name="Chart">
            <a:extLst xmlns:a="http://schemas.openxmlformats.org/drawingml/2006/main">
              <a:ext uri="{FF2B5EF4-FFF2-40B4-BE49-F238E27FC236}">
                <a16:creationId xmlns:a16="http://schemas.microsoft.com/office/drawing/2014/main" id="{BD682C53-2B63-4E52-9647-442BB4665FFC}"/>
              </a:ext>
            </a:extLst>
          </p:cNvPr>
          <p:cNvGraphicFramePr/>
          <p:nvPr/>
        </p:nvGraphicFramePr>
        <p:xfrm>
          <a:off xmlns:a="http://schemas.openxmlformats.org/drawingml/2006/main" x="4114800" y="2514600"/>
          <a:ext xmlns:a="http://schemas.openxmlformats.org/drawingml/2006/main" cx="7115175" cy="2743200"/>
        </p:xfrm>
        <a:graphic xmlns:a="http://schemas.openxmlformats.org/drawingml/2006/main">
          <a:graphicData uri="http://schemas.openxmlformats.org/drawingml/2006/chart">
            <c:chart xmlns:r="http://schemas.openxmlformats.org/officeDocument/2006/relationships" xmlns:c="http://schemas.openxmlformats.org/drawingml/2006/chart" r:id="Rb38cb60761b541d0"/>
          </a:graphicData>
        </a:graphic>
      </p:graphicFrame>
      <p:sp>
        <p:nvSpPr>
          <p:cNvPr id="13" name="월별 추이는 원본 도표 판독 근사값이며,&#10;11·12월의 네 수치는 원문 명시값이">
            <a:extLst xmlns:a="http://schemas.openxmlformats.org/drawingml/2006/main">
              <a:ext uri="{FF2B5EF4-FFF2-40B4-BE49-F238E27FC236}">
                <a16:creationId xmlns:a16="http://schemas.microsoft.com/office/drawing/2014/main" id="{5DCA518B-4BDF-47B1-876E-9109AF71215C}"/>
              </a:ext>
            </a:extLst>
          </p:cNvPr>
          <p:cNvSpPr>
            <a:spLocks xmlns:a="http://schemas.openxmlformats.org/drawingml/2006/main" noGrp="1"/>
          </p:cNvSpPr>
          <p:nvPr/>
        </p:nvSpPr>
        <p:spPr>
          <a:xfrm xmlns:a="http://schemas.openxmlformats.org/drawingml/2006/main">
            <a:off x="4333875" y="5381625"/>
            <a:ext cx="66960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738096"/>
                </a:solidFill>
                <a:latin typeface="Noto Sans KR"/>
                <a:ea typeface="Noto Sans KR"/>
                <a:cs typeface="Noto Sans KR"/>
              </a:defRPr>
            </a:defPPr>
            <a:lvl1pPr algn="ctr">
              <a:defRPr sz="1200" b="0">
                <a:solidFill>
                  <a:srgbClr val="738096"/>
                </a:solidFill>
                <a:latin typeface="Noto Sans KR"/>
                <a:ea typeface="Noto Sans KR"/>
                <a:cs typeface="Noto Sans KR"/>
              </a:defRPr>
            </a:lvl1pPr>
            <a:lvl2pPr algn="ctr">
              <a:defRPr sz="1200" b="0">
                <a:solidFill>
                  <a:srgbClr val="738096"/>
                </a:solidFill>
                <a:latin typeface="Noto Sans KR"/>
                <a:ea typeface="Noto Sans KR"/>
                <a:cs typeface="Noto Sans KR"/>
              </a:defRPr>
            </a:lvl2pPr>
            <a:lvl3pPr algn="ctr">
              <a:defRPr sz="1200" b="0">
                <a:solidFill>
                  <a:srgbClr val="738096"/>
                </a:solidFill>
                <a:latin typeface="Noto Sans KR"/>
                <a:ea typeface="Noto Sans KR"/>
                <a:cs typeface="Noto Sans KR"/>
              </a:defRPr>
            </a:lvl3pPr>
            <a:lvl4pPr algn="ctr">
              <a:defRPr sz="1200" b="0">
                <a:solidFill>
                  <a:srgbClr val="738096"/>
                </a:solidFill>
                <a:latin typeface="Noto Sans KR"/>
                <a:ea typeface="Noto Sans KR"/>
                <a:cs typeface="Noto Sans KR"/>
              </a:defRPr>
            </a:lvl4pPr>
            <a:lvl5pPr algn="ctr">
              <a:defRPr sz="1200" b="0">
                <a:solidFill>
                  <a:srgbClr val="738096"/>
                </a:solidFill>
                <a:latin typeface="Noto Sans KR"/>
                <a:ea typeface="Noto Sans KR"/>
                <a:cs typeface="Noto Sans KR"/>
              </a:defRPr>
            </a:lvl5pPr>
            <a:lvl6pPr algn="ctr">
              <a:defRPr sz="1200" b="0">
                <a:solidFill>
                  <a:srgbClr val="738096"/>
                </a:solidFill>
                <a:latin typeface="Noto Sans KR"/>
                <a:ea typeface="Noto Sans KR"/>
                <a:cs typeface="Noto Sans KR"/>
              </a:defRPr>
            </a:lvl6pPr>
            <a:lvl7pPr algn="ctr">
              <a:defRPr sz="1200" b="0">
                <a:solidFill>
                  <a:srgbClr val="738096"/>
                </a:solidFill>
                <a:latin typeface="Noto Sans KR"/>
                <a:ea typeface="Noto Sans KR"/>
                <a:cs typeface="Noto Sans KR"/>
              </a:defRPr>
            </a:lvl7pPr>
            <a:lvl8pPr algn="ctr">
              <a:defRPr sz="1200" b="0">
                <a:solidFill>
                  <a:srgbClr val="738096"/>
                </a:solidFill>
                <a:latin typeface="Noto Sans KR"/>
                <a:ea typeface="Noto Sans KR"/>
                <a:cs typeface="Noto Sans KR"/>
              </a:defRPr>
            </a:lvl8pPr>
            <a:lvl9pPr algn="ctr">
              <a:defRPr sz="1200" b="0">
                <a:solidFill>
                  <a:srgbClr val="738096"/>
                </a:solidFill>
                <a:latin typeface="Noto Sans KR"/>
                <a:ea typeface="Noto Sans KR"/>
                <a:cs typeface="Noto Sans KR"/>
              </a:defRPr>
            </a:lvl9pPr>
          </a:lstStyle>
          <a:p xmlns:a="http://schemas.openxmlformats.org/drawingml/2006/main">
            <a:pPr algn="ctr">
              <a:defRPr sz="1200" b="0">
                <a:solidFill>
                  <a:srgbClr val="BAC5D8"/>
                </a:solidFill>
                <a:latin typeface="Noto Sans KR"/>
                <a:ea typeface="Noto Sans KR"/>
                <a:cs typeface="Noto Sans KR"/>
              </a:defRPr>
            </a:pPr>
            <a:r>
              <a:rPr sz="1200" b="0">
                <a:solidFill>
                  <a:srgbClr val="738096"/>
                </a:solidFill>
                <a:latin typeface="Noto Sans KR"/>
                <a:ea typeface="Noto Sans KR"/>
                <a:cs typeface="Noto Sans KR"/>
              </a:rPr>
              <a:t>월별 추이는 원본 도표 판독 근사값이며,</a:t>
            </a:r>
          </a:p>
          <a:p xmlns:a="http://schemas.openxmlformats.org/drawingml/2006/main">
            <a:pPr algn="ctr">
              <a:defRPr sz="1200" b="0">
                <a:solidFill>
                  <a:srgbClr val="BAC5D8"/>
                </a:solidFill>
                <a:latin typeface="Noto Sans KR"/>
                <a:ea typeface="Noto Sans KR"/>
                <a:cs typeface="Noto Sans KR"/>
              </a:defRPr>
            </a:pPr>
            <a:r>
              <a:rPr sz="1200" b="0">
                <a:solidFill>
                  <a:srgbClr val="738096"/>
                </a:solidFill>
                <a:latin typeface="Noto Sans KR"/>
                <a:ea typeface="Noto Sans KR"/>
                <a:cs typeface="Noto Sans KR"/>
              </a:rPr>
              <a:t>11·12월의 네 수치는 원문 명시값이다.</a:t>
            </a:r>
          </a:p>
        </p:txBody>
      </p:sp>
      <p:sp>
        <p:nvSpPr>
          <p:cNvPr id="14" name="">
            <a:extLst xmlns:a="http://schemas.openxmlformats.org/drawingml/2006/main">
              <a:ext uri="{FF2B5EF4-FFF2-40B4-BE49-F238E27FC236}">
                <a16:creationId xmlns:a16="http://schemas.microsoft.com/office/drawing/2014/main" id="{C8BEC3E7-EB1D-4523-B125-3CE6948F989B}"/>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prstDash val="solid"/>
          </a:ln>
        </p:spPr>
      </p:sp>
      <p:sp>
        <p:nvSpPr>
          <p:cNvPr id="15" name="고객의 방문·이용 행동으로 이 차이를 설명할 수 있을까?">
            <a:extLst xmlns:a="http://schemas.openxmlformats.org/drawingml/2006/main">
              <a:ext uri="{FF2B5EF4-FFF2-40B4-BE49-F238E27FC236}">
                <a16:creationId xmlns:a16="http://schemas.microsoft.com/office/drawing/2014/main" id="{A532EC25-4109-422E-841E-18589631C63C}"/>
              </a:ext>
            </a:extLst>
          </p:cNvPr>
          <p:cNvSpPr>
            <a:spLocks xmlns:a="http://schemas.openxmlformats.org/drawingml/2006/main" noGrp="1"/>
          </p:cNvSpPr>
          <p:nvPr/>
        </p:nvSpPr>
        <p:spPr>
          <a:xfrm xmlns:a="http://schemas.openxmlformats.org/drawingml/2006/main">
            <a:off x="1323975" y="5934075"/>
            <a:ext cx="9544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92035"/>
                </a:solidFill>
                <a:latin typeface="Noto Sans KR"/>
                <a:ea typeface="Noto Sans KR"/>
                <a:cs typeface="Noto Sans KR"/>
              </a:defRPr>
            </a:defPPr>
            <a:lvl1pPr algn="ctr">
              <a:defRPr sz="1875" b="1">
                <a:solidFill>
                  <a:srgbClr val="192035"/>
                </a:solidFill>
                <a:latin typeface="Noto Sans KR"/>
                <a:ea typeface="Noto Sans KR"/>
                <a:cs typeface="Noto Sans KR"/>
              </a:defRPr>
            </a:lvl1pPr>
            <a:lvl2pPr algn="ctr">
              <a:defRPr sz="1875" b="1">
                <a:solidFill>
                  <a:srgbClr val="192035"/>
                </a:solidFill>
                <a:latin typeface="Noto Sans KR"/>
                <a:ea typeface="Noto Sans KR"/>
                <a:cs typeface="Noto Sans KR"/>
              </a:defRPr>
            </a:lvl2pPr>
            <a:lvl3pPr algn="ctr">
              <a:defRPr sz="1875" b="1">
                <a:solidFill>
                  <a:srgbClr val="192035"/>
                </a:solidFill>
                <a:latin typeface="Noto Sans KR"/>
                <a:ea typeface="Noto Sans KR"/>
                <a:cs typeface="Noto Sans KR"/>
              </a:defRPr>
            </a:lvl3pPr>
            <a:lvl4pPr algn="ctr">
              <a:defRPr sz="1875" b="1">
                <a:solidFill>
                  <a:srgbClr val="192035"/>
                </a:solidFill>
                <a:latin typeface="Noto Sans KR"/>
                <a:ea typeface="Noto Sans KR"/>
                <a:cs typeface="Noto Sans KR"/>
              </a:defRPr>
            </a:lvl4pPr>
            <a:lvl5pPr algn="ctr">
              <a:defRPr sz="1875" b="1">
                <a:solidFill>
                  <a:srgbClr val="192035"/>
                </a:solidFill>
                <a:latin typeface="Noto Sans KR"/>
                <a:ea typeface="Noto Sans KR"/>
                <a:cs typeface="Noto Sans KR"/>
              </a:defRPr>
            </a:lvl5pPr>
            <a:lvl6pPr algn="ctr">
              <a:defRPr sz="1875" b="1">
                <a:solidFill>
                  <a:srgbClr val="192035"/>
                </a:solidFill>
                <a:latin typeface="Noto Sans KR"/>
                <a:ea typeface="Noto Sans KR"/>
                <a:cs typeface="Noto Sans KR"/>
              </a:defRPr>
            </a:lvl6pPr>
            <a:lvl7pPr algn="ctr">
              <a:defRPr sz="1875" b="1">
                <a:solidFill>
                  <a:srgbClr val="192035"/>
                </a:solidFill>
                <a:latin typeface="Noto Sans KR"/>
                <a:ea typeface="Noto Sans KR"/>
                <a:cs typeface="Noto Sans KR"/>
              </a:defRPr>
            </a:lvl7pPr>
            <a:lvl8pPr algn="ctr">
              <a:defRPr sz="1875" b="1">
                <a:solidFill>
                  <a:srgbClr val="192035"/>
                </a:solidFill>
                <a:latin typeface="Noto Sans KR"/>
                <a:ea typeface="Noto Sans KR"/>
                <a:cs typeface="Noto Sans KR"/>
              </a:defRPr>
            </a:lvl8pPr>
            <a:lvl9pPr algn="ctr">
              <a:defRPr sz="1875" b="1">
                <a:solidFill>
                  <a:srgbClr val="192035"/>
                </a:solidFill>
                <a:latin typeface="Noto Sans KR"/>
                <a:ea typeface="Noto Sans KR"/>
                <a:cs typeface="Noto Sans KR"/>
              </a:defRPr>
            </a:lvl9pPr>
          </a:lstStyle>
          <a:p xmlns:a="http://schemas.openxmlformats.org/drawingml/2006/main">
            <a:pPr algn="ctr">
              <a:defRPr sz="1875" b="1">
                <a:solidFill>
                  <a:srgbClr val="F1F5F9"/>
                </a:solidFill>
                <a:latin typeface="Noto Sans KR"/>
                <a:ea typeface="Noto Sans KR"/>
                <a:cs typeface="Noto Sans KR"/>
              </a:defRPr>
            </a:pPr>
            <a:r>
              <a:rPr sz="1875" b="1">
                <a:solidFill>
                  <a:srgbClr val="192035"/>
                </a:solidFill>
                <a:latin typeface="Noto Sans KR"/>
                <a:ea typeface="Noto Sans KR"/>
                <a:cs typeface="Noto Sans KR"/>
              </a:rPr>
              <a:t>고객의 방문·이용 행동으로 이 차이를 설명할 수 있을까?</a:t>
            </a:r>
          </a:p>
        </p:txBody>
      </p:sp>
    </p:spTree>
    <p:extLst>
      <p:ext uri="{BB962C8B-B14F-4D97-AF65-F5344CB8AC3E}">
        <p14:creationId xmlns:p14="http://schemas.microsoft.com/office/powerpoint/2010/main" val="2104612807"/>
      </p:ext>
    </p:extLst>
  </p:cSld>
</p:sld>
</file>

<file path=ppt/slides/slide3.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79512AE-6998-4840-A20F-DD7C9A6AAC8F}"/>
              </a:ext>
            </a:extLst>
          </p:cNvPr>
          <p:cNvPicPr>
            <a:picLocks xmlns:a="http://schemas.openxmlformats.org/drawingml/2006/main" noChangeAspect="1"/>
          </p:cNvPicPr>
          <p:nvPr/>
        </p:nvPicPr>
        <p:blipFill>
          <a:blip xmlns:r="http://schemas.openxmlformats.org/officeDocument/2006/relationships" xmlns:a="http://schemas.openxmlformats.org/drawingml/2006/main" r:embed="R661dec3f1e6b4e8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방문·이용량·보정 모형을 순서대로 확인">
            <a:extLst xmlns:a="http://schemas.openxmlformats.org/drawingml/2006/main">
              <a:ext uri="{FF2B5EF4-FFF2-40B4-BE49-F238E27FC236}">
                <a16:creationId xmlns:a16="http://schemas.microsoft.com/office/drawing/2014/main" id="{0ACF563F-388F-4BE1-B4D3-842C03728DD0}"/>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192035"/>
                </a:solidFill>
                <a:latin typeface="Noto Sans KR"/>
                <a:ea typeface="Noto Sans KR"/>
                <a:cs typeface="Noto Sans KR"/>
              </a:defRPr>
            </a:defPPr>
            <a:lvl1pPr algn="ctr">
              <a:defRPr sz="3000" b="1">
                <a:solidFill>
                  <a:srgbClr val="192035"/>
                </a:solidFill>
                <a:latin typeface="Noto Sans KR"/>
                <a:ea typeface="Noto Sans KR"/>
                <a:cs typeface="Noto Sans KR"/>
              </a:defRPr>
            </a:lvl1pPr>
            <a:lvl2pPr algn="ctr">
              <a:defRPr sz="3000" b="1">
                <a:solidFill>
                  <a:srgbClr val="192035"/>
                </a:solidFill>
                <a:latin typeface="Noto Sans KR"/>
                <a:ea typeface="Noto Sans KR"/>
                <a:cs typeface="Noto Sans KR"/>
              </a:defRPr>
            </a:lvl2pPr>
            <a:lvl3pPr algn="ctr">
              <a:defRPr sz="3000" b="1">
                <a:solidFill>
                  <a:srgbClr val="192035"/>
                </a:solidFill>
                <a:latin typeface="Noto Sans KR"/>
                <a:ea typeface="Noto Sans KR"/>
                <a:cs typeface="Noto Sans KR"/>
              </a:defRPr>
            </a:lvl3pPr>
            <a:lvl4pPr algn="ctr">
              <a:defRPr sz="3000" b="1">
                <a:solidFill>
                  <a:srgbClr val="192035"/>
                </a:solidFill>
                <a:latin typeface="Noto Sans KR"/>
                <a:ea typeface="Noto Sans KR"/>
                <a:cs typeface="Noto Sans KR"/>
              </a:defRPr>
            </a:lvl4pPr>
            <a:lvl5pPr algn="ctr">
              <a:defRPr sz="3000" b="1">
                <a:solidFill>
                  <a:srgbClr val="192035"/>
                </a:solidFill>
                <a:latin typeface="Noto Sans KR"/>
                <a:ea typeface="Noto Sans KR"/>
                <a:cs typeface="Noto Sans KR"/>
              </a:defRPr>
            </a:lvl5pPr>
            <a:lvl6pPr algn="ctr">
              <a:defRPr sz="3000" b="1">
                <a:solidFill>
                  <a:srgbClr val="192035"/>
                </a:solidFill>
                <a:latin typeface="Noto Sans KR"/>
                <a:ea typeface="Noto Sans KR"/>
                <a:cs typeface="Noto Sans KR"/>
              </a:defRPr>
            </a:lvl6pPr>
            <a:lvl7pPr algn="ctr">
              <a:defRPr sz="3000" b="1">
                <a:solidFill>
                  <a:srgbClr val="192035"/>
                </a:solidFill>
                <a:latin typeface="Noto Sans KR"/>
                <a:ea typeface="Noto Sans KR"/>
                <a:cs typeface="Noto Sans KR"/>
              </a:defRPr>
            </a:lvl7pPr>
            <a:lvl8pPr algn="ctr">
              <a:defRPr sz="3000" b="1">
                <a:solidFill>
                  <a:srgbClr val="192035"/>
                </a:solidFill>
                <a:latin typeface="Noto Sans KR"/>
                <a:ea typeface="Noto Sans KR"/>
                <a:cs typeface="Noto Sans KR"/>
              </a:defRPr>
            </a:lvl8pPr>
            <a:lvl9pPr algn="ctr">
              <a:defRPr sz="3000" b="1">
                <a:solidFill>
                  <a:srgbClr val="192035"/>
                </a:solidFill>
                <a:latin typeface="Noto Sans KR"/>
                <a:ea typeface="Noto Sans KR"/>
                <a:cs typeface="Noto Sans KR"/>
              </a:defRPr>
            </a:lvl9pPr>
          </a:lstStyle>
          <a:p xmlns:a="http://schemas.openxmlformats.org/drawingml/2006/main">
            <a:pPr algn="ctr">
              <a:defRPr sz="3000" b="1">
                <a:solidFill>
                  <a:srgbClr val="F1F5F9"/>
                </a:solidFill>
                <a:latin typeface="Noto Sans KR"/>
                <a:ea typeface="Noto Sans KR"/>
                <a:cs typeface="Noto Sans KR"/>
              </a:defRPr>
            </a:pPr>
            <a:r>
              <a:rPr sz="3000" b="1">
                <a:solidFill>
                  <a:srgbClr val="192035"/>
                </a:solidFill>
                <a:latin typeface="Noto Sans KR"/>
                <a:ea typeface="Noto Sans KR"/>
                <a:cs typeface="Noto Sans KR"/>
              </a:rPr>
              <a:t>방문·이용량·보정 모형을 순서대로 확인</a:t>
            </a:r>
          </a:p>
        </p:txBody>
      </p:sp>
      <p:sp>
        <p:nvSpPr>
          <p:cNvPr id="4" name="">
            <a:extLst xmlns:a="http://schemas.openxmlformats.org/drawingml/2006/main">
              <a:ext uri="{FF2B5EF4-FFF2-40B4-BE49-F238E27FC236}">
                <a16:creationId xmlns:a16="http://schemas.microsoft.com/office/drawing/2014/main" id="{25D1EB58-F26E-4057-8EC7-F43721EB2CE9}"/>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prstDash val="solid"/>
          </a:ln>
        </p:spPr>
      </p:sp>
      <p:sp>
        <p:nvSpPr>
          <p:cNvPr id="5" name="비교 기간: 2022·2023년 11~12월">
            <a:extLst xmlns:a="http://schemas.openxmlformats.org/drawingml/2006/main">
              <a:ext uri="{FF2B5EF4-FFF2-40B4-BE49-F238E27FC236}">
                <a16:creationId xmlns:a16="http://schemas.microsoft.com/office/drawing/2014/main" id="{DDF5BE46-275D-44FE-B409-89DA7CDDC8F3}"/>
              </a:ext>
            </a:extLst>
          </p:cNvPr>
          <p:cNvSpPr>
            <a:spLocks xmlns:a="http://schemas.openxmlformats.org/drawingml/2006/main" noGrp="1"/>
          </p:cNvSpPr>
          <p:nvPr/>
        </p:nvSpPr>
        <p:spPr>
          <a:xfrm xmlns:a="http://schemas.openxmlformats.org/drawingml/2006/main">
            <a:off x="857250" y="2009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738096"/>
                </a:solidFill>
                <a:latin typeface="Noto Sans KR"/>
                <a:ea typeface="Noto Sans KR"/>
                <a:cs typeface="Noto Sans KR"/>
              </a:defRPr>
            </a:defPPr>
            <a:lvl1pPr algn="ctr">
              <a:defRPr sz="1425" b="0">
                <a:solidFill>
                  <a:srgbClr val="738096"/>
                </a:solidFill>
                <a:latin typeface="Noto Sans KR"/>
                <a:ea typeface="Noto Sans KR"/>
                <a:cs typeface="Noto Sans KR"/>
              </a:defRPr>
            </a:lvl1pPr>
            <a:lvl2pPr algn="ctr">
              <a:defRPr sz="1425" b="0">
                <a:solidFill>
                  <a:srgbClr val="738096"/>
                </a:solidFill>
                <a:latin typeface="Noto Sans KR"/>
                <a:ea typeface="Noto Sans KR"/>
                <a:cs typeface="Noto Sans KR"/>
              </a:defRPr>
            </a:lvl2pPr>
            <a:lvl3pPr algn="ctr">
              <a:defRPr sz="1425" b="0">
                <a:solidFill>
                  <a:srgbClr val="738096"/>
                </a:solidFill>
                <a:latin typeface="Noto Sans KR"/>
                <a:ea typeface="Noto Sans KR"/>
                <a:cs typeface="Noto Sans KR"/>
              </a:defRPr>
            </a:lvl3pPr>
            <a:lvl4pPr algn="ctr">
              <a:defRPr sz="1425" b="0">
                <a:solidFill>
                  <a:srgbClr val="738096"/>
                </a:solidFill>
                <a:latin typeface="Noto Sans KR"/>
                <a:ea typeface="Noto Sans KR"/>
                <a:cs typeface="Noto Sans KR"/>
              </a:defRPr>
            </a:lvl4pPr>
            <a:lvl5pPr algn="ctr">
              <a:defRPr sz="1425" b="0">
                <a:solidFill>
                  <a:srgbClr val="738096"/>
                </a:solidFill>
                <a:latin typeface="Noto Sans KR"/>
                <a:ea typeface="Noto Sans KR"/>
                <a:cs typeface="Noto Sans KR"/>
              </a:defRPr>
            </a:lvl5pPr>
            <a:lvl6pPr algn="ctr">
              <a:defRPr sz="1425" b="0">
                <a:solidFill>
                  <a:srgbClr val="738096"/>
                </a:solidFill>
                <a:latin typeface="Noto Sans KR"/>
                <a:ea typeface="Noto Sans KR"/>
                <a:cs typeface="Noto Sans KR"/>
              </a:defRPr>
            </a:lvl6pPr>
            <a:lvl7pPr algn="ctr">
              <a:defRPr sz="1425" b="0">
                <a:solidFill>
                  <a:srgbClr val="738096"/>
                </a:solidFill>
                <a:latin typeface="Noto Sans KR"/>
                <a:ea typeface="Noto Sans KR"/>
                <a:cs typeface="Noto Sans KR"/>
              </a:defRPr>
            </a:lvl7pPr>
            <a:lvl8pPr algn="ctr">
              <a:defRPr sz="1425" b="0">
                <a:solidFill>
                  <a:srgbClr val="738096"/>
                </a:solidFill>
                <a:latin typeface="Noto Sans KR"/>
                <a:ea typeface="Noto Sans KR"/>
                <a:cs typeface="Noto Sans KR"/>
              </a:defRPr>
            </a:lvl8pPr>
            <a:lvl9pPr algn="ctr">
              <a:defRPr sz="1425" b="0">
                <a:solidFill>
                  <a:srgbClr val="738096"/>
                </a:solidFill>
                <a:latin typeface="Noto Sans KR"/>
                <a:ea typeface="Noto Sans KR"/>
                <a:cs typeface="Noto Sans KR"/>
              </a:defRPr>
            </a:lvl9pPr>
          </a:lstStyle>
          <a:p xmlns:a="http://schemas.openxmlformats.org/drawingml/2006/main">
            <a:pPr algn="ctr">
              <a:defRPr sz="1425" b="0">
                <a:solidFill>
                  <a:srgbClr val="BAC5D8"/>
                </a:solidFill>
                <a:latin typeface="Noto Sans KR"/>
                <a:ea typeface="Noto Sans KR"/>
                <a:cs typeface="Noto Sans KR"/>
              </a:defRPr>
            </a:pPr>
            <a:r>
              <a:rPr sz="1425" b="0">
                <a:solidFill>
                  <a:srgbClr val="738096"/>
                </a:solidFill>
                <a:latin typeface="Noto Sans KR"/>
                <a:ea typeface="Noto Sans KR"/>
                <a:cs typeface="Noto Sans KR"/>
              </a:rPr>
              <a:t>비교 기간: 2022·2023년 11~12월</a:t>
            </a:r>
          </a:p>
        </p:txBody>
      </p:sp>
      <p:sp>
        <p:nvSpPr>
          <p:cNvPr id="6" name="873명">
            <a:extLst xmlns:a="http://schemas.openxmlformats.org/drawingml/2006/main">
              <a:ext uri="{FF2B5EF4-FFF2-40B4-BE49-F238E27FC236}">
                <a16:creationId xmlns:a16="http://schemas.microsoft.com/office/drawing/2014/main" id="{72F7EB68-B7A6-45D9-B5B6-FAF4428CA16A}"/>
              </a:ext>
            </a:extLst>
          </p:cNvPr>
          <p:cNvSpPr>
            <a:spLocks xmlns:a="http://schemas.openxmlformats.org/drawingml/2006/main" noGrp="1"/>
          </p:cNvSpPr>
          <p:nvPr/>
        </p:nvSpPr>
        <p:spPr>
          <a:xfrm xmlns:a="http://schemas.openxmlformats.org/drawingml/2006/main">
            <a:off x="1066800" y="2724150"/>
            <a:ext cx="3762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6075" b="1">
                <a:solidFill>
                  <a:srgbClr val="192035"/>
                </a:solidFill>
                <a:latin typeface="Noto Sans KR"/>
                <a:ea typeface="Noto Sans KR"/>
                <a:cs typeface="Noto Sans KR"/>
              </a:defRPr>
            </a:defPPr>
            <a:lvl1pPr algn="ctr">
              <a:defRPr sz="6075" b="1">
                <a:solidFill>
                  <a:srgbClr val="192035"/>
                </a:solidFill>
                <a:latin typeface="Noto Sans KR"/>
                <a:ea typeface="Noto Sans KR"/>
                <a:cs typeface="Noto Sans KR"/>
              </a:defRPr>
            </a:lvl1pPr>
            <a:lvl2pPr algn="ctr">
              <a:defRPr sz="6075" b="1">
                <a:solidFill>
                  <a:srgbClr val="192035"/>
                </a:solidFill>
                <a:latin typeface="Noto Sans KR"/>
                <a:ea typeface="Noto Sans KR"/>
                <a:cs typeface="Noto Sans KR"/>
              </a:defRPr>
            </a:lvl2pPr>
            <a:lvl3pPr algn="ctr">
              <a:defRPr sz="6075" b="1">
                <a:solidFill>
                  <a:srgbClr val="192035"/>
                </a:solidFill>
                <a:latin typeface="Noto Sans KR"/>
                <a:ea typeface="Noto Sans KR"/>
                <a:cs typeface="Noto Sans KR"/>
              </a:defRPr>
            </a:lvl3pPr>
            <a:lvl4pPr algn="ctr">
              <a:defRPr sz="6075" b="1">
                <a:solidFill>
                  <a:srgbClr val="192035"/>
                </a:solidFill>
                <a:latin typeface="Noto Sans KR"/>
                <a:ea typeface="Noto Sans KR"/>
                <a:cs typeface="Noto Sans KR"/>
              </a:defRPr>
            </a:lvl4pPr>
            <a:lvl5pPr algn="ctr">
              <a:defRPr sz="6075" b="1">
                <a:solidFill>
                  <a:srgbClr val="192035"/>
                </a:solidFill>
                <a:latin typeface="Noto Sans KR"/>
                <a:ea typeface="Noto Sans KR"/>
                <a:cs typeface="Noto Sans KR"/>
              </a:defRPr>
            </a:lvl5pPr>
            <a:lvl6pPr algn="ctr">
              <a:defRPr sz="6075" b="1">
                <a:solidFill>
                  <a:srgbClr val="192035"/>
                </a:solidFill>
                <a:latin typeface="Noto Sans KR"/>
                <a:ea typeface="Noto Sans KR"/>
                <a:cs typeface="Noto Sans KR"/>
              </a:defRPr>
            </a:lvl6pPr>
            <a:lvl7pPr algn="ctr">
              <a:defRPr sz="6075" b="1">
                <a:solidFill>
                  <a:srgbClr val="192035"/>
                </a:solidFill>
                <a:latin typeface="Noto Sans KR"/>
                <a:ea typeface="Noto Sans KR"/>
                <a:cs typeface="Noto Sans KR"/>
              </a:defRPr>
            </a:lvl7pPr>
            <a:lvl8pPr algn="ctr">
              <a:defRPr sz="6075" b="1">
                <a:solidFill>
                  <a:srgbClr val="192035"/>
                </a:solidFill>
                <a:latin typeface="Noto Sans KR"/>
                <a:ea typeface="Noto Sans KR"/>
                <a:cs typeface="Noto Sans KR"/>
              </a:defRPr>
            </a:lvl8pPr>
            <a:lvl9pPr algn="ctr">
              <a:defRPr sz="6075" b="1">
                <a:solidFill>
                  <a:srgbClr val="192035"/>
                </a:solidFill>
                <a:latin typeface="Noto Sans KR"/>
                <a:ea typeface="Noto Sans KR"/>
                <a:cs typeface="Noto Sans KR"/>
              </a:defRPr>
            </a:lvl9pPr>
          </a:lstStyle>
          <a:p xmlns:a="http://schemas.openxmlformats.org/drawingml/2006/main">
            <a:pPr algn="ctr">
              <a:defRPr sz="6075" b="1">
                <a:solidFill>
                  <a:srgbClr val="F1F5F9"/>
                </a:solidFill>
                <a:latin typeface="Noto Sans KR"/>
                <a:ea typeface="Noto Sans KR"/>
                <a:cs typeface="Noto Sans KR"/>
              </a:defRPr>
            </a:pPr>
            <a:r>
              <a:rPr sz="6075" b="1">
                <a:solidFill>
                  <a:srgbClr val="192035"/>
                </a:solidFill>
                <a:latin typeface="Noto Sans KR"/>
                <a:ea typeface="Noto Sans KR"/>
                <a:cs typeface="Noto Sans KR"/>
              </a:rPr>
              <a:t>873명</a:t>
            </a:r>
          </a:p>
        </p:txBody>
      </p:sp>
      <p:sp>
        <p:nvSpPr>
          <p:cNvPr id="7" name="한 번 이상 방문한 고객">
            <a:extLst xmlns:a="http://schemas.openxmlformats.org/drawingml/2006/main">
              <a:ext uri="{FF2B5EF4-FFF2-40B4-BE49-F238E27FC236}">
                <a16:creationId xmlns:a16="http://schemas.microsoft.com/office/drawing/2014/main" id="{9BEB903C-6964-4F81-A4FE-600922D82EBE}"/>
              </a:ext>
            </a:extLst>
          </p:cNvPr>
          <p:cNvSpPr>
            <a:spLocks xmlns:a="http://schemas.openxmlformats.org/drawingml/2006/main" noGrp="1"/>
          </p:cNvSpPr>
          <p:nvPr/>
        </p:nvSpPr>
        <p:spPr>
          <a:xfrm xmlns:a="http://schemas.openxmlformats.org/drawingml/2006/main">
            <a:off x="1038225" y="3838575"/>
            <a:ext cx="3838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92035"/>
                </a:solidFill>
                <a:latin typeface="Noto Sans KR"/>
                <a:ea typeface="Noto Sans KR"/>
                <a:cs typeface="Noto Sans KR"/>
              </a:defRPr>
            </a:defPPr>
            <a:lvl1pPr algn="ctr">
              <a:defRPr sz="2025" b="1">
                <a:solidFill>
                  <a:srgbClr val="192035"/>
                </a:solidFill>
                <a:latin typeface="Noto Sans KR"/>
                <a:ea typeface="Noto Sans KR"/>
                <a:cs typeface="Noto Sans KR"/>
              </a:defRPr>
            </a:lvl1pPr>
            <a:lvl2pPr algn="ctr">
              <a:defRPr sz="2025" b="1">
                <a:solidFill>
                  <a:srgbClr val="192035"/>
                </a:solidFill>
                <a:latin typeface="Noto Sans KR"/>
                <a:ea typeface="Noto Sans KR"/>
                <a:cs typeface="Noto Sans KR"/>
              </a:defRPr>
            </a:lvl2pPr>
            <a:lvl3pPr algn="ctr">
              <a:defRPr sz="2025" b="1">
                <a:solidFill>
                  <a:srgbClr val="192035"/>
                </a:solidFill>
                <a:latin typeface="Noto Sans KR"/>
                <a:ea typeface="Noto Sans KR"/>
                <a:cs typeface="Noto Sans KR"/>
              </a:defRPr>
            </a:lvl3pPr>
            <a:lvl4pPr algn="ctr">
              <a:defRPr sz="2025" b="1">
                <a:solidFill>
                  <a:srgbClr val="192035"/>
                </a:solidFill>
                <a:latin typeface="Noto Sans KR"/>
                <a:ea typeface="Noto Sans KR"/>
                <a:cs typeface="Noto Sans KR"/>
              </a:defRPr>
            </a:lvl4pPr>
            <a:lvl5pPr algn="ctr">
              <a:defRPr sz="2025" b="1">
                <a:solidFill>
                  <a:srgbClr val="192035"/>
                </a:solidFill>
                <a:latin typeface="Noto Sans KR"/>
                <a:ea typeface="Noto Sans KR"/>
                <a:cs typeface="Noto Sans KR"/>
              </a:defRPr>
            </a:lvl5pPr>
            <a:lvl6pPr algn="ctr">
              <a:defRPr sz="2025" b="1">
                <a:solidFill>
                  <a:srgbClr val="192035"/>
                </a:solidFill>
                <a:latin typeface="Noto Sans KR"/>
                <a:ea typeface="Noto Sans KR"/>
                <a:cs typeface="Noto Sans KR"/>
              </a:defRPr>
            </a:lvl6pPr>
            <a:lvl7pPr algn="ctr">
              <a:defRPr sz="2025" b="1">
                <a:solidFill>
                  <a:srgbClr val="192035"/>
                </a:solidFill>
                <a:latin typeface="Noto Sans KR"/>
                <a:ea typeface="Noto Sans KR"/>
                <a:cs typeface="Noto Sans KR"/>
              </a:defRPr>
            </a:lvl7pPr>
            <a:lvl8pPr algn="ctr">
              <a:defRPr sz="2025" b="1">
                <a:solidFill>
                  <a:srgbClr val="192035"/>
                </a:solidFill>
                <a:latin typeface="Noto Sans KR"/>
                <a:ea typeface="Noto Sans KR"/>
                <a:cs typeface="Noto Sans KR"/>
              </a:defRPr>
            </a:lvl8pPr>
            <a:lvl9pPr algn="ctr">
              <a:defRPr sz="2025" b="1">
                <a:solidFill>
                  <a:srgbClr val="192035"/>
                </a:solidFill>
                <a:latin typeface="Noto Sans KR"/>
                <a:ea typeface="Noto Sans KR"/>
                <a:cs typeface="Noto Sans KR"/>
              </a:defRPr>
            </a:lvl9pPr>
          </a:lstStyle>
          <a:p xmlns:a="http://schemas.openxmlformats.org/drawingml/2006/main">
            <a:pPr algn="ctr">
              <a:defRPr sz="2025" b="1">
                <a:solidFill>
                  <a:srgbClr val="F1F5F9"/>
                </a:solidFill>
                <a:latin typeface="Noto Sans KR"/>
                <a:ea typeface="Noto Sans KR"/>
                <a:cs typeface="Noto Sans KR"/>
              </a:defRPr>
            </a:pPr>
            <a:r>
              <a:rPr sz="2025" b="1">
                <a:solidFill>
                  <a:srgbClr val="192035"/>
                </a:solidFill>
                <a:latin typeface="Noto Sans KR"/>
                <a:ea typeface="Noto Sans KR"/>
                <a:cs typeface="Noto Sans KR"/>
              </a:rPr>
              <a:t>한 번 이상 방문한 고객</a:t>
            </a:r>
          </a:p>
        </p:txBody>
      </p:sp>
      <p:sp>
        <p:nvSpPr>
          <p:cNvPr id="8" name="2022년 410명 + 2023년 463명">
            <a:extLst xmlns:a="http://schemas.openxmlformats.org/drawingml/2006/main">
              <a:ext uri="{FF2B5EF4-FFF2-40B4-BE49-F238E27FC236}">
                <a16:creationId xmlns:a16="http://schemas.microsoft.com/office/drawing/2014/main" id="{15C025AD-23B7-4241-AA53-8500A3DC5F2D}"/>
              </a:ext>
            </a:extLst>
          </p:cNvPr>
          <p:cNvSpPr>
            <a:spLocks xmlns:a="http://schemas.openxmlformats.org/drawingml/2006/main" noGrp="1"/>
          </p:cNvSpPr>
          <p:nvPr/>
        </p:nvSpPr>
        <p:spPr>
          <a:xfrm xmlns:a="http://schemas.openxmlformats.org/drawingml/2006/main">
            <a:off x="1028700" y="4400550"/>
            <a:ext cx="3857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738096"/>
                </a:solidFill>
                <a:latin typeface="Noto Sans KR"/>
                <a:ea typeface="Noto Sans KR"/>
                <a:cs typeface="Noto Sans KR"/>
              </a:defRPr>
            </a:defPPr>
            <a:lvl1pPr algn="ctr">
              <a:defRPr sz="1575" b="0">
                <a:solidFill>
                  <a:srgbClr val="738096"/>
                </a:solidFill>
                <a:latin typeface="Noto Sans KR"/>
                <a:ea typeface="Noto Sans KR"/>
                <a:cs typeface="Noto Sans KR"/>
              </a:defRPr>
            </a:lvl1pPr>
            <a:lvl2pPr algn="ctr">
              <a:defRPr sz="1575" b="0">
                <a:solidFill>
                  <a:srgbClr val="738096"/>
                </a:solidFill>
                <a:latin typeface="Noto Sans KR"/>
                <a:ea typeface="Noto Sans KR"/>
                <a:cs typeface="Noto Sans KR"/>
              </a:defRPr>
            </a:lvl2pPr>
            <a:lvl3pPr algn="ctr">
              <a:defRPr sz="1575" b="0">
                <a:solidFill>
                  <a:srgbClr val="738096"/>
                </a:solidFill>
                <a:latin typeface="Noto Sans KR"/>
                <a:ea typeface="Noto Sans KR"/>
                <a:cs typeface="Noto Sans KR"/>
              </a:defRPr>
            </a:lvl3pPr>
            <a:lvl4pPr algn="ctr">
              <a:defRPr sz="1575" b="0">
                <a:solidFill>
                  <a:srgbClr val="738096"/>
                </a:solidFill>
                <a:latin typeface="Noto Sans KR"/>
                <a:ea typeface="Noto Sans KR"/>
                <a:cs typeface="Noto Sans KR"/>
              </a:defRPr>
            </a:lvl4pPr>
            <a:lvl5pPr algn="ctr">
              <a:defRPr sz="1575" b="0">
                <a:solidFill>
                  <a:srgbClr val="738096"/>
                </a:solidFill>
                <a:latin typeface="Noto Sans KR"/>
                <a:ea typeface="Noto Sans KR"/>
                <a:cs typeface="Noto Sans KR"/>
              </a:defRPr>
            </a:lvl5pPr>
            <a:lvl6pPr algn="ctr">
              <a:defRPr sz="1575" b="0">
                <a:solidFill>
                  <a:srgbClr val="738096"/>
                </a:solidFill>
                <a:latin typeface="Noto Sans KR"/>
                <a:ea typeface="Noto Sans KR"/>
                <a:cs typeface="Noto Sans KR"/>
              </a:defRPr>
            </a:lvl6pPr>
            <a:lvl7pPr algn="ctr">
              <a:defRPr sz="1575" b="0">
                <a:solidFill>
                  <a:srgbClr val="738096"/>
                </a:solidFill>
                <a:latin typeface="Noto Sans KR"/>
                <a:ea typeface="Noto Sans KR"/>
                <a:cs typeface="Noto Sans KR"/>
              </a:defRPr>
            </a:lvl7pPr>
            <a:lvl8pPr algn="ctr">
              <a:defRPr sz="1575" b="0">
                <a:solidFill>
                  <a:srgbClr val="738096"/>
                </a:solidFill>
                <a:latin typeface="Noto Sans KR"/>
                <a:ea typeface="Noto Sans KR"/>
                <a:cs typeface="Noto Sans KR"/>
              </a:defRPr>
            </a:lvl8pPr>
            <a:lvl9pPr algn="ctr">
              <a:defRPr sz="1575" b="0">
                <a:solidFill>
                  <a:srgbClr val="738096"/>
                </a:solidFill>
                <a:latin typeface="Noto Sans KR"/>
                <a:ea typeface="Noto Sans KR"/>
                <a:cs typeface="Noto Sans KR"/>
              </a:defRPr>
            </a:lvl9pPr>
          </a:lstStyle>
          <a:p xmlns:a="http://schemas.openxmlformats.org/drawingml/2006/main">
            <a:pPr algn="ctr">
              <a:defRPr sz="1575" b="0">
                <a:solidFill>
                  <a:srgbClr val="BAC5D8"/>
                </a:solidFill>
                <a:latin typeface="Noto Sans KR"/>
                <a:ea typeface="Noto Sans KR"/>
                <a:cs typeface="Noto Sans KR"/>
              </a:defRPr>
            </a:pPr>
            <a:r>
              <a:rPr sz="1575" b="0">
                <a:solidFill>
                  <a:srgbClr val="738096"/>
                </a:solidFill>
                <a:latin typeface="Noto Sans KR"/>
                <a:ea typeface="Noto Sans KR"/>
                <a:cs typeface="Noto Sans KR"/>
              </a:rPr>
              <a:t>2022년 410명 + 2023년 463명</a:t>
            </a:r>
          </a:p>
        </p:txBody>
      </p:sp>
      <p:sp>
        <p:nvSpPr>
          <p:cNvPr id="9" name="01">
            <a:extLst xmlns:a="http://schemas.openxmlformats.org/drawingml/2006/main">
              <a:ext uri="{FF2B5EF4-FFF2-40B4-BE49-F238E27FC236}">
                <a16:creationId xmlns:a16="http://schemas.microsoft.com/office/drawing/2014/main" id="{44CCC772-50AD-4E35-91AD-CF0A5AEACAB1}"/>
              </a:ext>
            </a:extLst>
          </p:cNvPr>
          <p:cNvSpPr>
            <a:spLocks xmlns:a="http://schemas.openxmlformats.org/drawingml/2006/main" noGrp="1"/>
          </p:cNvSpPr>
          <p:nvPr/>
        </p:nvSpPr>
        <p:spPr>
          <a:xfrm xmlns:a="http://schemas.openxmlformats.org/drawingml/2006/main">
            <a:off x="5648325" y="251460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6554D9"/>
                </a:solidFill>
                <a:latin typeface="Noto Sans KR"/>
                <a:ea typeface="Noto Sans KR"/>
                <a:cs typeface="Noto Sans KR"/>
              </a:defRPr>
            </a:defPPr>
            <a:lvl1pPr algn="l">
              <a:defRPr sz="3150" b="1">
                <a:solidFill>
                  <a:srgbClr val="6554D9"/>
                </a:solidFill>
                <a:latin typeface="Noto Sans KR"/>
                <a:ea typeface="Noto Sans KR"/>
                <a:cs typeface="Noto Sans KR"/>
              </a:defRPr>
            </a:lvl1pPr>
            <a:lvl2pPr algn="l">
              <a:defRPr sz="3150" b="1">
                <a:solidFill>
                  <a:srgbClr val="6554D9"/>
                </a:solidFill>
                <a:latin typeface="Noto Sans KR"/>
                <a:ea typeface="Noto Sans KR"/>
                <a:cs typeface="Noto Sans KR"/>
              </a:defRPr>
            </a:lvl2pPr>
            <a:lvl3pPr algn="l">
              <a:defRPr sz="3150" b="1">
                <a:solidFill>
                  <a:srgbClr val="6554D9"/>
                </a:solidFill>
                <a:latin typeface="Noto Sans KR"/>
                <a:ea typeface="Noto Sans KR"/>
                <a:cs typeface="Noto Sans KR"/>
              </a:defRPr>
            </a:lvl3pPr>
            <a:lvl4pPr algn="l">
              <a:defRPr sz="3150" b="1">
                <a:solidFill>
                  <a:srgbClr val="6554D9"/>
                </a:solidFill>
                <a:latin typeface="Noto Sans KR"/>
                <a:ea typeface="Noto Sans KR"/>
                <a:cs typeface="Noto Sans KR"/>
              </a:defRPr>
            </a:lvl4pPr>
            <a:lvl5pPr algn="l">
              <a:defRPr sz="3150" b="1">
                <a:solidFill>
                  <a:srgbClr val="6554D9"/>
                </a:solidFill>
                <a:latin typeface="Noto Sans KR"/>
                <a:ea typeface="Noto Sans KR"/>
                <a:cs typeface="Noto Sans KR"/>
              </a:defRPr>
            </a:lvl5pPr>
            <a:lvl6pPr algn="l">
              <a:defRPr sz="3150" b="1">
                <a:solidFill>
                  <a:srgbClr val="6554D9"/>
                </a:solidFill>
                <a:latin typeface="Noto Sans KR"/>
                <a:ea typeface="Noto Sans KR"/>
                <a:cs typeface="Noto Sans KR"/>
              </a:defRPr>
            </a:lvl6pPr>
            <a:lvl7pPr algn="l">
              <a:defRPr sz="3150" b="1">
                <a:solidFill>
                  <a:srgbClr val="6554D9"/>
                </a:solidFill>
                <a:latin typeface="Noto Sans KR"/>
                <a:ea typeface="Noto Sans KR"/>
                <a:cs typeface="Noto Sans KR"/>
              </a:defRPr>
            </a:lvl7pPr>
            <a:lvl8pPr algn="l">
              <a:defRPr sz="3150" b="1">
                <a:solidFill>
                  <a:srgbClr val="6554D9"/>
                </a:solidFill>
                <a:latin typeface="Noto Sans KR"/>
                <a:ea typeface="Noto Sans KR"/>
                <a:cs typeface="Noto Sans KR"/>
              </a:defRPr>
            </a:lvl8pPr>
            <a:lvl9pPr algn="l">
              <a:defRPr sz="3150" b="1">
                <a:solidFill>
                  <a:srgbClr val="6554D9"/>
                </a:solidFill>
                <a:latin typeface="Noto Sans KR"/>
                <a:ea typeface="Noto Sans KR"/>
                <a:cs typeface="Noto Sans KR"/>
              </a:defRPr>
            </a:lvl9pPr>
          </a:lstStyle>
          <a:p xmlns:a="http://schemas.openxmlformats.org/drawingml/2006/main">
            <a:pPr algn="l">
              <a:defRPr sz="3150" b="1">
                <a:solidFill>
                  <a:srgbClr val="FF9B63"/>
                </a:solidFill>
                <a:latin typeface="Noto Sans KR"/>
                <a:ea typeface="Noto Sans KR"/>
                <a:cs typeface="Noto Sans KR"/>
              </a:defRPr>
            </a:pPr>
            <a:r>
              <a:rPr sz="3150" b="1">
                <a:solidFill>
                  <a:srgbClr val="6554D9"/>
                </a:solidFill>
                <a:latin typeface="Noto Sans KR"/>
                <a:ea typeface="Noto Sans KR"/>
                <a:cs typeface="Noto Sans KR"/>
              </a:rPr>
              <a:t>01</a:t>
            </a:r>
          </a:p>
        </p:txBody>
      </p:sp>
      <p:sp>
        <p:nvSpPr>
          <p:cNvPr id="10" name="방문 활성화">
            <a:extLst xmlns:a="http://schemas.openxmlformats.org/drawingml/2006/main">
              <a:ext uri="{FF2B5EF4-FFF2-40B4-BE49-F238E27FC236}">
                <a16:creationId xmlns:a16="http://schemas.microsoft.com/office/drawing/2014/main" id="{0FA54439-4945-485E-B1FF-21C2A5DB7030}"/>
              </a:ext>
            </a:extLst>
          </p:cNvPr>
          <p:cNvSpPr>
            <a:spLocks xmlns:a="http://schemas.openxmlformats.org/drawingml/2006/main" noGrp="1"/>
          </p:cNvSpPr>
          <p:nvPr/>
        </p:nvSpPr>
        <p:spPr>
          <a:xfrm xmlns:a="http://schemas.openxmlformats.org/drawingml/2006/main">
            <a:off x="6524625" y="251460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192035"/>
                </a:solidFill>
                <a:latin typeface="Noto Sans KR"/>
                <a:ea typeface="Noto Sans KR"/>
                <a:cs typeface="Noto Sans KR"/>
              </a:defRPr>
            </a:defPPr>
            <a:lvl1pPr algn="l">
              <a:defRPr sz="2175" b="1">
                <a:solidFill>
                  <a:srgbClr val="192035"/>
                </a:solidFill>
                <a:latin typeface="Noto Sans KR"/>
                <a:ea typeface="Noto Sans KR"/>
                <a:cs typeface="Noto Sans KR"/>
              </a:defRPr>
            </a:lvl1pPr>
            <a:lvl2pPr algn="l">
              <a:defRPr sz="2175" b="1">
                <a:solidFill>
                  <a:srgbClr val="192035"/>
                </a:solidFill>
                <a:latin typeface="Noto Sans KR"/>
                <a:ea typeface="Noto Sans KR"/>
                <a:cs typeface="Noto Sans KR"/>
              </a:defRPr>
            </a:lvl2pPr>
            <a:lvl3pPr algn="l">
              <a:defRPr sz="2175" b="1">
                <a:solidFill>
                  <a:srgbClr val="192035"/>
                </a:solidFill>
                <a:latin typeface="Noto Sans KR"/>
                <a:ea typeface="Noto Sans KR"/>
                <a:cs typeface="Noto Sans KR"/>
              </a:defRPr>
            </a:lvl3pPr>
            <a:lvl4pPr algn="l">
              <a:defRPr sz="2175" b="1">
                <a:solidFill>
                  <a:srgbClr val="192035"/>
                </a:solidFill>
                <a:latin typeface="Noto Sans KR"/>
                <a:ea typeface="Noto Sans KR"/>
                <a:cs typeface="Noto Sans KR"/>
              </a:defRPr>
            </a:lvl4pPr>
            <a:lvl5pPr algn="l">
              <a:defRPr sz="2175" b="1">
                <a:solidFill>
                  <a:srgbClr val="192035"/>
                </a:solidFill>
                <a:latin typeface="Noto Sans KR"/>
                <a:ea typeface="Noto Sans KR"/>
                <a:cs typeface="Noto Sans KR"/>
              </a:defRPr>
            </a:lvl5pPr>
            <a:lvl6pPr algn="l">
              <a:defRPr sz="2175" b="1">
                <a:solidFill>
                  <a:srgbClr val="192035"/>
                </a:solidFill>
                <a:latin typeface="Noto Sans KR"/>
                <a:ea typeface="Noto Sans KR"/>
                <a:cs typeface="Noto Sans KR"/>
              </a:defRPr>
            </a:lvl6pPr>
            <a:lvl7pPr algn="l">
              <a:defRPr sz="2175" b="1">
                <a:solidFill>
                  <a:srgbClr val="192035"/>
                </a:solidFill>
                <a:latin typeface="Noto Sans KR"/>
                <a:ea typeface="Noto Sans KR"/>
                <a:cs typeface="Noto Sans KR"/>
              </a:defRPr>
            </a:lvl7pPr>
            <a:lvl8pPr algn="l">
              <a:defRPr sz="2175" b="1">
                <a:solidFill>
                  <a:srgbClr val="192035"/>
                </a:solidFill>
                <a:latin typeface="Noto Sans KR"/>
                <a:ea typeface="Noto Sans KR"/>
                <a:cs typeface="Noto Sans KR"/>
              </a:defRPr>
            </a:lvl8pPr>
            <a:lvl9pPr algn="l">
              <a:defRPr sz="2175" b="1">
                <a:solidFill>
                  <a:srgbClr val="192035"/>
                </a:solidFill>
                <a:latin typeface="Noto Sans KR"/>
                <a:ea typeface="Noto Sans KR"/>
                <a:cs typeface="Noto Sans KR"/>
              </a:defRPr>
            </a:lvl9pPr>
          </a:lstStyle>
          <a:p xmlns:a="http://schemas.openxmlformats.org/drawingml/2006/main">
            <a:pPr algn="l">
              <a:defRPr sz="2175" b="1">
                <a:solidFill>
                  <a:srgbClr val="F1F5F9"/>
                </a:solidFill>
                <a:latin typeface="Noto Sans KR"/>
                <a:ea typeface="Noto Sans KR"/>
                <a:cs typeface="Noto Sans KR"/>
              </a:defRPr>
            </a:pPr>
            <a:r>
              <a:rPr sz="2175" b="1">
                <a:solidFill>
                  <a:srgbClr val="192035"/>
                </a:solidFill>
                <a:latin typeface="Noto Sans KR"/>
                <a:ea typeface="Noto Sans KR"/>
                <a:cs typeface="Noto Sans KR"/>
              </a:rPr>
              <a:t>방문 활성화</a:t>
            </a:r>
          </a:p>
        </p:txBody>
      </p:sp>
      <p:sp>
        <p:nvSpPr>
          <p:cNvPr id="11" name="신청 후 첫 방문·재방문">
            <a:extLst xmlns:a="http://schemas.openxmlformats.org/drawingml/2006/main">
              <a:ext uri="{FF2B5EF4-FFF2-40B4-BE49-F238E27FC236}">
                <a16:creationId xmlns:a16="http://schemas.microsoft.com/office/drawing/2014/main" id="{99A6F079-4F22-4A53-9714-87B28B8F9F6B}"/>
              </a:ext>
            </a:extLst>
          </p:cNvPr>
          <p:cNvSpPr>
            <a:spLocks xmlns:a="http://schemas.openxmlformats.org/drawingml/2006/main" noGrp="1"/>
          </p:cNvSpPr>
          <p:nvPr/>
        </p:nvSpPr>
        <p:spPr>
          <a:xfrm xmlns:a="http://schemas.openxmlformats.org/drawingml/2006/main">
            <a:off x="6524625" y="294322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738096"/>
                </a:solidFill>
                <a:latin typeface="Noto Sans KR"/>
                <a:ea typeface="Noto Sans KR"/>
                <a:cs typeface="Noto Sans KR"/>
              </a:defRPr>
            </a:defPPr>
            <a:lvl1pPr algn="l">
              <a:defRPr sz="1725" b="0">
                <a:solidFill>
                  <a:srgbClr val="738096"/>
                </a:solidFill>
                <a:latin typeface="Noto Sans KR"/>
                <a:ea typeface="Noto Sans KR"/>
                <a:cs typeface="Noto Sans KR"/>
              </a:defRPr>
            </a:lvl1pPr>
            <a:lvl2pPr algn="l">
              <a:defRPr sz="1725" b="0">
                <a:solidFill>
                  <a:srgbClr val="738096"/>
                </a:solidFill>
                <a:latin typeface="Noto Sans KR"/>
                <a:ea typeface="Noto Sans KR"/>
                <a:cs typeface="Noto Sans KR"/>
              </a:defRPr>
            </a:lvl2pPr>
            <a:lvl3pPr algn="l">
              <a:defRPr sz="1725" b="0">
                <a:solidFill>
                  <a:srgbClr val="738096"/>
                </a:solidFill>
                <a:latin typeface="Noto Sans KR"/>
                <a:ea typeface="Noto Sans KR"/>
                <a:cs typeface="Noto Sans KR"/>
              </a:defRPr>
            </a:lvl3pPr>
            <a:lvl4pPr algn="l">
              <a:defRPr sz="1725" b="0">
                <a:solidFill>
                  <a:srgbClr val="738096"/>
                </a:solidFill>
                <a:latin typeface="Noto Sans KR"/>
                <a:ea typeface="Noto Sans KR"/>
                <a:cs typeface="Noto Sans KR"/>
              </a:defRPr>
            </a:lvl4pPr>
            <a:lvl5pPr algn="l">
              <a:defRPr sz="1725" b="0">
                <a:solidFill>
                  <a:srgbClr val="738096"/>
                </a:solidFill>
                <a:latin typeface="Noto Sans KR"/>
                <a:ea typeface="Noto Sans KR"/>
                <a:cs typeface="Noto Sans KR"/>
              </a:defRPr>
            </a:lvl5pPr>
            <a:lvl6pPr algn="l">
              <a:defRPr sz="1725" b="0">
                <a:solidFill>
                  <a:srgbClr val="738096"/>
                </a:solidFill>
                <a:latin typeface="Noto Sans KR"/>
                <a:ea typeface="Noto Sans KR"/>
                <a:cs typeface="Noto Sans KR"/>
              </a:defRPr>
            </a:lvl6pPr>
            <a:lvl7pPr algn="l">
              <a:defRPr sz="1725" b="0">
                <a:solidFill>
                  <a:srgbClr val="738096"/>
                </a:solidFill>
                <a:latin typeface="Noto Sans KR"/>
                <a:ea typeface="Noto Sans KR"/>
                <a:cs typeface="Noto Sans KR"/>
              </a:defRPr>
            </a:lvl7pPr>
            <a:lvl8pPr algn="l">
              <a:defRPr sz="1725" b="0">
                <a:solidFill>
                  <a:srgbClr val="738096"/>
                </a:solidFill>
                <a:latin typeface="Noto Sans KR"/>
                <a:ea typeface="Noto Sans KR"/>
                <a:cs typeface="Noto Sans KR"/>
              </a:defRPr>
            </a:lvl8pPr>
            <a:lvl9pPr algn="l">
              <a:defRPr sz="1725" b="0">
                <a:solidFill>
                  <a:srgbClr val="738096"/>
                </a:solidFill>
                <a:latin typeface="Noto Sans KR"/>
                <a:ea typeface="Noto Sans KR"/>
                <a:cs typeface="Noto Sans KR"/>
              </a:defRPr>
            </a:lvl9pPr>
          </a:lstStyle>
          <a:p xmlns:a="http://schemas.openxmlformats.org/drawingml/2006/main">
            <a:pPr algn="l">
              <a:defRPr sz="1725" b="0">
                <a:solidFill>
                  <a:srgbClr val="BAC5D8"/>
                </a:solidFill>
                <a:latin typeface="Noto Sans KR"/>
                <a:ea typeface="Noto Sans KR"/>
                <a:cs typeface="Noto Sans KR"/>
              </a:defRPr>
            </a:pPr>
            <a:r>
              <a:rPr sz="1725" b="0">
                <a:solidFill>
                  <a:srgbClr val="738096"/>
                </a:solidFill>
                <a:latin typeface="Noto Sans KR"/>
                <a:ea typeface="Noto Sans KR"/>
                <a:cs typeface="Noto Sans KR"/>
              </a:rPr>
              <a:t>신청 후 첫 방문·재방문</a:t>
            </a:r>
          </a:p>
        </p:txBody>
      </p:sp>
      <p:sp>
        <p:nvSpPr>
          <p:cNvPr id="12" name="02">
            <a:extLst xmlns:a="http://schemas.openxmlformats.org/drawingml/2006/main">
              <a:ext uri="{FF2B5EF4-FFF2-40B4-BE49-F238E27FC236}">
                <a16:creationId xmlns:a16="http://schemas.microsoft.com/office/drawing/2014/main" id="{DC289D8D-B7C5-44BD-A4CF-345154D0E709}"/>
              </a:ext>
            </a:extLst>
          </p:cNvPr>
          <p:cNvSpPr>
            <a:spLocks xmlns:a="http://schemas.openxmlformats.org/drawingml/2006/main" noGrp="1"/>
          </p:cNvSpPr>
          <p:nvPr/>
        </p:nvSpPr>
        <p:spPr>
          <a:xfrm xmlns:a="http://schemas.openxmlformats.org/drawingml/2006/main">
            <a:off x="5648325" y="354330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6554D9"/>
                </a:solidFill>
                <a:latin typeface="Noto Sans KR"/>
                <a:ea typeface="Noto Sans KR"/>
                <a:cs typeface="Noto Sans KR"/>
              </a:defRPr>
            </a:defPPr>
            <a:lvl1pPr algn="l">
              <a:defRPr sz="3150" b="1">
                <a:solidFill>
                  <a:srgbClr val="6554D9"/>
                </a:solidFill>
                <a:latin typeface="Noto Sans KR"/>
                <a:ea typeface="Noto Sans KR"/>
                <a:cs typeface="Noto Sans KR"/>
              </a:defRPr>
            </a:lvl1pPr>
            <a:lvl2pPr algn="l">
              <a:defRPr sz="3150" b="1">
                <a:solidFill>
                  <a:srgbClr val="6554D9"/>
                </a:solidFill>
                <a:latin typeface="Noto Sans KR"/>
                <a:ea typeface="Noto Sans KR"/>
                <a:cs typeface="Noto Sans KR"/>
              </a:defRPr>
            </a:lvl2pPr>
            <a:lvl3pPr algn="l">
              <a:defRPr sz="3150" b="1">
                <a:solidFill>
                  <a:srgbClr val="6554D9"/>
                </a:solidFill>
                <a:latin typeface="Noto Sans KR"/>
                <a:ea typeface="Noto Sans KR"/>
                <a:cs typeface="Noto Sans KR"/>
              </a:defRPr>
            </a:lvl3pPr>
            <a:lvl4pPr algn="l">
              <a:defRPr sz="3150" b="1">
                <a:solidFill>
                  <a:srgbClr val="6554D9"/>
                </a:solidFill>
                <a:latin typeface="Noto Sans KR"/>
                <a:ea typeface="Noto Sans KR"/>
                <a:cs typeface="Noto Sans KR"/>
              </a:defRPr>
            </a:lvl4pPr>
            <a:lvl5pPr algn="l">
              <a:defRPr sz="3150" b="1">
                <a:solidFill>
                  <a:srgbClr val="6554D9"/>
                </a:solidFill>
                <a:latin typeface="Noto Sans KR"/>
                <a:ea typeface="Noto Sans KR"/>
                <a:cs typeface="Noto Sans KR"/>
              </a:defRPr>
            </a:lvl5pPr>
            <a:lvl6pPr algn="l">
              <a:defRPr sz="3150" b="1">
                <a:solidFill>
                  <a:srgbClr val="6554D9"/>
                </a:solidFill>
                <a:latin typeface="Noto Sans KR"/>
                <a:ea typeface="Noto Sans KR"/>
                <a:cs typeface="Noto Sans KR"/>
              </a:defRPr>
            </a:lvl6pPr>
            <a:lvl7pPr algn="l">
              <a:defRPr sz="3150" b="1">
                <a:solidFill>
                  <a:srgbClr val="6554D9"/>
                </a:solidFill>
                <a:latin typeface="Noto Sans KR"/>
                <a:ea typeface="Noto Sans KR"/>
                <a:cs typeface="Noto Sans KR"/>
              </a:defRPr>
            </a:lvl7pPr>
            <a:lvl8pPr algn="l">
              <a:defRPr sz="3150" b="1">
                <a:solidFill>
                  <a:srgbClr val="6554D9"/>
                </a:solidFill>
                <a:latin typeface="Noto Sans KR"/>
                <a:ea typeface="Noto Sans KR"/>
                <a:cs typeface="Noto Sans KR"/>
              </a:defRPr>
            </a:lvl8pPr>
            <a:lvl9pPr algn="l">
              <a:defRPr sz="3150" b="1">
                <a:solidFill>
                  <a:srgbClr val="6554D9"/>
                </a:solidFill>
                <a:latin typeface="Noto Sans KR"/>
                <a:ea typeface="Noto Sans KR"/>
                <a:cs typeface="Noto Sans KR"/>
              </a:defRPr>
            </a:lvl9pPr>
          </a:lstStyle>
          <a:p xmlns:a="http://schemas.openxmlformats.org/drawingml/2006/main">
            <a:pPr algn="l">
              <a:defRPr sz="3150" b="1">
                <a:solidFill>
                  <a:srgbClr val="FF9B63"/>
                </a:solidFill>
                <a:latin typeface="Noto Sans KR"/>
                <a:ea typeface="Noto Sans KR"/>
                <a:cs typeface="Noto Sans KR"/>
              </a:defRPr>
            </a:pPr>
            <a:r>
              <a:rPr sz="3150" b="1">
                <a:solidFill>
                  <a:srgbClr val="6554D9"/>
                </a:solidFill>
                <a:latin typeface="Noto Sans KR"/>
                <a:ea typeface="Noto Sans KR"/>
                <a:cs typeface="Noto Sans KR"/>
              </a:rPr>
              <a:t>02</a:t>
            </a:r>
          </a:p>
        </p:txBody>
      </p:sp>
      <p:sp>
        <p:nvSpPr>
          <p:cNvPr id="13" name="체험 이용량">
            <a:extLst xmlns:a="http://schemas.openxmlformats.org/drawingml/2006/main">
              <a:ext uri="{FF2B5EF4-FFF2-40B4-BE49-F238E27FC236}">
                <a16:creationId xmlns:a16="http://schemas.microsoft.com/office/drawing/2014/main" id="{4C7275D6-9AAB-441F-8025-F5554CD79B5E}"/>
              </a:ext>
            </a:extLst>
          </p:cNvPr>
          <p:cNvSpPr>
            <a:spLocks xmlns:a="http://schemas.openxmlformats.org/drawingml/2006/main" noGrp="1"/>
          </p:cNvSpPr>
          <p:nvPr/>
        </p:nvSpPr>
        <p:spPr>
          <a:xfrm xmlns:a="http://schemas.openxmlformats.org/drawingml/2006/main">
            <a:off x="6524625" y="354330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192035"/>
                </a:solidFill>
                <a:latin typeface="Noto Sans KR"/>
                <a:ea typeface="Noto Sans KR"/>
                <a:cs typeface="Noto Sans KR"/>
              </a:defRPr>
            </a:defPPr>
            <a:lvl1pPr algn="l">
              <a:defRPr sz="2175" b="1">
                <a:solidFill>
                  <a:srgbClr val="192035"/>
                </a:solidFill>
                <a:latin typeface="Noto Sans KR"/>
                <a:ea typeface="Noto Sans KR"/>
                <a:cs typeface="Noto Sans KR"/>
              </a:defRPr>
            </a:lvl1pPr>
            <a:lvl2pPr algn="l">
              <a:defRPr sz="2175" b="1">
                <a:solidFill>
                  <a:srgbClr val="192035"/>
                </a:solidFill>
                <a:latin typeface="Noto Sans KR"/>
                <a:ea typeface="Noto Sans KR"/>
                <a:cs typeface="Noto Sans KR"/>
              </a:defRPr>
            </a:lvl2pPr>
            <a:lvl3pPr algn="l">
              <a:defRPr sz="2175" b="1">
                <a:solidFill>
                  <a:srgbClr val="192035"/>
                </a:solidFill>
                <a:latin typeface="Noto Sans KR"/>
                <a:ea typeface="Noto Sans KR"/>
                <a:cs typeface="Noto Sans KR"/>
              </a:defRPr>
            </a:lvl3pPr>
            <a:lvl4pPr algn="l">
              <a:defRPr sz="2175" b="1">
                <a:solidFill>
                  <a:srgbClr val="192035"/>
                </a:solidFill>
                <a:latin typeface="Noto Sans KR"/>
                <a:ea typeface="Noto Sans KR"/>
                <a:cs typeface="Noto Sans KR"/>
              </a:defRPr>
            </a:lvl4pPr>
            <a:lvl5pPr algn="l">
              <a:defRPr sz="2175" b="1">
                <a:solidFill>
                  <a:srgbClr val="192035"/>
                </a:solidFill>
                <a:latin typeface="Noto Sans KR"/>
                <a:ea typeface="Noto Sans KR"/>
                <a:cs typeface="Noto Sans KR"/>
              </a:defRPr>
            </a:lvl5pPr>
            <a:lvl6pPr algn="l">
              <a:defRPr sz="2175" b="1">
                <a:solidFill>
                  <a:srgbClr val="192035"/>
                </a:solidFill>
                <a:latin typeface="Noto Sans KR"/>
                <a:ea typeface="Noto Sans KR"/>
                <a:cs typeface="Noto Sans KR"/>
              </a:defRPr>
            </a:lvl6pPr>
            <a:lvl7pPr algn="l">
              <a:defRPr sz="2175" b="1">
                <a:solidFill>
                  <a:srgbClr val="192035"/>
                </a:solidFill>
                <a:latin typeface="Noto Sans KR"/>
                <a:ea typeface="Noto Sans KR"/>
                <a:cs typeface="Noto Sans KR"/>
              </a:defRPr>
            </a:lvl7pPr>
            <a:lvl8pPr algn="l">
              <a:defRPr sz="2175" b="1">
                <a:solidFill>
                  <a:srgbClr val="192035"/>
                </a:solidFill>
                <a:latin typeface="Noto Sans KR"/>
                <a:ea typeface="Noto Sans KR"/>
                <a:cs typeface="Noto Sans KR"/>
              </a:defRPr>
            </a:lvl8pPr>
            <a:lvl9pPr algn="l">
              <a:defRPr sz="2175" b="1">
                <a:solidFill>
                  <a:srgbClr val="192035"/>
                </a:solidFill>
                <a:latin typeface="Noto Sans KR"/>
                <a:ea typeface="Noto Sans KR"/>
                <a:cs typeface="Noto Sans KR"/>
              </a:defRPr>
            </a:lvl9pPr>
          </a:lstStyle>
          <a:p xmlns:a="http://schemas.openxmlformats.org/drawingml/2006/main">
            <a:pPr algn="l">
              <a:defRPr sz="2175" b="1">
                <a:solidFill>
                  <a:srgbClr val="F1F5F9"/>
                </a:solidFill>
                <a:latin typeface="Noto Sans KR"/>
                <a:ea typeface="Noto Sans KR"/>
                <a:cs typeface="Noto Sans KR"/>
              </a:defRPr>
            </a:pPr>
            <a:r>
              <a:rPr sz="2175" b="1">
                <a:solidFill>
                  <a:srgbClr val="192035"/>
                </a:solidFill>
                <a:latin typeface="Noto Sans KR"/>
                <a:ea typeface="Noto Sans KR"/>
                <a:cs typeface="Noto Sans KR"/>
              </a:rPr>
              <a:t>체험 이용량</a:t>
            </a:r>
          </a:p>
        </p:txBody>
      </p:sp>
      <p:sp>
        <p:nvSpPr>
          <p:cNvPr id="14" name="방문일수·체류시간 비교">
            <a:extLst xmlns:a="http://schemas.openxmlformats.org/drawingml/2006/main">
              <a:ext uri="{FF2B5EF4-FFF2-40B4-BE49-F238E27FC236}">
                <a16:creationId xmlns:a16="http://schemas.microsoft.com/office/drawing/2014/main" id="{D382DB4C-1577-445E-86C7-0E8625C39CD5}"/>
              </a:ext>
            </a:extLst>
          </p:cNvPr>
          <p:cNvSpPr>
            <a:spLocks xmlns:a="http://schemas.openxmlformats.org/drawingml/2006/main" noGrp="1"/>
          </p:cNvSpPr>
          <p:nvPr/>
        </p:nvSpPr>
        <p:spPr>
          <a:xfrm xmlns:a="http://schemas.openxmlformats.org/drawingml/2006/main">
            <a:off x="6524625" y="397192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738096"/>
                </a:solidFill>
                <a:latin typeface="Noto Sans KR"/>
                <a:ea typeface="Noto Sans KR"/>
                <a:cs typeface="Noto Sans KR"/>
              </a:defRPr>
            </a:defPPr>
            <a:lvl1pPr algn="l">
              <a:defRPr sz="1725" b="0">
                <a:solidFill>
                  <a:srgbClr val="738096"/>
                </a:solidFill>
                <a:latin typeface="Noto Sans KR"/>
                <a:ea typeface="Noto Sans KR"/>
                <a:cs typeface="Noto Sans KR"/>
              </a:defRPr>
            </a:lvl1pPr>
            <a:lvl2pPr algn="l">
              <a:defRPr sz="1725" b="0">
                <a:solidFill>
                  <a:srgbClr val="738096"/>
                </a:solidFill>
                <a:latin typeface="Noto Sans KR"/>
                <a:ea typeface="Noto Sans KR"/>
                <a:cs typeface="Noto Sans KR"/>
              </a:defRPr>
            </a:lvl2pPr>
            <a:lvl3pPr algn="l">
              <a:defRPr sz="1725" b="0">
                <a:solidFill>
                  <a:srgbClr val="738096"/>
                </a:solidFill>
                <a:latin typeface="Noto Sans KR"/>
                <a:ea typeface="Noto Sans KR"/>
                <a:cs typeface="Noto Sans KR"/>
              </a:defRPr>
            </a:lvl3pPr>
            <a:lvl4pPr algn="l">
              <a:defRPr sz="1725" b="0">
                <a:solidFill>
                  <a:srgbClr val="738096"/>
                </a:solidFill>
                <a:latin typeface="Noto Sans KR"/>
                <a:ea typeface="Noto Sans KR"/>
                <a:cs typeface="Noto Sans KR"/>
              </a:defRPr>
            </a:lvl4pPr>
            <a:lvl5pPr algn="l">
              <a:defRPr sz="1725" b="0">
                <a:solidFill>
                  <a:srgbClr val="738096"/>
                </a:solidFill>
                <a:latin typeface="Noto Sans KR"/>
                <a:ea typeface="Noto Sans KR"/>
                <a:cs typeface="Noto Sans KR"/>
              </a:defRPr>
            </a:lvl5pPr>
            <a:lvl6pPr algn="l">
              <a:defRPr sz="1725" b="0">
                <a:solidFill>
                  <a:srgbClr val="738096"/>
                </a:solidFill>
                <a:latin typeface="Noto Sans KR"/>
                <a:ea typeface="Noto Sans KR"/>
                <a:cs typeface="Noto Sans KR"/>
              </a:defRPr>
            </a:lvl6pPr>
            <a:lvl7pPr algn="l">
              <a:defRPr sz="1725" b="0">
                <a:solidFill>
                  <a:srgbClr val="738096"/>
                </a:solidFill>
                <a:latin typeface="Noto Sans KR"/>
                <a:ea typeface="Noto Sans KR"/>
                <a:cs typeface="Noto Sans KR"/>
              </a:defRPr>
            </a:lvl7pPr>
            <a:lvl8pPr algn="l">
              <a:defRPr sz="1725" b="0">
                <a:solidFill>
                  <a:srgbClr val="738096"/>
                </a:solidFill>
                <a:latin typeface="Noto Sans KR"/>
                <a:ea typeface="Noto Sans KR"/>
                <a:cs typeface="Noto Sans KR"/>
              </a:defRPr>
            </a:lvl8pPr>
            <a:lvl9pPr algn="l">
              <a:defRPr sz="1725" b="0">
                <a:solidFill>
                  <a:srgbClr val="738096"/>
                </a:solidFill>
                <a:latin typeface="Noto Sans KR"/>
                <a:ea typeface="Noto Sans KR"/>
                <a:cs typeface="Noto Sans KR"/>
              </a:defRPr>
            </a:lvl9pPr>
          </a:lstStyle>
          <a:p xmlns:a="http://schemas.openxmlformats.org/drawingml/2006/main">
            <a:pPr algn="l">
              <a:defRPr sz="1725" b="0">
                <a:solidFill>
                  <a:srgbClr val="BAC5D8"/>
                </a:solidFill>
                <a:latin typeface="Noto Sans KR"/>
                <a:ea typeface="Noto Sans KR"/>
                <a:cs typeface="Noto Sans KR"/>
              </a:defRPr>
            </a:pPr>
            <a:r>
              <a:rPr sz="1725" b="0">
                <a:solidFill>
                  <a:srgbClr val="738096"/>
                </a:solidFill>
                <a:latin typeface="Noto Sans KR"/>
                <a:ea typeface="Noto Sans KR"/>
                <a:cs typeface="Noto Sans KR"/>
              </a:rPr>
              <a:t>방문일수·체류시간 비교</a:t>
            </a:r>
          </a:p>
        </p:txBody>
      </p:sp>
      <p:sp>
        <p:nvSpPr>
          <p:cNvPr id="15" name="03">
            <a:extLst xmlns:a="http://schemas.openxmlformats.org/drawingml/2006/main">
              <a:ext uri="{FF2B5EF4-FFF2-40B4-BE49-F238E27FC236}">
                <a16:creationId xmlns:a16="http://schemas.microsoft.com/office/drawing/2014/main" id="{66A90B94-DBC7-4E80-8FAD-41DB6FC33CEC}"/>
              </a:ext>
            </a:extLst>
          </p:cNvPr>
          <p:cNvSpPr>
            <a:spLocks xmlns:a="http://schemas.openxmlformats.org/drawingml/2006/main" noGrp="1"/>
          </p:cNvSpPr>
          <p:nvPr/>
        </p:nvSpPr>
        <p:spPr>
          <a:xfrm xmlns:a="http://schemas.openxmlformats.org/drawingml/2006/main">
            <a:off x="5648325" y="457200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6554D9"/>
                </a:solidFill>
                <a:latin typeface="Noto Sans KR"/>
                <a:ea typeface="Noto Sans KR"/>
                <a:cs typeface="Noto Sans KR"/>
              </a:defRPr>
            </a:defPPr>
            <a:lvl1pPr algn="l">
              <a:defRPr sz="3150" b="1">
                <a:solidFill>
                  <a:srgbClr val="6554D9"/>
                </a:solidFill>
                <a:latin typeface="Noto Sans KR"/>
                <a:ea typeface="Noto Sans KR"/>
                <a:cs typeface="Noto Sans KR"/>
              </a:defRPr>
            </a:lvl1pPr>
            <a:lvl2pPr algn="l">
              <a:defRPr sz="3150" b="1">
                <a:solidFill>
                  <a:srgbClr val="6554D9"/>
                </a:solidFill>
                <a:latin typeface="Noto Sans KR"/>
                <a:ea typeface="Noto Sans KR"/>
                <a:cs typeface="Noto Sans KR"/>
              </a:defRPr>
            </a:lvl2pPr>
            <a:lvl3pPr algn="l">
              <a:defRPr sz="3150" b="1">
                <a:solidFill>
                  <a:srgbClr val="6554D9"/>
                </a:solidFill>
                <a:latin typeface="Noto Sans KR"/>
                <a:ea typeface="Noto Sans KR"/>
                <a:cs typeface="Noto Sans KR"/>
              </a:defRPr>
            </a:lvl3pPr>
            <a:lvl4pPr algn="l">
              <a:defRPr sz="3150" b="1">
                <a:solidFill>
                  <a:srgbClr val="6554D9"/>
                </a:solidFill>
                <a:latin typeface="Noto Sans KR"/>
                <a:ea typeface="Noto Sans KR"/>
                <a:cs typeface="Noto Sans KR"/>
              </a:defRPr>
            </a:lvl4pPr>
            <a:lvl5pPr algn="l">
              <a:defRPr sz="3150" b="1">
                <a:solidFill>
                  <a:srgbClr val="6554D9"/>
                </a:solidFill>
                <a:latin typeface="Noto Sans KR"/>
                <a:ea typeface="Noto Sans KR"/>
                <a:cs typeface="Noto Sans KR"/>
              </a:defRPr>
            </a:lvl5pPr>
            <a:lvl6pPr algn="l">
              <a:defRPr sz="3150" b="1">
                <a:solidFill>
                  <a:srgbClr val="6554D9"/>
                </a:solidFill>
                <a:latin typeface="Noto Sans KR"/>
                <a:ea typeface="Noto Sans KR"/>
                <a:cs typeface="Noto Sans KR"/>
              </a:defRPr>
            </a:lvl6pPr>
            <a:lvl7pPr algn="l">
              <a:defRPr sz="3150" b="1">
                <a:solidFill>
                  <a:srgbClr val="6554D9"/>
                </a:solidFill>
                <a:latin typeface="Noto Sans KR"/>
                <a:ea typeface="Noto Sans KR"/>
                <a:cs typeface="Noto Sans KR"/>
              </a:defRPr>
            </a:lvl7pPr>
            <a:lvl8pPr algn="l">
              <a:defRPr sz="3150" b="1">
                <a:solidFill>
                  <a:srgbClr val="6554D9"/>
                </a:solidFill>
                <a:latin typeface="Noto Sans KR"/>
                <a:ea typeface="Noto Sans KR"/>
                <a:cs typeface="Noto Sans KR"/>
              </a:defRPr>
            </a:lvl8pPr>
            <a:lvl9pPr algn="l">
              <a:defRPr sz="3150" b="1">
                <a:solidFill>
                  <a:srgbClr val="6554D9"/>
                </a:solidFill>
                <a:latin typeface="Noto Sans KR"/>
                <a:ea typeface="Noto Sans KR"/>
                <a:cs typeface="Noto Sans KR"/>
              </a:defRPr>
            </a:lvl9pPr>
          </a:lstStyle>
          <a:p xmlns:a="http://schemas.openxmlformats.org/drawingml/2006/main">
            <a:pPr algn="l">
              <a:defRPr sz="3150" b="1">
                <a:solidFill>
                  <a:srgbClr val="FF9B63"/>
                </a:solidFill>
                <a:latin typeface="Noto Sans KR"/>
                <a:ea typeface="Noto Sans KR"/>
                <a:cs typeface="Noto Sans KR"/>
              </a:defRPr>
            </a:pPr>
            <a:r>
              <a:rPr sz="3150" b="1">
                <a:solidFill>
                  <a:srgbClr val="6554D9"/>
                </a:solidFill>
                <a:latin typeface="Noto Sans KR"/>
                <a:ea typeface="Noto Sans KR"/>
                <a:cs typeface="Noto Sans KR"/>
              </a:rPr>
              <a:t>03</a:t>
            </a:r>
          </a:p>
        </p:txBody>
      </p:sp>
      <p:sp>
        <p:nvSpPr>
          <p:cNvPr id="16" name="행동 지표 보정">
            <a:extLst xmlns:a="http://schemas.openxmlformats.org/drawingml/2006/main">
              <a:ext uri="{FF2B5EF4-FFF2-40B4-BE49-F238E27FC236}">
                <a16:creationId xmlns:a16="http://schemas.microsoft.com/office/drawing/2014/main" id="{4DAA5EB6-041C-4A7E-BE2B-BF4EA749BDFA}"/>
              </a:ext>
            </a:extLst>
          </p:cNvPr>
          <p:cNvSpPr>
            <a:spLocks xmlns:a="http://schemas.openxmlformats.org/drawingml/2006/main" noGrp="1"/>
          </p:cNvSpPr>
          <p:nvPr/>
        </p:nvSpPr>
        <p:spPr>
          <a:xfrm xmlns:a="http://schemas.openxmlformats.org/drawingml/2006/main">
            <a:off x="6524625" y="457200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192035"/>
                </a:solidFill>
                <a:latin typeface="Noto Sans KR"/>
                <a:ea typeface="Noto Sans KR"/>
                <a:cs typeface="Noto Sans KR"/>
              </a:defRPr>
            </a:defPPr>
            <a:lvl1pPr algn="l">
              <a:defRPr sz="2175" b="1">
                <a:solidFill>
                  <a:srgbClr val="192035"/>
                </a:solidFill>
                <a:latin typeface="Noto Sans KR"/>
                <a:ea typeface="Noto Sans KR"/>
                <a:cs typeface="Noto Sans KR"/>
              </a:defRPr>
            </a:lvl1pPr>
            <a:lvl2pPr algn="l">
              <a:defRPr sz="2175" b="1">
                <a:solidFill>
                  <a:srgbClr val="192035"/>
                </a:solidFill>
                <a:latin typeface="Noto Sans KR"/>
                <a:ea typeface="Noto Sans KR"/>
                <a:cs typeface="Noto Sans KR"/>
              </a:defRPr>
            </a:lvl2pPr>
            <a:lvl3pPr algn="l">
              <a:defRPr sz="2175" b="1">
                <a:solidFill>
                  <a:srgbClr val="192035"/>
                </a:solidFill>
                <a:latin typeface="Noto Sans KR"/>
                <a:ea typeface="Noto Sans KR"/>
                <a:cs typeface="Noto Sans KR"/>
              </a:defRPr>
            </a:lvl3pPr>
            <a:lvl4pPr algn="l">
              <a:defRPr sz="2175" b="1">
                <a:solidFill>
                  <a:srgbClr val="192035"/>
                </a:solidFill>
                <a:latin typeface="Noto Sans KR"/>
                <a:ea typeface="Noto Sans KR"/>
                <a:cs typeface="Noto Sans KR"/>
              </a:defRPr>
            </a:lvl4pPr>
            <a:lvl5pPr algn="l">
              <a:defRPr sz="2175" b="1">
                <a:solidFill>
                  <a:srgbClr val="192035"/>
                </a:solidFill>
                <a:latin typeface="Noto Sans KR"/>
                <a:ea typeface="Noto Sans KR"/>
                <a:cs typeface="Noto Sans KR"/>
              </a:defRPr>
            </a:lvl5pPr>
            <a:lvl6pPr algn="l">
              <a:defRPr sz="2175" b="1">
                <a:solidFill>
                  <a:srgbClr val="192035"/>
                </a:solidFill>
                <a:latin typeface="Noto Sans KR"/>
                <a:ea typeface="Noto Sans KR"/>
                <a:cs typeface="Noto Sans KR"/>
              </a:defRPr>
            </a:lvl6pPr>
            <a:lvl7pPr algn="l">
              <a:defRPr sz="2175" b="1">
                <a:solidFill>
                  <a:srgbClr val="192035"/>
                </a:solidFill>
                <a:latin typeface="Noto Sans KR"/>
                <a:ea typeface="Noto Sans KR"/>
                <a:cs typeface="Noto Sans KR"/>
              </a:defRPr>
            </a:lvl7pPr>
            <a:lvl8pPr algn="l">
              <a:defRPr sz="2175" b="1">
                <a:solidFill>
                  <a:srgbClr val="192035"/>
                </a:solidFill>
                <a:latin typeface="Noto Sans KR"/>
                <a:ea typeface="Noto Sans KR"/>
                <a:cs typeface="Noto Sans KR"/>
              </a:defRPr>
            </a:lvl8pPr>
            <a:lvl9pPr algn="l">
              <a:defRPr sz="2175" b="1">
                <a:solidFill>
                  <a:srgbClr val="192035"/>
                </a:solidFill>
                <a:latin typeface="Noto Sans KR"/>
                <a:ea typeface="Noto Sans KR"/>
                <a:cs typeface="Noto Sans KR"/>
              </a:defRPr>
            </a:lvl9pPr>
          </a:lstStyle>
          <a:p xmlns:a="http://schemas.openxmlformats.org/drawingml/2006/main">
            <a:pPr algn="l">
              <a:defRPr sz="2175" b="1">
                <a:solidFill>
                  <a:srgbClr val="F1F5F9"/>
                </a:solidFill>
                <a:latin typeface="Noto Sans KR"/>
                <a:ea typeface="Noto Sans KR"/>
                <a:cs typeface="Noto Sans KR"/>
              </a:defRPr>
            </a:pPr>
            <a:r>
              <a:rPr sz="2175" b="1">
                <a:solidFill>
                  <a:srgbClr val="192035"/>
                </a:solidFill>
                <a:latin typeface="Noto Sans KR"/>
                <a:ea typeface="Noto Sans KR"/>
                <a:cs typeface="Noto Sans KR"/>
              </a:rPr>
              <a:t>행동 지표 보정</a:t>
            </a:r>
          </a:p>
        </p:txBody>
      </p:sp>
      <p:sp>
        <p:nvSpPr>
          <p:cNvPr id="17" name="기본 로지스틱 회귀모형">
            <a:extLst xmlns:a="http://schemas.openxmlformats.org/drawingml/2006/main">
              <a:ext uri="{FF2B5EF4-FFF2-40B4-BE49-F238E27FC236}">
                <a16:creationId xmlns:a16="http://schemas.microsoft.com/office/drawing/2014/main" id="{21D0E262-252A-49FC-BB44-14EB949A1C7B}"/>
              </a:ext>
            </a:extLst>
          </p:cNvPr>
          <p:cNvSpPr>
            <a:spLocks xmlns:a="http://schemas.openxmlformats.org/drawingml/2006/main" noGrp="1"/>
          </p:cNvSpPr>
          <p:nvPr/>
        </p:nvSpPr>
        <p:spPr>
          <a:xfrm xmlns:a="http://schemas.openxmlformats.org/drawingml/2006/main">
            <a:off x="6524625" y="500062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738096"/>
                </a:solidFill>
                <a:latin typeface="Noto Sans KR"/>
                <a:ea typeface="Noto Sans KR"/>
                <a:cs typeface="Noto Sans KR"/>
              </a:defRPr>
            </a:defPPr>
            <a:lvl1pPr algn="l">
              <a:defRPr sz="1725" b="0">
                <a:solidFill>
                  <a:srgbClr val="738096"/>
                </a:solidFill>
                <a:latin typeface="Noto Sans KR"/>
                <a:ea typeface="Noto Sans KR"/>
                <a:cs typeface="Noto Sans KR"/>
              </a:defRPr>
            </a:lvl1pPr>
            <a:lvl2pPr algn="l">
              <a:defRPr sz="1725" b="0">
                <a:solidFill>
                  <a:srgbClr val="738096"/>
                </a:solidFill>
                <a:latin typeface="Noto Sans KR"/>
                <a:ea typeface="Noto Sans KR"/>
                <a:cs typeface="Noto Sans KR"/>
              </a:defRPr>
            </a:lvl2pPr>
            <a:lvl3pPr algn="l">
              <a:defRPr sz="1725" b="0">
                <a:solidFill>
                  <a:srgbClr val="738096"/>
                </a:solidFill>
                <a:latin typeface="Noto Sans KR"/>
                <a:ea typeface="Noto Sans KR"/>
                <a:cs typeface="Noto Sans KR"/>
              </a:defRPr>
            </a:lvl3pPr>
            <a:lvl4pPr algn="l">
              <a:defRPr sz="1725" b="0">
                <a:solidFill>
                  <a:srgbClr val="738096"/>
                </a:solidFill>
                <a:latin typeface="Noto Sans KR"/>
                <a:ea typeface="Noto Sans KR"/>
                <a:cs typeface="Noto Sans KR"/>
              </a:defRPr>
            </a:lvl4pPr>
            <a:lvl5pPr algn="l">
              <a:defRPr sz="1725" b="0">
                <a:solidFill>
                  <a:srgbClr val="738096"/>
                </a:solidFill>
                <a:latin typeface="Noto Sans KR"/>
                <a:ea typeface="Noto Sans KR"/>
                <a:cs typeface="Noto Sans KR"/>
              </a:defRPr>
            </a:lvl5pPr>
            <a:lvl6pPr algn="l">
              <a:defRPr sz="1725" b="0">
                <a:solidFill>
                  <a:srgbClr val="738096"/>
                </a:solidFill>
                <a:latin typeface="Noto Sans KR"/>
                <a:ea typeface="Noto Sans KR"/>
                <a:cs typeface="Noto Sans KR"/>
              </a:defRPr>
            </a:lvl6pPr>
            <a:lvl7pPr algn="l">
              <a:defRPr sz="1725" b="0">
                <a:solidFill>
                  <a:srgbClr val="738096"/>
                </a:solidFill>
                <a:latin typeface="Noto Sans KR"/>
                <a:ea typeface="Noto Sans KR"/>
                <a:cs typeface="Noto Sans KR"/>
              </a:defRPr>
            </a:lvl7pPr>
            <a:lvl8pPr algn="l">
              <a:defRPr sz="1725" b="0">
                <a:solidFill>
                  <a:srgbClr val="738096"/>
                </a:solidFill>
                <a:latin typeface="Noto Sans KR"/>
                <a:ea typeface="Noto Sans KR"/>
                <a:cs typeface="Noto Sans KR"/>
              </a:defRPr>
            </a:lvl8pPr>
            <a:lvl9pPr algn="l">
              <a:defRPr sz="1725" b="0">
                <a:solidFill>
                  <a:srgbClr val="738096"/>
                </a:solidFill>
                <a:latin typeface="Noto Sans KR"/>
                <a:ea typeface="Noto Sans KR"/>
                <a:cs typeface="Noto Sans KR"/>
              </a:defRPr>
            </a:lvl9pPr>
          </a:lstStyle>
          <a:p xmlns:a="http://schemas.openxmlformats.org/drawingml/2006/main">
            <a:pPr algn="l">
              <a:defRPr sz="1725" b="0">
                <a:solidFill>
                  <a:srgbClr val="BAC5D8"/>
                </a:solidFill>
                <a:latin typeface="Noto Sans KR"/>
                <a:ea typeface="Noto Sans KR"/>
                <a:cs typeface="Noto Sans KR"/>
              </a:defRPr>
            </a:pPr>
            <a:r>
              <a:rPr sz="1725" b="0">
                <a:solidFill>
                  <a:srgbClr val="738096"/>
                </a:solidFill>
                <a:latin typeface="Noto Sans KR"/>
                <a:ea typeface="Noto Sans KR"/>
                <a:cs typeface="Noto Sans KR"/>
              </a:rPr>
              <a:t>기본 로지스틱 회귀모형</a:t>
            </a:r>
          </a:p>
        </p:txBody>
      </p:sp>
      <p:sp>
        <p:nvSpPr>
          <p:cNvPr id="18" name="">
            <a:extLst xmlns:a="http://schemas.openxmlformats.org/drawingml/2006/main">
              <a:ext uri="{FF2B5EF4-FFF2-40B4-BE49-F238E27FC236}">
                <a16:creationId xmlns:a16="http://schemas.microsoft.com/office/drawing/2014/main" id="{5B361F32-55F4-4C05-963A-2822DF30B68C}"/>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prstDash val="solid"/>
          </a:ln>
        </p:spPr>
      </p:sp>
      <p:sp>
        <p:nvSpPr>
          <p:cNvPr id="19" name="방문 고객의 결제 여부를 같은 비교 기간으로 분석했다">
            <a:extLst xmlns:a="http://schemas.openxmlformats.org/drawingml/2006/main">
              <a:ext uri="{FF2B5EF4-FFF2-40B4-BE49-F238E27FC236}">
                <a16:creationId xmlns:a16="http://schemas.microsoft.com/office/drawing/2014/main" id="{7EC24608-12B4-4C63-AA7F-17B824A2FAAD}"/>
              </a:ext>
            </a:extLst>
          </p:cNvPr>
          <p:cNvSpPr>
            <a:spLocks xmlns:a="http://schemas.openxmlformats.org/drawingml/2006/main" noGrp="1"/>
          </p:cNvSpPr>
          <p:nvPr/>
        </p:nvSpPr>
        <p:spPr>
          <a:xfrm xmlns:a="http://schemas.openxmlformats.org/drawingml/2006/main">
            <a:off x="1323975" y="5934075"/>
            <a:ext cx="9544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192035"/>
                </a:solidFill>
                <a:latin typeface="Noto Sans KR"/>
                <a:ea typeface="Noto Sans KR"/>
                <a:cs typeface="Noto Sans KR"/>
              </a:defRPr>
            </a:defPPr>
            <a:lvl1pPr algn="ctr">
              <a:defRPr sz="1575" b="1">
                <a:solidFill>
                  <a:srgbClr val="192035"/>
                </a:solidFill>
                <a:latin typeface="Noto Sans KR"/>
                <a:ea typeface="Noto Sans KR"/>
                <a:cs typeface="Noto Sans KR"/>
              </a:defRPr>
            </a:lvl1pPr>
            <a:lvl2pPr algn="ctr">
              <a:defRPr sz="1575" b="1">
                <a:solidFill>
                  <a:srgbClr val="192035"/>
                </a:solidFill>
                <a:latin typeface="Noto Sans KR"/>
                <a:ea typeface="Noto Sans KR"/>
                <a:cs typeface="Noto Sans KR"/>
              </a:defRPr>
            </a:lvl2pPr>
            <a:lvl3pPr algn="ctr">
              <a:defRPr sz="1575" b="1">
                <a:solidFill>
                  <a:srgbClr val="192035"/>
                </a:solidFill>
                <a:latin typeface="Noto Sans KR"/>
                <a:ea typeface="Noto Sans KR"/>
                <a:cs typeface="Noto Sans KR"/>
              </a:defRPr>
            </a:lvl3pPr>
            <a:lvl4pPr algn="ctr">
              <a:defRPr sz="1575" b="1">
                <a:solidFill>
                  <a:srgbClr val="192035"/>
                </a:solidFill>
                <a:latin typeface="Noto Sans KR"/>
                <a:ea typeface="Noto Sans KR"/>
                <a:cs typeface="Noto Sans KR"/>
              </a:defRPr>
            </a:lvl4pPr>
            <a:lvl5pPr algn="ctr">
              <a:defRPr sz="1575" b="1">
                <a:solidFill>
                  <a:srgbClr val="192035"/>
                </a:solidFill>
                <a:latin typeface="Noto Sans KR"/>
                <a:ea typeface="Noto Sans KR"/>
                <a:cs typeface="Noto Sans KR"/>
              </a:defRPr>
            </a:lvl5pPr>
            <a:lvl6pPr algn="ctr">
              <a:defRPr sz="1575" b="1">
                <a:solidFill>
                  <a:srgbClr val="192035"/>
                </a:solidFill>
                <a:latin typeface="Noto Sans KR"/>
                <a:ea typeface="Noto Sans KR"/>
                <a:cs typeface="Noto Sans KR"/>
              </a:defRPr>
            </a:lvl6pPr>
            <a:lvl7pPr algn="ctr">
              <a:defRPr sz="1575" b="1">
                <a:solidFill>
                  <a:srgbClr val="192035"/>
                </a:solidFill>
                <a:latin typeface="Noto Sans KR"/>
                <a:ea typeface="Noto Sans KR"/>
                <a:cs typeface="Noto Sans KR"/>
              </a:defRPr>
            </a:lvl7pPr>
            <a:lvl8pPr algn="ctr">
              <a:defRPr sz="1575" b="1">
                <a:solidFill>
                  <a:srgbClr val="192035"/>
                </a:solidFill>
                <a:latin typeface="Noto Sans KR"/>
                <a:ea typeface="Noto Sans KR"/>
                <a:cs typeface="Noto Sans KR"/>
              </a:defRPr>
            </a:lvl8pPr>
            <a:lvl9pPr algn="ctr">
              <a:defRPr sz="1575" b="1">
                <a:solidFill>
                  <a:srgbClr val="192035"/>
                </a:solidFill>
                <a:latin typeface="Noto Sans KR"/>
                <a:ea typeface="Noto Sans KR"/>
                <a:cs typeface="Noto Sans KR"/>
              </a:defRPr>
            </a:lvl9pPr>
          </a:lstStyle>
          <a:p xmlns:a="http://schemas.openxmlformats.org/drawingml/2006/main">
            <a:pPr algn="ctr">
              <a:defRPr sz="1875" b="1">
                <a:solidFill>
                  <a:srgbClr val="F1F5F9"/>
                </a:solidFill>
                <a:latin typeface="Noto Sans KR"/>
                <a:ea typeface="Noto Sans KR"/>
                <a:cs typeface="Noto Sans KR"/>
              </a:defRPr>
            </a:pPr>
            <a:r>
              <a:rPr sz="1575" b="1">
                <a:solidFill>
                  <a:srgbClr val="192035"/>
                </a:solidFill>
                <a:latin typeface="Noto Sans KR"/>
                <a:ea typeface="Noto Sans KR"/>
                <a:cs typeface="Noto Sans KR"/>
              </a:rPr>
              <a:t>첫 방문 전환은 신청자 기준 · 이용량·회귀 분석은 방문 고객 873명 기준</a:t>
            </a:r>
          </a:p>
        </p:txBody>
      </p:sp>
    </p:spTree>
    <p:extLst>
      <p:ext uri="{BB962C8B-B14F-4D97-AF65-F5344CB8AC3E}">
        <p14:creationId xmlns:p14="http://schemas.microsoft.com/office/powerpoint/2010/main" val="1288583188"/>
      </p:ext>
    </p:extLst>
  </p:cSld>
</p:sld>
</file>

<file path=ppt/slides/slide4.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D4A84AB-A0EC-4D8D-BA08-A1894A28BE8B}"/>
              </a:ext>
            </a:extLst>
          </p:cNvPr>
          <p:cNvPicPr>
            <a:picLocks xmlns:a="http://schemas.openxmlformats.org/drawingml/2006/main" noChangeAspect="1"/>
          </p:cNvPicPr>
          <p:nvPr/>
        </p:nvPicPr>
        <p:blipFill>
          <a:blip xmlns:r="http://schemas.openxmlformats.org/officeDocument/2006/relationships" xmlns:a="http://schemas.openxmlformats.org/drawingml/2006/main" r:embed="Rd6ed97f9aade406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첫 방문과 재방문 전환율은 높아졌다">
            <a:extLst xmlns:a="http://schemas.openxmlformats.org/drawingml/2006/main">
              <a:ext uri="{FF2B5EF4-FFF2-40B4-BE49-F238E27FC236}">
                <a16:creationId xmlns:a16="http://schemas.microsoft.com/office/drawing/2014/main" id="{1516246C-FAB9-4634-8564-5CA11207D8AA}"/>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192035"/>
                </a:solidFill>
                <a:latin typeface="Noto Sans KR"/>
                <a:ea typeface="Noto Sans KR"/>
                <a:cs typeface="Noto Sans KR"/>
              </a:defRPr>
            </a:defPPr>
            <a:lvl1pPr algn="ctr">
              <a:defRPr sz="3000" b="1">
                <a:solidFill>
                  <a:srgbClr val="192035"/>
                </a:solidFill>
                <a:latin typeface="Noto Sans KR"/>
                <a:ea typeface="Noto Sans KR"/>
                <a:cs typeface="Noto Sans KR"/>
              </a:defRPr>
            </a:lvl1pPr>
            <a:lvl2pPr algn="ctr">
              <a:defRPr sz="3000" b="1">
                <a:solidFill>
                  <a:srgbClr val="192035"/>
                </a:solidFill>
                <a:latin typeface="Noto Sans KR"/>
                <a:ea typeface="Noto Sans KR"/>
                <a:cs typeface="Noto Sans KR"/>
              </a:defRPr>
            </a:lvl2pPr>
            <a:lvl3pPr algn="ctr">
              <a:defRPr sz="3000" b="1">
                <a:solidFill>
                  <a:srgbClr val="192035"/>
                </a:solidFill>
                <a:latin typeface="Noto Sans KR"/>
                <a:ea typeface="Noto Sans KR"/>
                <a:cs typeface="Noto Sans KR"/>
              </a:defRPr>
            </a:lvl3pPr>
            <a:lvl4pPr algn="ctr">
              <a:defRPr sz="3000" b="1">
                <a:solidFill>
                  <a:srgbClr val="192035"/>
                </a:solidFill>
                <a:latin typeface="Noto Sans KR"/>
                <a:ea typeface="Noto Sans KR"/>
                <a:cs typeface="Noto Sans KR"/>
              </a:defRPr>
            </a:lvl4pPr>
            <a:lvl5pPr algn="ctr">
              <a:defRPr sz="3000" b="1">
                <a:solidFill>
                  <a:srgbClr val="192035"/>
                </a:solidFill>
                <a:latin typeface="Noto Sans KR"/>
                <a:ea typeface="Noto Sans KR"/>
                <a:cs typeface="Noto Sans KR"/>
              </a:defRPr>
            </a:lvl5pPr>
            <a:lvl6pPr algn="ctr">
              <a:defRPr sz="3000" b="1">
                <a:solidFill>
                  <a:srgbClr val="192035"/>
                </a:solidFill>
                <a:latin typeface="Noto Sans KR"/>
                <a:ea typeface="Noto Sans KR"/>
                <a:cs typeface="Noto Sans KR"/>
              </a:defRPr>
            </a:lvl6pPr>
            <a:lvl7pPr algn="ctr">
              <a:defRPr sz="3000" b="1">
                <a:solidFill>
                  <a:srgbClr val="192035"/>
                </a:solidFill>
                <a:latin typeface="Noto Sans KR"/>
                <a:ea typeface="Noto Sans KR"/>
                <a:cs typeface="Noto Sans KR"/>
              </a:defRPr>
            </a:lvl7pPr>
            <a:lvl8pPr algn="ctr">
              <a:defRPr sz="3000" b="1">
                <a:solidFill>
                  <a:srgbClr val="192035"/>
                </a:solidFill>
                <a:latin typeface="Noto Sans KR"/>
                <a:ea typeface="Noto Sans KR"/>
                <a:cs typeface="Noto Sans KR"/>
              </a:defRPr>
            </a:lvl8pPr>
            <a:lvl9pPr algn="ctr">
              <a:defRPr sz="3000" b="1">
                <a:solidFill>
                  <a:srgbClr val="192035"/>
                </a:solidFill>
                <a:latin typeface="Noto Sans KR"/>
                <a:ea typeface="Noto Sans KR"/>
                <a:cs typeface="Noto Sans KR"/>
              </a:defRPr>
            </a:lvl9pPr>
          </a:lstStyle>
          <a:p xmlns:a="http://schemas.openxmlformats.org/drawingml/2006/main">
            <a:pPr algn="ctr">
              <a:defRPr sz="3000" b="1">
                <a:solidFill>
                  <a:srgbClr val="F1F5F9"/>
                </a:solidFill>
                <a:latin typeface="Noto Sans KR"/>
                <a:ea typeface="Noto Sans KR"/>
                <a:cs typeface="Noto Sans KR"/>
              </a:defRPr>
            </a:pPr>
            <a:r>
              <a:rPr sz="3000" b="1">
                <a:solidFill>
                  <a:srgbClr val="192035"/>
                </a:solidFill>
                <a:latin typeface="Noto Sans KR"/>
                <a:ea typeface="Noto Sans KR"/>
                <a:cs typeface="Noto Sans KR"/>
              </a:rPr>
              <a:t>첫 방문과 재방문 전환율은 높아졌다</a:t>
            </a:r>
          </a:p>
        </p:txBody>
      </p:sp>
      <p:sp>
        <p:nvSpPr>
          <p:cNvPr id="4" name="">
            <a:extLst xmlns:a="http://schemas.openxmlformats.org/drawingml/2006/main">
              <a:ext uri="{FF2B5EF4-FFF2-40B4-BE49-F238E27FC236}">
                <a16:creationId xmlns:a16="http://schemas.microsoft.com/office/drawing/2014/main" id="{452C360C-30AE-4553-9727-59172432E9FB}"/>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prstDash val="solid"/>
          </a:ln>
        </p:spPr>
      </p:sp>
      <p:sp>
        <p:nvSpPr>
          <p:cNvPr id="5" name="2022년">
            <a:extLst xmlns:a="http://schemas.openxmlformats.org/drawingml/2006/main">
              <a:ext uri="{FF2B5EF4-FFF2-40B4-BE49-F238E27FC236}">
                <a16:creationId xmlns:a16="http://schemas.microsoft.com/office/drawing/2014/main" id="{EF76F484-6223-4CBE-A60D-2B8031592238}"/>
              </a:ext>
            </a:extLst>
          </p:cNvPr>
          <p:cNvSpPr>
            <a:spLocks xmlns:a="http://schemas.openxmlformats.org/drawingml/2006/main" noGrp="1"/>
          </p:cNvSpPr>
          <p:nvPr/>
        </p:nvSpPr>
        <p:spPr>
          <a:xfrm xmlns:a="http://schemas.openxmlformats.org/drawingml/2006/main">
            <a:off x="5553075" y="2181225"/>
            <a:ext cx="2009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49780"/>
                </a:solidFill>
                <a:latin typeface="Noto Sans KR"/>
                <a:ea typeface="Noto Sans KR"/>
                <a:cs typeface="Noto Sans KR"/>
              </a:defRPr>
            </a:defPPr>
            <a:lvl1pPr algn="ctr">
              <a:defRPr sz="2025" b="1">
                <a:solidFill>
                  <a:srgbClr val="149780"/>
                </a:solidFill>
                <a:latin typeface="Noto Sans KR"/>
                <a:ea typeface="Noto Sans KR"/>
                <a:cs typeface="Noto Sans KR"/>
              </a:defRPr>
            </a:lvl1pPr>
            <a:lvl2pPr algn="ctr">
              <a:defRPr sz="2025" b="1">
                <a:solidFill>
                  <a:srgbClr val="149780"/>
                </a:solidFill>
                <a:latin typeface="Noto Sans KR"/>
                <a:ea typeface="Noto Sans KR"/>
                <a:cs typeface="Noto Sans KR"/>
              </a:defRPr>
            </a:lvl2pPr>
            <a:lvl3pPr algn="ctr">
              <a:defRPr sz="2025" b="1">
                <a:solidFill>
                  <a:srgbClr val="149780"/>
                </a:solidFill>
                <a:latin typeface="Noto Sans KR"/>
                <a:ea typeface="Noto Sans KR"/>
                <a:cs typeface="Noto Sans KR"/>
              </a:defRPr>
            </a:lvl3pPr>
            <a:lvl4pPr algn="ctr">
              <a:defRPr sz="2025" b="1">
                <a:solidFill>
                  <a:srgbClr val="149780"/>
                </a:solidFill>
                <a:latin typeface="Noto Sans KR"/>
                <a:ea typeface="Noto Sans KR"/>
                <a:cs typeface="Noto Sans KR"/>
              </a:defRPr>
            </a:lvl4pPr>
            <a:lvl5pPr algn="ctr">
              <a:defRPr sz="2025" b="1">
                <a:solidFill>
                  <a:srgbClr val="149780"/>
                </a:solidFill>
                <a:latin typeface="Noto Sans KR"/>
                <a:ea typeface="Noto Sans KR"/>
                <a:cs typeface="Noto Sans KR"/>
              </a:defRPr>
            </a:lvl5pPr>
            <a:lvl6pPr algn="ctr">
              <a:defRPr sz="2025" b="1">
                <a:solidFill>
                  <a:srgbClr val="149780"/>
                </a:solidFill>
                <a:latin typeface="Noto Sans KR"/>
                <a:ea typeface="Noto Sans KR"/>
                <a:cs typeface="Noto Sans KR"/>
              </a:defRPr>
            </a:lvl6pPr>
            <a:lvl7pPr algn="ctr">
              <a:defRPr sz="2025" b="1">
                <a:solidFill>
                  <a:srgbClr val="149780"/>
                </a:solidFill>
                <a:latin typeface="Noto Sans KR"/>
                <a:ea typeface="Noto Sans KR"/>
                <a:cs typeface="Noto Sans KR"/>
              </a:defRPr>
            </a:lvl7pPr>
            <a:lvl8pPr algn="ctr">
              <a:defRPr sz="2025" b="1">
                <a:solidFill>
                  <a:srgbClr val="149780"/>
                </a:solidFill>
                <a:latin typeface="Noto Sans KR"/>
                <a:ea typeface="Noto Sans KR"/>
                <a:cs typeface="Noto Sans KR"/>
              </a:defRPr>
            </a:lvl8pPr>
            <a:lvl9pPr algn="ctr">
              <a:defRPr sz="2025" b="1">
                <a:solidFill>
                  <a:srgbClr val="149780"/>
                </a:solidFill>
                <a:latin typeface="Noto Sans KR"/>
                <a:ea typeface="Noto Sans KR"/>
                <a:cs typeface="Noto Sans KR"/>
              </a:defRPr>
            </a:lvl9pPr>
          </a:lstStyle>
          <a:p xmlns:a="http://schemas.openxmlformats.org/drawingml/2006/main">
            <a:pPr algn="ctr">
              <a:defRPr sz="2025" b="1">
                <a:solidFill>
                  <a:srgbClr val="3CDD8A"/>
                </a:solidFill>
                <a:latin typeface="Noto Sans KR"/>
                <a:ea typeface="Noto Sans KR"/>
                <a:cs typeface="Noto Sans KR"/>
              </a:defRPr>
            </a:pPr>
            <a:r>
              <a:rPr sz="2025" b="1">
                <a:solidFill>
                  <a:srgbClr val="149780"/>
                </a:solidFill>
                <a:latin typeface="Noto Sans KR"/>
                <a:ea typeface="Noto Sans KR"/>
                <a:cs typeface="Noto Sans KR"/>
              </a:rPr>
              <a:t>2022년</a:t>
            </a:r>
          </a:p>
        </p:txBody>
      </p:sp>
      <p:sp>
        <p:nvSpPr>
          <p:cNvPr id="6" name="2023년">
            <a:extLst xmlns:a="http://schemas.openxmlformats.org/drawingml/2006/main">
              <a:ext uri="{FF2B5EF4-FFF2-40B4-BE49-F238E27FC236}">
                <a16:creationId xmlns:a16="http://schemas.microsoft.com/office/drawing/2014/main" id="{76B059CA-A569-4E8B-B043-DA78433012F1}"/>
              </a:ext>
            </a:extLst>
          </p:cNvPr>
          <p:cNvSpPr>
            <a:spLocks xmlns:a="http://schemas.openxmlformats.org/drawingml/2006/main" noGrp="1"/>
          </p:cNvSpPr>
          <p:nvPr/>
        </p:nvSpPr>
        <p:spPr>
          <a:xfrm xmlns:a="http://schemas.openxmlformats.org/drawingml/2006/main">
            <a:off x="8524875" y="2181225"/>
            <a:ext cx="2009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6554D9"/>
                </a:solidFill>
                <a:latin typeface="Noto Sans KR"/>
                <a:ea typeface="Noto Sans KR"/>
                <a:cs typeface="Noto Sans KR"/>
              </a:defRPr>
            </a:defPPr>
            <a:lvl1pPr algn="ctr">
              <a:defRPr sz="2025" b="1">
                <a:solidFill>
                  <a:srgbClr val="6554D9"/>
                </a:solidFill>
                <a:latin typeface="Noto Sans KR"/>
                <a:ea typeface="Noto Sans KR"/>
                <a:cs typeface="Noto Sans KR"/>
              </a:defRPr>
            </a:lvl1pPr>
            <a:lvl2pPr algn="ctr">
              <a:defRPr sz="2025" b="1">
                <a:solidFill>
                  <a:srgbClr val="6554D9"/>
                </a:solidFill>
                <a:latin typeface="Noto Sans KR"/>
                <a:ea typeface="Noto Sans KR"/>
                <a:cs typeface="Noto Sans KR"/>
              </a:defRPr>
            </a:lvl2pPr>
            <a:lvl3pPr algn="ctr">
              <a:defRPr sz="2025" b="1">
                <a:solidFill>
                  <a:srgbClr val="6554D9"/>
                </a:solidFill>
                <a:latin typeface="Noto Sans KR"/>
                <a:ea typeface="Noto Sans KR"/>
                <a:cs typeface="Noto Sans KR"/>
              </a:defRPr>
            </a:lvl3pPr>
            <a:lvl4pPr algn="ctr">
              <a:defRPr sz="2025" b="1">
                <a:solidFill>
                  <a:srgbClr val="6554D9"/>
                </a:solidFill>
                <a:latin typeface="Noto Sans KR"/>
                <a:ea typeface="Noto Sans KR"/>
                <a:cs typeface="Noto Sans KR"/>
              </a:defRPr>
            </a:lvl4pPr>
            <a:lvl5pPr algn="ctr">
              <a:defRPr sz="2025" b="1">
                <a:solidFill>
                  <a:srgbClr val="6554D9"/>
                </a:solidFill>
                <a:latin typeface="Noto Sans KR"/>
                <a:ea typeface="Noto Sans KR"/>
                <a:cs typeface="Noto Sans KR"/>
              </a:defRPr>
            </a:lvl5pPr>
            <a:lvl6pPr algn="ctr">
              <a:defRPr sz="2025" b="1">
                <a:solidFill>
                  <a:srgbClr val="6554D9"/>
                </a:solidFill>
                <a:latin typeface="Noto Sans KR"/>
                <a:ea typeface="Noto Sans KR"/>
                <a:cs typeface="Noto Sans KR"/>
              </a:defRPr>
            </a:lvl6pPr>
            <a:lvl7pPr algn="ctr">
              <a:defRPr sz="2025" b="1">
                <a:solidFill>
                  <a:srgbClr val="6554D9"/>
                </a:solidFill>
                <a:latin typeface="Noto Sans KR"/>
                <a:ea typeface="Noto Sans KR"/>
                <a:cs typeface="Noto Sans KR"/>
              </a:defRPr>
            </a:lvl7pPr>
            <a:lvl8pPr algn="ctr">
              <a:defRPr sz="2025" b="1">
                <a:solidFill>
                  <a:srgbClr val="6554D9"/>
                </a:solidFill>
                <a:latin typeface="Noto Sans KR"/>
                <a:ea typeface="Noto Sans KR"/>
                <a:cs typeface="Noto Sans KR"/>
              </a:defRPr>
            </a:lvl8pPr>
            <a:lvl9pPr algn="ctr">
              <a:defRPr sz="2025" b="1">
                <a:solidFill>
                  <a:srgbClr val="6554D9"/>
                </a:solidFill>
                <a:latin typeface="Noto Sans KR"/>
                <a:ea typeface="Noto Sans KR"/>
                <a:cs typeface="Noto Sans KR"/>
              </a:defRPr>
            </a:lvl9pPr>
          </a:lstStyle>
          <a:p xmlns:a="http://schemas.openxmlformats.org/drawingml/2006/main">
            <a:pPr algn="ctr">
              <a:defRPr sz="2025" b="1">
                <a:solidFill>
                  <a:srgbClr val="FF9B63"/>
                </a:solidFill>
                <a:latin typeface="Noto Sans KR"/>
                <a:ea typeface="Noto Sans KR"/>
                <a:cs typeface="Noto Sans KR"/>
              </a:defRPr>
            </a:pPr>
            <a:r>
              <a:rPr sz="2025" b="1">
                <a:solidFill>
                  <a:srgbClr val="6554D9"/>
                </a:solidFill>
                <a:latin typeface="Noto Sans KR"/>
                <a:ea typeface="Noto Sans KR"/>
                <a:cs typeface="Noto Sans KR"/>
              </a:rPr>
              <a:t>2023년</a:t>
            </a:r>
          </a:p>
        </p:txBody>
      </p:sp>
      <p:sp>
        <p:nvSpPr>
          <p:cNvPr id="7" name="">
            <a:extLst xmlns:a="http://schemas.openxmlformats.org/drawingml/2006/main">
              <a:ext uri="{FF2B5EF4-FFF2-40B4-BE49-F238E27FC236}">
                <a16:creationId xmlns:a16="http://schemas.microsoft.com/office/drawing/2014/main" id="{010E6AD6-3F2B-44B9-A9AA-E43566568340}"/>
              </a:ext>
            </a:extLst>
          </p:cNvPr>
          <p:cNvSpPr>
            <a:spLocks xmlns:a="http://schemas.openxmlformats.org/drawingml/2006/main" noGrp="1"/>
          </p:cNvSpPr>
          <p:nvPr/>
        </p:nvSpPr>
        <p:spPr>
          <a:xfrm xmlns:a="http://schemas.openxmlformats.org/drawingml/2006/main">
            <a:off x="1066800" y="2705100"/>
            <a:ext cx="10058400" cy="838200"/>
          </a:xfrm>
          <a:prstGeom xmlns:a="http://schemas.openxmlformats.org/drawingml/2006/main" prst="roundRect">
            <a:avLst>
              <a:gd name="adj" fmla="val 20455"/>
            </a:avLst>
          </a:prstGeom>
          <a:solidFill xmlns:a="http://schemas.openxmlformats.org/drawingml/2006/main">
            <a:srgbClr val="F0EDF9"/>
          </a:solidFill>
          <a:ln xmlns:a="http://schemas.openxmlformats.org/drawingml/2006/main" w="14288">
            <a:solidFill>
              <a:srgbClr val="CCC8DF"/>
            </a:solidFill>
            <a:prstDash val="solid"/>
          </a:ln>
        </p:spPr>
      </p:sp>
      <p:sp>
        <p:nvSpPr>
          <p:cNvPr id="8" name="신청 → 첫 방문">
            <a:extLst xmlns:a="http://schemas.openxmlformats.org/drawingml/2006/main">
              <a:ext uri="{FF2B5EF4-FFF2-40B4-BE49-F238E27FC236}">
                <a16:creationId xmlns:a16="http://schemas.microsoft.com/office/drawing/2014/main" id="{D3AE9613-41DC-4C02-AC92-AEB46544614F}"/>
              </a:ext>
            </a:extLst>
          </p:cNvPr>
          <p:cNvSpPr>
            <a:spLocks xmlns:a="http://schemas.openxmlformats.org/drawingml/2006/main" noGrp="1"/>
          </p:cNvSpPr>
          <p:nvPr/>
        </p:nvSpPr>
        <p:spPr>
          <a:xfrm xmlns:a="http://schemas.openxmlformats.org/drawingml/2006/main">
            <a:off x="1276350" y="2847975"/>
            <a:ext cx="3476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92035"/>
                </a:solidFill>
                <a:latin typeface="Noto Sans KR"/>
                <a:ea typeface="Noto Sans KR"/>
                <a:cs typeface="Noto Sans KR"/>
              </a:defRPr>
            </a:defPPr>
            <a:lvl1pPr algn="l">
              <a:defRPr sz="2025" b="1">
                <a:solidFill>
                  <a:srgbClr val="192035"/>
                </a:solidFill>
                <a:latin typeface="Noto Sans KR"/>
                <a:ea typeface="Noto Sans KR"/>
                <a:cs typeface="Noto Sans KR"/>
              </a:defRPr>
            </a:lvl1pPr>
            <a:lvl2pPr algn="l">
              <a:defRPr sz="2025" b="1">
                <a:solidFill>
                  <a:srgbClr val="192035"/>
                </a:solidFill>
                <a:latin typeface="Noto Sans KR"/>
                <a:ea typeface="Noto Sans KR"/>
                <a:cs typeface="Noto Sans KR"/>
              </a:defRPr>
            </a:lvl2pPr>
            <a:lvl3pPr algn="l">
              <a:defRPr sz="2025" b="1">
                <a:solidFill>
                  <a:srgbClr val="192035"/>
                </a:solidFill>
                <a:latin typeface="Noto Sans KR"/>
                <a:ea typeface="Noto Sans KR"/>
                <a:cs typeface="Noto Sans KR"/>
              </a:defRPr>
            </a:lvl3pPr>
            <a:lvl4pPr algn="l">
              <a:defRPr sz="2025" b="1">
                <a:solidFill>
                  <a:srgbClr val="192035"/>
                </a:solidFill>
                <a:latin typeface="Noto Sans KR"/>
                <a:ea typeface="Noto Sans KR"/>
                <a:cs typeface="Noto Sans KR"/>
              </a:defRPr>
            </a:lvl4pPr>
            <a:lvl5pPr algn="l">
              <a:defRPr sz="2025" b="1">
                <a:solidFill>
                  <a:srgbClr val="192035"/>
                </a:solidFill>
                <a:latin typeface="Noto Sans KR"/>
                <a:ea typeface="Noto Sans KR"/>
                <a:cs typeface="Noto Sans KR"/>
              </a:defRPr>
            </a:lvl5pPr>
            <a:lvl6pPr algn="l">
              <a:defRPr sz="2025" b="1">
                <a:solidFill>
                  <a:srgbClr val="192035"/>
                </a:solidFill>
                <a:latin typeface="Noto Sans KR"/>
                <a:ea typeface="Noto Sans KR"/>
                <a:cs typeface="Noto Sans KR"/>
              </a:defRPr>
            </a:lvl6pPr>
            <a:lvl7pPr algn="l">
              <a:defRPr sz="2025" b="1">
                <a:solidFill>
                  <a:srgbClr val="192035"/>
                </a:solidFill>
                <a:latin typeface="Noto Sans KR"/>
                <a:ea typeface="Noto Sans KR"/>
                <a:cs typeface="Noto Sans KR"/>
              </a:defRPr>
            </a:lvl7pPr>
            <a:lvl8pPr algn="l">
              <a:defRPr sz="2025" b="1">
                <a:solidFill>
                  <a:srgbClr val="192035"/>
                </a:solidFill>
                <a:latin typeface="Noto Sans KR"/>
                <a:ea typeface="Noto Sans KR"/>
                <a:cs typeface="Noto Sans KR"/>
              </a:defRPr>
            </a:lvl8pPr>
            <a:lvl9pPr algn="l">
              <a:defRPr sz="2025" b="1">
                <a:solidFill>
                  <a:srgbClr val="192035"/>
                </a:solidFill>
                <a:latin typeface="Noto Sans KR"/>
                <a:ea typeface="Noto Sans KR"/>
                <a:cs typeface="Noto Sans KR"/>
              </a:defRPr>
            </a:lvl9pPr>
          </a:lstStyle>
          <a:p xmlns:a="http://schemas.openxmlformats.org/drawingml/2006/main">
            <a:pPr algn="l">
              <a:defRPr sz="2025" b="1">
                <a:solidFill>
                  <a:srgbClr val="F1F5F9"/>
                </a:solidFill>
                <a:latin typeface="Noto Sans KR"/>
                <a:ea typeface="Noto Sans KR"/>
                <a:cs typeface="Noto Sans KR"/>
              </a:defRPr>
            </a:pPr>
            <a:r>
              <a:rPr sz="2025" b="1">
                <a:solidFill>
                  <a:srgbClr val="192035"/>
                </a:solidFill>
                <a:latin typeface="Noto Sans KR"/>
                <a:ea typeface="Noto Sans KR"/>
                <a:cs typeface="Noto Sans KR"/>
              </a:rPr>
              <a:t>신청 → 첫 방문</a:t>
            </a:r>
          </a:p>
        </p:txBody>
      </p:sp>
      <p:sp>
        <p:nvSpPr>
          <p:cNvPr id="9" name="66.5%">
            <a:extLst xmlns:a="http://schemas.openxmlformats.org/drawingml/2006/main">
              <a:ext uri="{FF2B5EF4-FFF2-40B4-BE49-F238E27FC236}">
                <a16:creationId xmlns:a16="http://schemas.microsoft.com/office/drawing/2014/main" id="{18515258-E4D6-432B-A58D-98DD9C3BA608}"/>
              </a:ext>
            </a:extLst>
          </p:cNvPr>
          <p:cNvSpPr>
            <a:spLocks xmlns:a="http://schemas.openxmlformats.org/drawingml/2006/main" noGrp="1"/>
          </p:cNvSpPr>
          <p:nvPr/>
        </p:nvSpPr>
        <p:spPr>
          <a:xfrm xmlns:a="http://schemas.openxmlformats.org/drawingml/2006/main">
            <a:off x="5524500" y="2743200"/>
            <a:ext cx="2028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1">
                <a:solidFill>
                  <a:srgbClr val="149780"/>
                </a:solidFill>
                <a:latin typeface="Noto Sans KR"/>
                <a:ea typeface="Noto Sans KR"/>
                <a:cs typeface="Noto Sans KR"/>
              </a:defRPr>
            </a:defPPr>
            <a:lvl1pPr algn="ctr">
              <a:defRPr sz="2700" b="1">
                <a:solidFill>
                  <a:srgbClr val="149780"/>
                </a:solidFill>
                <a:latin typeface="Noto Sans KR"/>
                <a:ea typeface="Noto Sans KR"/>
                <a:cs typeface="Noto Sans KR"/>
              </a:defRPr>
            </a:lvl1pPr>
            <a:lvl2pPr algn="ctr">
              <a:defRPr sz="2700" b="1">
                <a:solidFill>
                  <a:srgbClr val="149780"/>
                </a:solidFill>
                <a:latin typeface="Noto Sans KR"/>
                <a:ea typeface="Noto Sans KR"/>
                <a:cs typeface="Noto Sans KR"/>
              </a:defRPr>
            </a:lvl2pPr>
            <a:lvl3pPr algn="ctr">
              <a:defRPr sz="2700" b="1">
                <a:solidFill>
                  <a:srgbClr val="149780"/>
                </a:solidFill>
                <a:latin typeface="Noto Sans KR"/>
                <a:ea typeface="Noto Sans KR"/>
                <a:cs typeface="Noto Sans KR"/>
              </a:defRPr>
            </a:lvl3pPr>
            <a:lvl4pPr algn="ctr">
              <a:defRPr sz="2700" b="1">
                <a:solidFill>
                  <a:srgbClr val="149780"/>
                </a:solidFill>
                <a:latin typeface="Noto Sans KR"/>
                <a:ea typeface="Noto Sans KR"/>
                <a:cs typeface="Noto Sans KR"/>
              </a:defRPr>
            </a:lvl4pPr>
            <a:lvl5pPr algn="ctr">
              <a:defRPr sz="2700" b="1">
                <a:solidFill>
                  <a:srgbClr val="149780"/>
                </a:solidFill>
                <a:latin typeface="Noto Sans KR"/>
                <a:ea typeface="Noto Sans KR"/>
                <a:cs typeface="Noto Sans KR"/>
              </a:defRPr>
            </a:lvl5pPr>
            <a:lvl6pPr algn="ctr">
              <a:defRPr sz="2700" b="1">
                <a:solidFill>
                  <a:srgbClr val="149780"/>
                </a:solidFill>
                <a:latin typeface="Noto Sans KR"/>
                <a:ea typeface="Noto Sans KR"/>
                <a:cs typeface="Noto Sans KR"/>
              </a:defRPr>
            </a:lvl6pPr>
            <a:lvl7pPr algn="ctr">
              <a:defRPr sz="2700" b="1">
                <a:solidFill>
                  <a:srgbClr val="149780"/>
                </a:solidFill>
                <a:latin typeface="Noto Sans KR"/>
                <a:ea typeface="Noto Sans KR"/>
                <a:cs typeface="Noto Sans KR"/>
              </a:defRPr>
            </a:lvl7pPr>
            <a:lvl8pPr algn="ctr">
              <a:defRPr sz="2700" b="1">
                <a:solidFill>
                  <a:srgbClr val="149780"/>
                </a:solidFill>
                <a:latin typeface="Noto Sans KR"/>
                <a:ea typeface="Noto Sans KR"/>
                <a:cs typeface="Noto Sans KR"/>
              </a:defRPr>
            </a:lvl8pPr>
            <a:lvl9pPr algn="ctr">
              <a:defRPr sz="2700" b="1">
                <a:solidFill>
                  <a:srgbClr val="149780"/>
                </a:solidFill>
                <a:latin typeface="Noto Sans KR"/>
                <a:ea typeface="Noto Sans KR"/>
                <a:cs typeface="Noto Sans KR"/>
              </a:defRPr>
            </a:lvl9pPr>
          </a:lstStyle>
          <a:p xmlns:a="http://schemas.openxmlformats.org/drawingml/2006/main">
            <a:pPr algn="ctr">
              <a:defRPr sz="2700" b="1">
                <a:solidFill>
                  <a:srgbClr val="3CDD8A"/>
                </a:solidFill>
                <a:latin typeface="Noto Sans KR"/>
                <a:ea typeface="Noto Sans KR"/>
                <a:cs typeface="Noto Sans KR"/>
              </a:defRPr>
            </a:pPr>
            <a:r>
              <a:rPr sz="2700" b="1">
                <a:solidFill>
                  <a:srgbClr val="149780"/>
                </a:solidFill>
                <a:latin typeface="Noto Sans KR"/>
                <a:ea typeface="Noto Sans KR"/>
                <a:cs typeface="Noto Sans KR"/>
              </a:rPr>
              <a:t>66.5%</a:t>
            </a:r>
          </a:p>
        </p:txBody>
      </p:sp>
      <p:sp>
        <p:nvSpPr>
          <p:cNvPr id="10" name="87.9%">
            <a:extLst xmlns:a="http://schemas.openxmlformats.org/drawingml/2006/main">
              <a:ext uri="{FF2B5EF4-FFF2-40B4-BE49-F238E27FC236}">
                <a16:creationId xmlns:a16="http://schemas.microsoft.com/office/drawing/2014/main" id="{9B1504A6-C318-49CC-94C1-87A780902A6D}"/>
              </a:ext>
            </a:extLst>
          </p:cNvPr>
          <p:cNvSpPr>
            <a:spLocks xmlns:a="http://schemas.openxmlformats.org/drawingml/2006/main" noGrp="1"/>
          </p:cNvSpPr>
          <p:nvPr/>
        </p:nvSpPr>
        <p:spPr>
          <a:xfrm xmlns:a="http://schemas.openxmlformats.org/drawingml/2006/main">
            <a:off x="8496300" y="2743200"/>
            <a:ext cx="2028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1">
                <a:solidFill>
                  <a:srgbClr val="6554D9"/>
                </a:solidFill>
                <a:latin typeface="Noto Sans KR"/>
                <a:ea typeface="Noto Sans KR"/>
                <a:cs typeface="Noto Sans KR"/>
              </a:defRPr>
            </a:defPPr>
            <a:lvl1pPr algn="ctr">
              <a:defRPr sz="2700" b="1">
                <a:solidFill>
                  <a:srgbClr val="6554D9"/>
                </a:solidFill>
                <a:latin typeface="Noto Sans KR"/>
                <a:ea typeface="Noto Sans KR"/>
                <a:cs typeface="Noto Sans KR"/>
              </a:defRPr>
            </a:lvl1pPr>
            <a:lvl2pPr algn="ctr">
              <a:defRPr sz="2700" b="1">
                <a:solidFill>
                  <a:srgbClr val="6554D9"/>
                </a:solidFill>
                <a:latin typeface="Noto Sans KR"/>
                <a:ea typeface="Noto Sans KR"/>
                <a:cs typeface="Noto Sans KR"/>
              </a:defRPr>
            </a:lvl2pPr>
            <a:lvl3pPr algn="ctr">
              <a:defRPr sz="2700" b="1">
                <a:solidFill>
                  <a:srgbClr val="6554D9"/>
                </a:solidFill>
                <a:latin typeface="Noto Sans KR"/>
                <a:ea typeface="Noto Sans KR"/>
                <a:cs typeface="Noto Sans KR"/>
              </a:defRPr>
            </a:lvl3pPr>
            <a:lvl4pPr algn="ctr">
              <a:defRPr sz="2700" b="1">
                <a:solidFill>
                  <a:srgbClr val="6554D9"/>
                </a:solidFill>
                <a:latin typeface="Noto Sans KR"/>
                <a:ea typeface="Noto Sans KR"/>
                <a:cs typeface="Noto Sans KR"/>
              </a:defRPr>
            </a:lvl4pPr>
            <a:lvl5pPr algn="ctr">
              <a:defRPr sz="2700" b="1">
                <a:solidFill>
                  <a:srgbClr val="6554D9"/>
                </a:solidFill>
                <a:latin typeface="Noto Sans KR"/>
                <a:ea typeface="Noto Sans KR"/>
                <a:cs typeface="Noto Sans KR"/>
              </a:defRPr>
            </a:lvl5pPr>
            <a:lvl6pPr algn="ctr">
              <a:defRPr sz="2700" b="1">
                <a:solidFill>
                  <a:srgbClr val="6554D9"/>
                </a:solidFill>
                <a:latin typeface="Noto Sans KR"/>
                <a:ea typeface="Noto Sans KR"/>
                <a:cs typeface="Noto Sans KR"/>
              </a:defRPr>
            </a:lvl6pPr>
            <a:lvl7pPr algn="ctr">
              <a:defRPr sz="2700" b="1">
                <a:solidFill>
                  <a:srgbClr val="6554D9"/>
                </a:solidFill>
                <a:latin typeface="Noto Sans KR"/>
                <a:ea typeface="Noto Sans KR"/>
                <a:cs typeface="Noto Sans KR"/>
              </a:defRPr>
            </a:lvl7pPr>
            <a:lvl8pPr algn="ctr">
              <a:defRPr sz="2700" b="1">
                <a:solidFill>
                  <a:srgbClr val="6554D9"/>
                </a:solidFill>
                <a:latin typeface="Noto Sans KR"/>
                <a:ea typeface="Noto Sans KR"/>
                <a:cs typeface="Noto Sans KR"/>
              </a:defRPr>
            </a:lvl8pPr>
            <a:lvl9pPr algn="ctr">
              <a:defRPr sz="2700" b="1">
                <a:solidFill>
                  <a:srgbClr val="6554D9"/>
                </a:solidFill>
                <a:latin typeface="Noto Sans KR"/>
                <a:ea typeface="Noto Sans KR"/>
                <a:cs typeface="Noto Sans KR"/>
              </a:defRPr>
            </a:lvl9pPr>
          </a:lstStyle>
          <a:p xmlns:a="http://schemas.openxmlformats.org/drawingml/2006/main">
            <a:pPr algn="ctr">
              <a:defRPr sz="2700" b="1">
                <a:solidFill>
                  <a:srgbClr val="FF9B63"/>
                </a:solidFill>
                <a:latin typeface="Noto Sans KR"/>
                <a:ea typeface="Noto Sans KR"/>
                <a:cs typeface="Noto Sans KR"/>
              </a:defRPr>
            </a:pPr>
            <a:r>
              <a:rPr sz="2700" b="1">
                <a:solidFill>
                  <a:srgbClr val="6554D9"/>
                </a:solidFill>
                <a:latin typeface="Noto Sans KR"/>
                <a:ea typeface="Noto Sans KR"/>
                <a:cs typeface="Noto Sans KR"/>
              </a:rPr>
              <a:t>87.9%</a:t>
            </a:r>
          </a:p>
        </p:txBody>
      </p:sp>
      <p:sp>
        <p:nvSpPr>
          <p:cNvPr id="11" name="410 / 617명">
            <a:extLst xmlns:a="http://schemas.openxmlformats.org/drawingml/2006/main">
              <a:ext uri="{FF2B5EF4-FFF2-40B4-BE49-F238E27FC236}">
                <a16:creationId xmlns:a16="http://schemas.microsoft.com/office/drawing/2014/main" id="{8FCAE301-1552-4D8E-AF0D-046534237298}"/>
              </a:ext>
            </a:extLst>
          </p:cNvPr>
          <p:cNvSpPr>
            <a:spLocks xmlns:a="http://schemas.openxmlformats.org/drawingml/2006/main" noGrp="1"/>
          </p:cNvSpPr>
          <p:nvPr/>
        </p:nvSpPr>
        <p:spPr>
          <a:xfrm xmlns:a="http://schemas.openxmlformats.org/drawingml/2006/main">
            <a:off x="5486400" y="3209925"/>
            <a:ext cx="2105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738096"/>
                </a:solidFill>
                <a:latin typeface="Noto Sans KR"/>
                <a:ea typeface="Noto Sans KR"/>
                <a:cs typeface="Noto Sans KR"/>
              </a:defRPr>
            </a:defPPr>
            <a:lvl1pPr algn="ctr">
              <a:defRPr sz="1350" b="0">
                <a:solidFill>
                  <a:srgbClr val="738096"/>
                </a:solidFill>
                <a:latin typeface="Noto Sans KR"/>
                <a:ea typeface="Noto Sans KR"/>
                <a:cs typeface="Noto Sans KR"/>
              </a:defRPr>
            </a:lvl1pPr>
            <a:lvl2pPr algn="ctr">
              <a:defRPr sz="1350" b="0">
                <a:solidFill>
                  <a:srgbClr val="738096"/>
                </a:solidFill>
                <a:latin typeface="Noto Sans KR"/>
                <a:ea typeface="Noto Sans KR"/>
                <a:cs typeface="Noto Sans KR"/>
              </a:defRPr>
            </a:lvl2pPr>
            <a:lvl3pPr algn="ctr">
              <a:defRPr sz="1350" b="0">
                <a:solidFill>
                  <a:srgbClr val="738096"/>
                </a:solidFill>
                <a:latin typeface="Noto Sans KR"/>
                <a:ea typeface="Noto Sans KR"/>
                <a:cs typeface="Noto Sans KR"/>
              </a:defRPr>
            </a:lvl3pPr>
            <a:lvl4pPr algn="ctr">
              <a:defRPr sz="1350" b="0">
                <a:solidFill>
                  <a:srgbClr val="738096"/>
                </a:solidFill>
                <a:latin typeface="Noto Sans KR"/>
                <a:ea typeface="Noto Sans KR"/>
                <a:cs typeface="Noto Sans KR"/>
              </a:defRPr>
            </a:lvl4pPr>
            <a:lvl5pPr algn="ctr">
              <a:defRPr sz="1350" b="0">
                <a:solidFill>
                  <a:srgbClr val="738096"/>
                </a:solidFill>
                <a:latin typeface="Noto Sans KR"/>
                <a:ea typeface="Noto Sans KR"/>
                <a:cs typeface="Noto Sans KR"/>
              </a:defRPr>
            </a:lvl5pPr>
            <a:lvl6pPr algn="ctr">
              <a:defRPr sz="1350" b="0">
                <a:solidFill>
                  <a:srgbClr val="738096"/>
                </a:solidFill>
                <a:latin typeface="Noto Sans KR"/>
                <a:ea typeface="Noto Sans KR"/>
                <a:cs typeface="Noto Sans KR"/>
              </a:defRPr>
            </a:lvl6pPr>
            <a:lvl7pPr algn="ctr">
              <a:defRPr sz="1350" b="0">
                <a:solidFill>
                  <a:srgbClr val="738096"/>
                </a:solidFill>
                <a:latin typeface="Noto Sans KR"/>
                <a:ea typeface="Noto Sans KR"/>
                <a:cs typeface="Noto Sans KR"/>
              </a:defRPr>
            </a:lvl7pPr>
            <a:lvl8pPr algn="ctr">
              <a:defRPr sz="1350" b="0">
                <a:solidFill>
                  <a:srgbClr val="738096"/>
                </a:solidFill>
                <a:latin typeface="Noto Sans KR"/>
                <a:ea typeface="Noto Sans KR"/>
                <a:cs typeface="Noto Sans KR"/>
              </a:defRPr>
            </a:lvl8pPr>
            <a:lvl9pPr algn="ctr">
              <a:defRPr sz="1350" b="0">
                <a:solidFill>
                  <a:srgbClr val="738096"/>
                </a:solidFill>
                <a:latin typeface="Noto Sans KR"/>
                <a:ea typeface="Noto Sans KR"/>
                <a:cs typeface="Noto Sans KR"/>
              </a:defRPr>
            </a:lvl9pPr>
          </a:lstStyle>
          <a:p xmlns:a="http://schemas.openxmlformats.org/drawingml/2006/main">
            <a:pPr algn="ctr">
              <a:defRPr sz="1350" b="0">
                <a:solidFill>
                  <a:srgbClr val="BAC5D8"/>
                </a:solidFill>
                <a:latin typeface="Noto Sans KR"/>
                <a:ea typeface="Noto Sans KR"/>
                <a:cs typeface="Noto Sans KR"/>
              </a:defRPr>
            </a:pPr>
            <a:r>
              <a:rPr sz="1350" b="0">
                <a:solidFill>
                  <a:srgbClr val="738096"/>
                </a:solidFill>
                <a:latin typeface="Noto Sans KR"/>
                <a:ea typeface="Noto Sans KR"/>
                <a:cs typeface="Noto Sans KR"/>
              </a:rPr>
              <a:t>410 / 617명</a:t>
            </a:r>
          </a:p>
        </p:txBody>
      </p:sp>
      <p:sp>
        <p:nvSpPr>
          <p:cNvPr id="12" name="463 / 527명">
            <a:extLst xmlns:a="http://schemas.openxmlformats.org/drawingml/2006/main">
              <a:ext uri="{FF2B5EF4-FFF2-40B4-BE49-F238E27FC236}">
                <a16:creationId xmlns:a16="http://schemas.microsoft.com/office/drawing/2014/main" id="{BF1F0783-B8AD-4938-8EDC-F040BBED57FD}"/>
              </a:ext>
            </a:extLst>
          </p:cNvPr>
          <p:cNvSpPr>
            <a:spLocks xmlns:a="http://schemas.openxmlformats.org/drawingml/2006/main" noGrp="1"/>
          </p:cNvSpPr>
          <p:nvPr/>
        </p:nvSpPr>
        <p:spPr>
          <a:xfrm xmlns:a="http://schemas.openxmlformats.org/drawingml/2006/main">
            <a:off x="8458200" y="3209925"/>
            <a:ext cx="2105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738096"/>
                </a:solidFill>
                <a:latin typeface="Noto Sans KR"/>
                <a:ea typeface="Noto Sans KR"/>
                <a:cs typeface="Noto Sans KR"/>
              </a:defRPr>
            </a:defPPr>
            <a:lvl1pPr algn="ctr">
              <a:defRPr sz="1350" b="0">
                <a:solidFill>
                  <a:srgbClr val="738096"/>
                </a:solidFill>
                <a:latin typeface="Noto Sans KR"/>
                <a:ea typeface="Noto Sans KR"/>
                <a:cs typeface="Noto Sans KR"/>
              </a:defRPr>
            </a:lvl1pPr>
            <a:lvl2pPr algn="ctr">
              <a:defRPr sz="1350" b="0">
                <a:solidFill>
                  <a:srgbClr val="738096"/>
                </a:solidFill>
                <a:latin typeface="Noto Sans KR"/>
                <a:ea typeface="Noto Sans KR"/>
                <a:cs typeface="Noto Sans KR"/>
              </a:defRPr>
            </a:lvl2pPr>
            <a:lvl3pPr algn="ctr">
              <a:defRPr sz="1350" b="0">
                <a:solidFill>
                  <a:srgbClr val="738096"/>
                </a:solidFill>
                <a:latin typeface="Noto Sans KR"/>
                <a:ea typeface="Noto Sans KR"/>
                <a:cs typeface="Noto Sans KR"/>
              </a:defRPr>
            </a:lvl3pPr>
            <a:lvl4pPr algn="ctr">
              <a:defRPr sz="1350" b="0">
                <a:solidFill>
                  <a:srgbClr val="738096"/>
                </a:solidFill>
                <a:latin typeface="Noto Sans KR"/>
                <a:ea typeface="Noto Sans KR"/>
                <a:cs typeface="Noto Sans KR"/>
              </a:defRPr>
            </a:lvl4pPr>
            <a:lvl5pPr algn="ctr">
              <a:defRPr sz="1350" b="0">
                <a:solidFill>
                  <a:srgbClr val="738096"/>
                </a:solidFill>
                <a:latin typeface="Noto Sans KR"/>
                <a:ea typeface="Noto Sans KR"/>
                <a:cs typeface="Noto Sans KR"/>
              </a:defRPr>
            </a:lvl5pPr>
            <a:lvl6pPr algn="ctr">
              <a:defRPr sz="1350" b="0">
                <a:solidFill>
                  <a:srgbClr val="738096"/>
                </a:solidFill>
                <a:latin typeface="Noto Sans KR"/>
                <a:ea typeface="Noto Sans KR"/>
                <a:cs typeface="Noto Sans KR"/>
              </a:defRPr>
            </a:lvl6pPr>
            <a:lvl7pPr algn="ctr">
              <a:defRPr sz="1350" b="0">
                <a:solidFill>
                  <a:srgbClr val="738096"/>
                </a:solidFill>
                <a:latin typeface="Noto Sans KR"/>
                <a:ea typeface="Noto Sans KR"/>
                <a:cs typeface="Noto Sans KR"/>
              </a:defRPr>
            </a:lvl7pPr>
            <a:lvl8pPr algn="ctr">
              <a:defRPr sz="1350" b="0">
                <a:solidFill>
                  <a:srgbClr val="738096"/>
                </a:solidFill>
                <a:latin typeface="Noto Sans KR"/>
                <a:ea typeface="Noto Sans KR"/>
                <a:cs typeface="Noto Sans KR"/>
              </a:defRPr>
            </a:lvl8pPr>
            <a:lvl9pPr algn="ctr">
              <a:defRPr sz="1350" b="0">
                <a:solidFill>
                  <a:srgbClr val="738096"/>
                </a:solidFill>
                <a:latin typeface="Noto Sans KR"/>
                <a:ea typeface="Noto Sans KR"/>
                <a:cs typeface="Noto Sans KR"/>
              </a:defRPr>
            </a:lvl9pPr>
          </a:lstStyle>
          <a:p xmlns:a="http://schemas.openxmlformats.org/drawingml/2006/main">
            <a:pPr algn="ctr">
              <a:defRPr sz="1350" b="0">
                <a:solidFill>
                  <a:srgbClr val="BAC5D8"/>
                </a:solidFill>
                <a:latin typeface="Noto Sans KR"/>
                <a:ea typeface="Noto Sans KR"/>
                <a:cs typeface="Noto Sans KR"/>
              </a:defRPr>
            </a:pPr>
            <a:r>
              <a:rPr sz="1350" b="0">
                <a:solidFill>
                  <a:srgbClr val="738096"/>
                </a:solidFill>
                <a:latin typeface="Noto Sans KR"/>
                <a:ea typeface="Noto Sans KR"/>
                <a:cs typeface="Noto Sans KR"/>
              </a:rPr>
              <a:t>463 / 527명</a:t>
            </a:r>
          </a:p>
        </p:txBody>
      </p:sp>
      <p:sp>
        <p:nvSpPr>
          <p:cNvPr id="13" name="">
            <a:extLst xmlns:a="http://schemas.openxmlformats.org/drawingml/2006/main">
              <a:ext uri="{FF2B5EF4-FFF2-40B4-BE49-F238E27FC236}">
                <a16:creationId xmlns:a16="http://schemas.microsoft.com/office/drawing/2014/main" id="{5E2B741E-FC48-46EC-9752-95B4C117795A}"/>
              </a:ext>
            </a:extLst>
          </p:cNvPr>
          <p:cNvSpPr>
            <a:spLocks xmlns:a="http://schemas.openxmlformats.org/drawingml/2006/main" noGrp="1"/>
          </p:cNvSpPr>
          <p:nvPr/>
        </p:nvSpPr>
        <p:spPr>
          <a:xfrm xmlns:a="http://schemas.openxmlformats.org/drawingml/2006/main">
            <a:off x="1066800" y="3648075"/>
            <a:ext cx="10058400" cy="838200"/>
          </a:xfrm>
          <a:prstGeom xmlns:a="http://schemas.openxmlformats.org/drawingml/2006/main" prst="roundRect">
            <a:avLst>
              <a:gd name="adj" fmla="val 20455"/>
            </a:avLst>
          </a:prstGeom>
          <a:solidFill xmlns:a="http://schemas.openxmlformats.org/drawingml/2006/main">
            <a:srgbClr val="F0EDF9"/>
          </a:solidFill>
          <a:ln xmlns:a="http://schemas.openxmlformats.org/drawingml/2006/main" w="14288">
            <a:solidFill>
              <a:srgbClr val="CCC8DF"/>
            </a:solidFill>
            <a:prstDash val="solid"/>
          </a:ln>
        </p:spPr>
      </p:sp>
      <p:sp>
        <p:nvSpPr>
          <p:cNvPr id="14" name="첫 방문 → 2차 방문">
            <a:extLst xmlns:a="http://schemas.openxmlformats.org/drawingml/2006/main">
              <a:ext uri="{FF2B5EF4-FFF2-40B4-BE49-F238E27FC236}">
                <a16:creationId xmlns:a16="http://schemas.microsoft.com/office/drawing/2014/main" id="{3B7DBF49-796C-4207-9621-A5D320EA2E05}"/>
              </a:ext>
            </a:extLst>
          </p:cNvPr>
          <p:cNvSpPr>
            <a:spLocks xmlns:a="http://schemas.openxmlformats.org/drawingml/2006/main" noGrp="1"/>
          </p:cNvSpPr>
          <p:nvPr/>
        </p:nvSpPr>
        <p:spPr>
          <a:xfrm xmlns:a="http://schemas.openxmlformats.org/drawingml/2006/main">
            <a:off x="1276350" y="3790950"/>
            <a:ext cx="3476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92035"/>
                </a:solidFill>
                <a:latin typeface="Noto Sans KR"/>
                <a:ea typeface="Noto Sans KR"/>
                <a:cs typeface="Noto Sans KR"/>
              </a:defRPr>
            </a:defPPr>
            <a:lvl1pPr algn="l">
              <a:defRPr sz="2025" b="1">
                <a:solidFill>
                  <a:srgbClr val="192035"/>
                </a:solidFill>
                <a:latin typeface="Noto Sans KR"/>
                <a:ea typeface="Noto Sans KR"/>
                <a:cs typeface="Noto Sans KR"/>
              </a:defRPr>
            </a:lvl1pPr>
            <a:lvl2pPr algn="l">
              <a:defRPr sz="2025" b="1">
                <a:solidFill>
                  <a:srgbClr val="192035"/>
                </a:solidFill>
                <a:latin typeface="Noto Sans KR"/>
                <a:ea typeface="Noto Sans KR"/>
                <a:cs typeface="Noto Sans KR"/>
              </a:defRPr>
            </a:lvl2pPr>
            <a:lvl3pPr algn="l">
              <a:defRPr sz="2025" b="1">
                <a:solidFill>
                  <a:srgbClr val="192035"/>
                </a:solidFill>
                <a:latin typeface="Noto Sans KR"/>
                <a:ea typeface="Noto Sans KR"/>
                <a:cs typeface="Noto Sans KR"/>
              </a:defRPr>
            </a:lvl3pPr>
            <a:lvl4pPr algn="l">
              <a:defRPr sz="2025" b="1">
                <a:solidFill>
                  <a:srgbClr val="192035"/>
                </a:solidFill>
                <a:latin typeface="Noto Sans KR"/>
                <a:ea typeface="Noto Sans KR"/>
                <a:cs typeface="Noto Sans KR"/>
              </a:defRPr>
            </a:lvl4pPr>
            <a:lvl5pPr algn="l">
              <a:defRPr sz="2025" b="1">
                <a:solidFill>
                  <a:srgbClr val="192035"/>
                </a:solidFill>
                <a:latin typeface="Noto Sans KR"/>
                <a:ea typeface="Noto Sans KR"/>
                <a:cs typeface="Noto Sans KR"/>
              </a:defRPr>
            </a:lvl5pPr>
            <a:lvl6pPr algn="l">
              <a:defRPr sz="2025" b="1">
                <a:solidFill>
                  <a:srgbClr val="192035"/>
                </a:solidFill>
                <a:latin typeface="Noto Sans KR"/>
                <a:ea typeface="Noto Sans KR"/>
                <a:cs typeface="Noto Sans KR"/>
              </a:defRPr>
            </a:lvl6pPr>
            <a:lvl7pPr algn="l">
              <a:defRPr sz="2025" b="1">
                <a:solidFill>
                  <a:srgbClr val="192035"/>
                </a:solidFill>
                <a:latin typeface="Noto Sans KR"/>
                <a:ea typeface="Noto Sans KR"/>
                <a:cs typeface="Noto Sans KR"/>
              </a:defRPr>
            </a:lvl7pPr>
            <a:lvl8pPr algn="l">
              <a:defRPr sz="2025" b="1">
                <a:solidFill>
                  <a:srgbClr val="192035"/>
                </a:solidFill>
                <a:latin typeface="Noto Sans KR"/>
                <a:ea typeface="Noto Sans KR"/>
                <a:cs typeface="Noto Sans KR"/>
              </a:defRPr>
            </a:lvl8pPr>
            <a:lvl9pPr algn="l">
              <a:defRPr sz="2025" b="1">
                <a:solidFill>
                  <a:srgbClr val="192035"/>
                </a:solidFill>
                <a:latin typeface="Noto Sans KR"/>
                <a:ea typeface="Noto Sans KR"/>
                <a:cs typeface="Noto Sans KR"/>
              </a:defRPr>
            </a:lvl9pPr>
          </a:lstStyle>
          <a:p xmlns:a="http://schemas.openxmlformats.org/drawingml/2006/main">
            <a:pPr algn="l">
              <a:defRPr sz="2025" b="1">
                <a:solidFill>
                  <a:srgbClr val="F1F5F9"/>
                </a:solidFill>
                <a:latin typeface="Noto Sans KR"/>
                <a:ea typeface="Noto Sans KR"/>
                <a:cs typeface="Noto Sans KR"/>
              </a:defRPr>
            </a:pPr>
            <a:r>
              <a:rPr sz="2025" b="1">
                <a:solidFill>
                  <a:srgbClr val="192035"/>
                </a:solidFill>
                <a:latin typeface="Noto Sans KR"/>
                <a:ea typeface="Noto Sans KR"/>
                <a:cs typeface="Noto Sans KR"/>
              </a:rPr>
              <a:t>첫 방문 → 2차 방문</a:t>
            </a:r>
          </a:p>
        </p:txBody>
      </p:sp>
      <p:sp>
        <p:nvSpPr>
          <p:cNvPr id="15" name="43.2%">
            <a:extLst xmlns:a="http://schemas.openxmlformats.org/drawingml/2006/main">
              <a:ext uri="{FF2B5EF4-FFF2-40B4-BE49-F238E27FC236}">
                <a16:creationId xmlns:a16="http://schemas.microsoft.com/office/drawing/2014/main" id="{4437ED66-9495-4A44-AA08-56F28561207C}"/>
              </a:ext>
            </a:extLst>
          </p:cNvPr>
          <p:cNvSpPr>
            <a:spLocks xmlns:a="http://schemas.openxmlformats.org/drawingml/2006/main" noGrp="1"/>
          </p:cNvSpPr>
          <p:nvPr/>
        </p:nvSpPr>
        <p:spPr>
          <a:xfrm xmlns:a="http://schemas.openxmlformats.org/drawingml/2006/main">
            <a:off x="5524500" y="3686175"/>
            <a:ext cx="2028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1">
                <a:solidFill>
                  <a:srgbClr val="149780"/>
                </a:solidFill>
                <a:latin typeface="Noto Sans KR"/>
                <a:ea typeface="Noto Sans KR"/>
                <a:cs typeface="Noto Sans KR"/>
              </a:defRPr>
            </a:defPPr>
            <a:lvl1pPr algn="ctr">
              <a:defRPr sz="2700" b="1">
                <a:solidFill>
                  <a:srgbClr val="149780"/>
                </a:solidFill>
                <a:latin typeface="Noto Sans KR"/>
                <a:ea typeface="Noto Sans KR"/>
                <a:cs typeface="Noto Sans KR"/>
              </a:defRPr>
            </a:lvl1pPr>
            <a:lvl2pPr algn="ctr">
              <a:defRPr sz="2700" b="1">
                <a:solidFill>
                  <a:srgbClr val="149780"/>
                </a:solidFill>
                <a:latin typeface="Noto Sans KR"/>
                <a:ea typeface="Noto Sans KR"/>
                <a:cs typeface="Noto Sans KR"/>
              </a:defRPr>
            </a:lvl2pPr>
            <a:lvl3pPr algn="ctr">
              <a:defRPr sz="2700" b="1">
                <a:solidFill>
                  <a:srgbClr val="149780"/>
                </a:solidFill>
                <a:latin typeface="Noto Sans KR"/>
                <a:ea typeface="Noto Sans KR"/>
                <a:cs typeface="Noto Sans KR"/>
              </a:defRPr>
            </a:lvl3pPr>
            <a:lvl4pPr algn="ctr">
              <a:defRPr sz="2700" b="1">
                <a:solidFill>
                  <a:srgbClr val="149780"/>
                </a:solidFill>
                <a:latin typeface="Noto Sans KR"/>
                <a:ea typeface="Noto Sans KR"/>
                <a:cs typeface="Noto Sans KR"/>
              </a:defRPr>
            </a:lvl4pPr>
            <a:lvl5pPr algn="ctr">
              <a:defRPr sz="2700" b="1">
                <a:solidFill>
                  <a:srgbClr val="149780"/>
                </a:solidFill>
                <a:latin typeface="Noto Sans KR"/>
                <a:ea typeface="Noto Sans KR"/>
                <a:cs typeface="Noto Sans KR"/>
              </a:defRPr>
            </a:lvl5pPr>
            <a:lvl6pPr algn="ctr">
              <a:defRPr sz="2700" b="1">
                <a:solidFill>
                  <a:srgbClr val="149780"/>
                </a:solidFill>
                <a:latin typeface="Noto Sans KR"/>
                <a:ea typeface="Noto Sans KR"/>
                <a:cs typeface="Noto Sans KR"/>
              </a:defRPr>
            </a:lvl6pPr>
            <a:lvl7pPr algn="ctr">
              <a:defRPr sz="2700" b="1">
                <a:solidFill>
                  <a:srgbClr val="149780"/>
                </a:solidFill>
                <a:latin typeface="Noto Sans KR"/>
                <a:ea typeface="Noto Sans KR"/>
                <a:cs typeface="Noto Sans KR"/>
              </a:defRPr>
            </a:lvl7pPr>
            <a:lvl8pPr algn="ctr">
              <a:defRPr sz="2700" b="1">
                <a:solidFill>
                  <a:srgbClr val="149780"/>
                </a:solidFill>
                <a:latin typeface="Noto Sans KR"/>
                <a:ea typeface="Noto Sans KR"/>
                <a:cs typeface="Noto Sans KR"/>
              </a:defRPr>
            </a:lvl8pPr>
            <a:lvl9pPr algn="ctr">
              <a:defRPr sz="2700" b="1">
                <a:solidFill>
                  <a:srgbClr val="149780"/>
                </a:solidFill>
                <a:latin typeface="Noto Sans KR"/>
                <a:ea typeface="Noto Sans KR"/>
                <a:cs typeface="Noto Sans KR"/>
              </a:defRPr>
            </a:lvl9pPr>
          </a:lstStyle>
          <a:p xmlns:a="http://schemas.openxmlformats.org/drawingml/2006/main">
            <a:pPr algn="ctr">
              <a:defRPr sz="2700" b="1">
                <a:solidFill>
                  <a:srgbClr val="3CDD8A"/>
                </a:solidFill>
                <a:latin typeface="Noto Sans KR"/>
                <a:ea typeface="Noto Sans KR"/>
                <a:cs typeface="Noto Sans KR"/>
              </a:defRPr>
            </a:pPr>
            <a:r>
              <a:rPr sz="2700" b="1">
                <a:solidFill>
                  <a:srgbClr val="149780"/>
                </a:solidFill>
                <a:latin typeface="Noto Sans KR"/>
                <a:ea typeface="Noto Sans KR"/>
                <a:cs typeface="Noto Sans KR"/>
              </a:rPr>
              <a:t>43.2%</a:t>
            </a:r>
          </a:p>
        </p:txBody>
      </p:sp>
      <p:sp>
        <p:nvSpPr>
          <p:cNvPr id="16" name="55.3%">
            <a:extLst xmlns:a="http://schemas.openxmlformats.org/drawingml/2006/main">
              <a:ext uri="{FF2B5EF4-FFF2-40B4-BE49-F238E27FC236}">
                <a16:creationId xmlns:a16="http://schemas.microsoft.com/office/drawing/2014/main" id="{6E38D4A3-F895-4710-B884-5E0C66143539}"/>
              </a:ext>
            </a:extLst>
          </p:cNvPr>
          <p:cNvSpPr>
            <a:spLocks xmlns:a="http://schemas.openxmlformats.org/drawingml/2006/main" noGrp="1"/>
          </p:cNvSpPr>
          <p:nvPr/>
        </p:nvSpPr>
        <p:spPr>
          <a:xfrm xmlns:a="http://schemas.openxmlformats.org/drawingml/2006/main">
            <a:off x="8496300" y="3686175"/>
            <a:ext cx="2028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1">
                <a:solidFill>
                  <a:srgbClr val="6554D9"/>
                </a:solidFill>
                <a:latin typeface="Noto Sans KR"/>
                <a:ea typeface="Noto Sans KR"/>
                <a:cs typeface="Noto Sans KR"/>
              </a:defRPr>
            </a:defPPr>
            <a:lvl1pPr algn="ctr">
              <a:defRPr sz="2700" b="1">
                <a:solidFill>
                  <a:srgbClr val="6554D9"/>
                </a:solidFill>
                <a:latin typeface="Noto Sans KR"/>
                <a:ea typeface="Noto Sans KR"/>
                <a:cs typeface="Noto Sans KR"/>
              </a:defRPr>
            </a:lvl1pPr>
            <a:lvl2pPr algn="ctr">
              <a:defRPr sz="2700" b="1">
                <a:solidFill>
                  <a:srgbClr val="6554D9"/>
                </a:solidFill>
                <a:latin typeface="Noto Sans KR"/>
                <a:ea typeface="Noto Sans KR"/>
                <a:cs typeface="Noto Sans KR"/>
              </a:defRPr>
            </a:lvl2pPr>
            <a:lvl3pPr algn="ctr">
              <a:defRPr sz="2700" b="1">
                <a:solidFill>
                  <a:srgbClr val="6554D9"/>
                </a:solidFill>
                <a:latin typeface="Noto Sans KR"/>
                <a:ea typeface="Noto Sans KR"/>
                <a:cs typeface="Noto Sans KR"/>
              </a:defRPr>
            </a:lvl3pPr>
            <a:lvl4pPr algn="ctr">
              <a:defRPr sz="2700" b="1">
                <a:solidFill>
                  <a:srgbClr val="6554D9"/>
                </a:solidFill>
                <a:latin typeface="Noto Sans KR"/>
                <a:ea typeface="Noto Sans KR"/>
                <a:cs typeface="Noto Sans KR"/>
              </a:defRPr>
            </a:lvl4pPr>
            <a:lvl5pPr algn="ctr">
              <a:defRPr sz="2700" b="1">
                <a:solidFill>
                  <a:srgbClr val="6554D9"/>
                </a:solidFill>
                <a:latin typeface="Noto Sans KR"/>
                <a:ea typeface="Noto Sans KR"/>
                <a:cs typeface="Noto Sans KR"/>
              </a:defRPr>
            </a:lvl5pPr>
            <a:lvl6pPr algn="ctr">
              <a:defRPr sz="2700" b="1">
                <a:solidFill>
                  <a:srgbClr val="6554D9"/>
                </a:solidFill>
                <a:latin typeface="Noto Sans KR"/>
                <a:ea typeface="Noto Sans KR"/>
                <a:cs typeface="Noto Sans KR"/>
              </a:defRPr>
            </a:lvl6pPr>
            <a:lvl7pPr algn="ctr">
              <a:defRPr sz="2700" b="1">
                <a:solidFill>
                  <a:srgbClr val="6554D9"/>
                </a:solidFill>
                <a:latin typeface="Noto Sans KR"/>
                <a:ea typeface="Noto Sans KR"/>
                <a:cs typeface="Noto Sans KR"/>
              </a:defRPr>
            </a:lvl7pPr>
            <a:lvl8pPr algn="ctr">
              <a:defRPr sz="2700" b="1">
                <a:solidFill>
                  <a:srgbClr val="6554D9"/>
                </a:solidFill>
                <a:latin typeface="Noto Sans KR"/>
                <a:ea typeface="Noto Sans KR"/>
                <a:cs typeface="Noto Sans KR"/>
              </a:defRPr>
            </a:lvl8pPr>
            <a:lvl9pPr algn="ctr">
              <a:defRPr sz="2700" b="1">
                <a:solidFill>
                  <a:srgbClr val="6554D9"/>
                </a:solidFill>
                <a:latin typeface="Noto Sans KR"/>
                <a:ea typeface="Noto Sans KR"/>
                <a:cs typeface="Noto Sans KR"/>
              </a:defRPr>
            </a:lvl9pPr>
          </a:lstStyle>
          <a:p xmlns:a="http://schemas.openxmlformats.org/drawingml/2006/main">
            <a:pPr algn="ctr">
              <a:defRPr sz="2700" b="1">
                <a:solidFill>
                  <a:srgbClr val="FF9B63"/>
                </a:solidFill>
                <a:latin typeface="Noto Sans KR"/>
                <a:ea typeface="Noto Sans KR"/>
                <a:cs typeface="Noto Sans KR"/>
              </a:defRPr>
            </a:pPr>
            <a:r>
              <a:rPr sz="2700" b="1">
                <a:solidFill>
                  <a:srgbClr val="6554D9"/>
                </a:solidFill>
                <a:latin typeface="Noto Sans KR"/>
                <a:ea typeface="Noto Sans KR"/>
                <a:cs typeface="Noto Sans KR"/>
              </a:rPr>
              <a:t>55.3%</a:t>
            </a:r>
          </a:p>
        </p:txBody>
      </p:sp>
      <p:sp>
        <p:nvSpPr>
          <p:cNvPr id="17" name="177 / 410명">
            <a:extLst xmlns:a="http://schemas.openxmlformats.org/drawingml/2006/main">
              <a:ext uri="{FF2B5EF4-FFF2-40B4-BE49-F238E27FC236}">
                <a16:creationId xmlns:a16="http://schemas.microsoft.com/office/drawing/2014/main" id="{189E4B6D-E89A-4888-8FEA-801A53CCACDA}"/>
              </a:ext>
            </a:extLst>
          </p:cNvPr>
          <p:cNvSpPr>
            <a:spLocks xmlns:a="http://schemas.openxmlformats.org/drawingml/2006/main" noGrp="1"/>
          </p:cNvSpPr>
          <p:nvPr/>
        </p:nvSpPr>
        <p:spPr>
          <a:xfrm xmlns:a="http://schemas.openxmlformats.org/drawingml/2006/main">
            <a:off x="5486400" y="4152900"/>
            <a:ext cx="2105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738096"/>
                </a:solidFill>
                <a:latin typeface="Noto Sans KR"/>
                <a:ea typeface="Noto Sans KR"/>
                <a:cs typeface="Noto Sans KR"/>
              </a:defRPr>
            </a:defPPr>
            <a:lvl1pPr algn="ctr">
              <a:defRPr sz="1350" b="0">
                <a:solidFill>
                  <a:srgbClr val="738096"/>
                </a:solidFill>
                <a:latin typeface="Noto Sans KR"/>
                <a:ea typeface="Noto Sans KR"/>
                <a:cs typeface="Noto Sans KR"/>
              </a:defRPr>
            </a:lvl1pPr>
            <a:lvl2pPr algn="ctr">
              <a:defRPr sz="1350" b="0">
                <a:solidFill>
                  <a:srgbClr val="738096"/>
                </a:solidFill>
                <a:latin typeface="Noto Sans KR"/>
                <a:ea typeface="Noto Sans KR"/>
                <a:cs typeface="Noto Sans KR"/>
              </a:defRPr>
            </a:lvl2pPr>
            <a:lvl3pPr algn="ctr">
              <a:defRPr sz="1350" b="0">
                <a:solidFill>
                  <a:srgbClr val="738096"/>
                </a:solidFill>
                <a:latin typeface="Noto Sans KR"/>
                <a:ea typeface="Noto Sans KR"/>
                <a:cs typeface="Noto Sans KR"/>
              </a:defRPr>
            </a:lvl3pPr>
            <a:lvl4pPr algn="ctr">
              <a:defRPr sz="1350" b="0">
                <a:solidFill>
                  <a:srgbClr val="738096"/>
                </a:solidFill>
                <a:latin typeface="Noto Sans KR"/>
                <a:ea typeface="Noto Sans KR"/>
                <a:cs typeface="Noto Sans KR"/>
              </a:defRPr>
            </a:lvl4pPr>
            <a:lvl5pPr algn="ctr">
              <a:defRPr sz="1350" b="0">
                <a:solidFill>
                  <a:srgbClr val="738096"/>
                </a:solidFill>
                <a:latin typeface="Noto Sans KR"/>
                <a:ea typeface="Noto Sans KR"/>
                <a:cs typeface="Noto Sans KR"/>
              </a:defRPr>
            </a:lvl5pPr>
            <a:lvl6pPr algn="ctr">
              <a:defRPr sz="1350" b="0">
                <a:solidFill>
                  <a:srgbClr val="738096"/>
                </a:solidFill>
                <a:latin typeface="Noto Sans KR"/>
                <a:ea typeface="Noto Sans KR"/>
                <a:cs typeface="Noto Sans KR"/>
              </a:defRPr>
            </a:lvl6pPr>
            <a:lvl7pPr algn="ctr">
              <a:defRPr sz="1350" b="0">
                <a:solidFill>
                  <a:srgbClr val="738096"/>
                </a:solidFill>
                <a:latin typeface="Noto Sans KR"/>
                <a:ea typeface="Noto Sans KR"/>
                <a:cs typeface="Noto Sans KR"/>
              </a:defRPr>
            </a:lvl7pPr>
            <a:lvl8pPr algn="ctr">
              <a:defRPr sz="1350" b="0">
                <a:solidFill>
                  <a:srgbClr val="738096"/>
                </a:solidFill>
                <a:latin typeface="Noto Sans KR"/>
                <a:ea typeface="Noto Sans KR"/>
                <a:cs typeface="Noto Sans KR"/>
              </a:defRPr>
            </a:lvl8pPr>
            <a:lvl9pPr algn="ctr">
              <a:defRPr sz="1350" b="0">
                <a:solidFill>
                  <a:srgbClr val="738096"/>
                </a:solidFill>
                <a:latin typeface="Noto Sans KR"/>
                <a:ea typeface="Noto Sans KR"/>
                <a:cs typeface="Noto Sans KR"/>
              </a:defRPr>
            </a:lvl9pPr>
          </a:lstStyle>
          <a:p xmlns:a="http://schemas.openxmlformats.org/drawingml/2006/main">
            <a:pPr algn="ctr">
              <a:defRPr sz="1350" b="0">
                <a:solidFill>
                  <a:srgbClr val="BAC5D8"/>
                </a:solidFill>
                <a:latin typeface="Noto Sans KR"/>
                <a:ea typeface="Noto Sans KR"/>
                <a:cs typeface="Noto Sans KR"/>
              </a:defRPr>
            </a:pPr>
            <a:r>
              <a:rPr sz="1350" b="0">
                <a:solidFill>
                  <a:srgbClr val="738096"/>
                </a:solidFill>
                <a:latin typeface="Noto Sans KR"/>
                <a:ea typeface="Noto Sans KR"/>
                <a:cs typeface="Noto Sans KR"/>
              </a:rPr>
              <a:t>177 / 410명</a:t>
            </a:r>
          </a:p>
        </p:txBody>
      </p:sp>
      <p:sp>
        <p:nvSpPr>
          <p:cNvPr id="18" name="256 / 463명">
            <a:extLst xmlns:a="http://schemas.openxmlformats.org/drawingml/2006/main">
              <a:ext uri="{FF2B5EF4-FFF2-40B4-BE49-F238E27FC236}">
                <a16:creationId xmlns:a16="http://schemas.microsoft.com/office/drawing/2014/main" id="{0EC1C88C-95EB-4FF1-8B70-07C84ADA1558}"/>
              </a:ext>
            </a:extLst>
          </p:cNvPr>
          <p:cNvSpPr>
            <a:spLocks xmlns:a="http://schemas.openxmlformats.org/drawingml/2006/main" noGrp="1"/>
          </p:cNvSpPr>
          <p:nvPr/>
        </p:nvSpPr>
        <p:spPr>
          <a:xfrm xmlns:a="http://schemas.openxmlformats.org/drawingml/2006/main">
            <a:off x="8458200" y="4152900"/>
            <a:ext cx="2105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738096"/>
                </a:solidFill>
                <a:latin typeface="Noto Sans KR"/>
                <a:ea typeface="Noto Sans KR"/>
                <a:cs typeface="Noto Sans KR"/>
              </a:defRPr>
            </a:defPPr>
            <a:lvl1pPr algn="ctr">
              <a:defRPr sz="1350" b="0">
                <a:solidFill>
                  <a:srgbClr val="738096"/>
                </a:solidFill>
                <a:latin typeface="Noto Sans KR"/>
                <a:ea typeface="Noto Sans KR"/>
                <a:cs typeface="Noto Sans KR"/>
              </a:defRPr>
            </a:lvl1pPr>
            <a:lvl2pPr algn="ctr">
              <a:defRPr sz="1350" b="0">
                <a:solidFill>
                  <a:srgbClr val="738096"/>
                </a:solidFill>
                <a:latin typeface="Noto Sans KR"/>
                <a:ea typeface="Noto Sans KR"/>
                <a:cs typeface="Noto Sans KR"/>
              </a:defRPr>
            </a:lvl2pPr>
            <a:lvl3pPr algn="ctr">
              <a:defRPr sz="1350" b="0">
                <a:solidFill>
                  <a:srgbClr val="738096"/>
                </a:solidFill>
                <a:latin typeface="Noto Sans KR"/>
                <a:ea typeface="Noto Sans KR"/>
                <a:cs typeface="Noto Sans KR"/>
              </a:defRPr>
            </a:lvl3pPr>
            <a:lvl4pPr algn="ctr">
              <a:defRPr sz="1350" b="0">
                <a:solidFill>
                  <a:srgbClr val="738096"/>
                </a:solidFill>
                <a:latin typeface="Noto Sans KR"/>
                <a:ea typeface="Noto Sans KR"/>
                <a:cs typeface="Noto Sans KR"/>
              </a:defRPr>
            </a:lvl4pPr>
            <a:lvl5pPr algn="ctr">
              <a:defRPr sz="1350" b="0">
                <a:solidFill>
                  <a:srgbClr val="738096"/>
                </a:solidFill>
                <a:latin typeface="Noto Sans KR"/>
                <a:ea typeface="Noto Sans KR"/>
                <a:cs typeface="Noto Sans KR"/>
              </a:defRPr>
            </a:lvl5pPr>
            <a:lvl6pPr algn="ctr">
              <a:defRPr sz="1350" b="0">
                <a:solidFill>
                  <a:srgbClr val="738096"/>
                </a:solidFill>
                <a:latin typeface="Noto Sans KR"/>
                <a:ea typeface="Noto Sans KR"/>
                <a:cs typeface="Noto Sans KR"/>
              </a:defRPr>
            </a:lvl6pPr>
            <a:lvl7pPr algn="ctr">
              <a:defRPr sz="1350" b="0">
                <a:solidFill>
                  <a:srgbClr val="738096"/>
                </a:solidFill>
                <a:latin typeface="Noto Sans KR"/>
                <a:ea typeface="Noto Sans KR"/>
                <a:cs typeface="Noto Sans KR"/>
              </a:defRPr>
            </a:lvl7pPr>
            <a:lvl8pPr algn="ctr">
              <a:defRPr sz="1350" b="0">
                <a:solidFill>
                  <a:srgbClr val="738096"/>
                </a:solidFill>
                <a:latin typeface="Noto Sans KR"/>
                <a:ea typeface="Noto Sans KR"/>
                <a:cs typeface="Noto Sans KR"/>
              </a:defRPr>
            </a:lvl8pPr>
            <a:lvl9pPr algn="ctr">
              <a:defRPr sz="1350" b="0">
                <a:solidFill>
                  <a:srgbClr val="738096"/>
                </a:solidFill>
                <a:latin typeface="Noto Sans KR"/>
                <a:ea typeface="Noto Sans KR"/>
                <a:cs typeface="Noto Sans KR"/>
              </a:defRPr>
            </a:lvl9pPr>
          </a:lstStyle>
          <a:p xmlns:a="http://schemas.openxmlformats.org/drawingml/2006/main">
            <a:pPr algn="ctr">
              <a:defRPr sz="1350" b="0">
                <a:solidFill>
                  <a:srgbClr val="BAC5D8"/>
                </a:solidFill>
                <a:latin typeface="Noto Sans KR"/>
                <a:ea typeface="Noto Sans KR"/>
                <a:cs typeface="Noto Sans KR"/>
              </a:defRPr>
            </a:pPr>
            <a:r>
              <a:rPr sz="1350" b="0">
                <a:solidFill>
                  <a:srgbClr val="738096"/>
                </a:solidFill>
                <a:latin typeface="Noto Sans KR"/>
                <a:ea typeface="Noto Sans KR"/>
                <a:cs typeface="Noto Sans KR"/>
              </a:rPr>
              <a:t>256 / 463명</a:t>
            </a:r>
          </a:p>
        </p:txBody>
      </p:sp>
      <p:sp>
        <p:nvSpPr>
          <p:cNvPr id="19" name="">
            <a:extLst xmlns:a="http://schemas.openxmlformats.org/drawingml/2006/main">
              <a:ext uri="{FF2B5EF4-FFF2-40B4-BE49-F238E27FC236}">
                <a16:creationId xmlns:a16="http://schemas.microsoft.com/office/drawing/2014/main" id="{66890D13-7940-45BE-AD9C-D844D0C08E5A}"/>
              </a:ext>
            </a:extLst>
          </p:cNvPr>
          <p:cNvSpPr>
            <a:spLocks xmlns:a="http://schemas.openxmlformats.org/drawingml/2006/main" noGrp="1"/>
          </p:cNvSpPr>
          <p:nvPr/>
        </p:nvSpPr>
        <p:spPr>
          <a:xfrm xmlns:a="http://schemas.openxmlformats.org/drawingml/2006/main">
            <a:off x="1066800" y="4591050"/>
            <a:ext cx="10058400" cy="838200"/>
          </a:xfrm>
          <a:prstGeom xmlns:a="http://schemas.openxmlformats.org/drawingml/2006/main" prst="roundRect">
            <a:avLst>
              <a:gd name="adj" fmla="val 20455"/>
            </a:avLst>
          </a:prstGeom>
          <a:solidFill xmlns:a="http://schemas.openxmlformats.org/drawingml/2006/main">
            <a:srgbClr val="F0EDF9"/>
          </a:solidFill>
          <a:ln xmlns:a="http://schemas.openxmlformats.org/drawingml/2006/main" w="14288">
            <a:solidFill>
              <a:srgbClr val="CCC8DF"/>
            </a:solidFill>
            <a:prstDash val="solid"/>
          </a:ln>
        </p:spPr>
      </p:sp>
      <p:sp>
        <p:nvSpPr>
          <p:cNvPr id="20" name="2차 방문 → 3차 방문">
            <a:extLst xmlns:a="http://schemas.openxmlformats.org/drawingml/2006/main">
              <a:ext uri="{FF2B5EF4-FFF2-40B4-BE49-F238E27FC236}">
                <a16:creationId xmlns:a16="http://schemas.microsoft.com/office/drawing/2014/main" id="{8A8DE3B8-FF49-4466-A847-842894FC7F99}"/>
              </a:ext>
            </a:extLst>
          </p:cNvPr>
          <p:cNvSpPr>
            <a:spLocks xmlns:a="http://schemas.openxmlformats.org/drawingml/2006/main" noGrp="1"/>
          </p:cNvSpPr>
          <p:nvPr/>
        </p:nvSpPr>
        <p:spPr>
          <a:xfrm xmlns:a="http://schemas.openxmlformats.org/drawingml/2006/main">
            <a:off x="1276350" y="4733925"/>
            <a:ext cx="3476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92035"/>
                </a:solidFill>
                <a:latin typeface="Noto Sans KR"/>
                <a:ea typeface="Noto Sans KR"/>
                <a:cs typeface="Noto Sans KR"/>
              </a:defRPr>
            </a:defPPr>
            <a:lvl1pPr algn="l">
              <a:defRPr sz="2025" b="1">
                <a:solidFill>
                  <a:srgbClr val="192035"/>
                </a:solidFill>
                <a:latin typeface="Noto Sans KR"/>
                <a:ea typeface="Noto Sans KR"/>
                <a:cs typeface="Noto Sans KR"/>
              </a:defRPr>
            </a:lvl1pPr>
            <a:lvl2pPr algn="l">
              <a:defRPr sz="2025" b="1">
                <a:solidFill>
                  <a:srgbClr val="192035"/>
                </a:solidFill>
                <a:latin typeface="Noto Sans KR"/>
                <a:ea typeface="Noto Sans KR"/>
                <a:cs typeface="Noto Sans KR"/>
              </a:defRPr>
            </a:lvl2pPr>
            <a:lvl3pPr algn="l">
              <a:defRPr sz="2025" b="1">
                <a:solidFill>
                  <a:srgbClr val="192035"/>
                </a:solidFill>
                <a:latin typeface="Noto Sans KR"/>
                <a:ea typeface="Noto Sans KR"/>
                <a:cs typeface="Noto Sans KR"/>
              </a:defRPr>
            </a:lvl3pPr>
            <a:lvl4pPr algn="l">
              <a:defRPr sz="2025" b="1">
                <a:solidFill>
                  <a:srgbClr val="192035"/>
                </a:solidFill>
                <a:latin typeface="Noto Sans KR"/>
                <a:ea typeface="Noto Sans KR"/>
                <a:cs typeface="Noto Sans KR"/>
              </a:defRPr>
            </a:lvl4pPr>
            <a:lvl5pPr algn="l">
              <a:defRPr sz="2025" b="1">
                <a:solidFill>
                  <a:srgbClr val="192035"/>
                </a:solidFill>
                <a:latin typeface="Noto Sans KR"/>
                <a:ea typeface="Noto Sans KR"/>
                <a:cs typeface="Noto Sans KR"/>
              </a:defRPr>
            </a:lvl5pPr>
            <a:lvl6pPr algn="l">
              <a:defRPr sz="2025" b="1">
                <a:solidFill>
                  <a:srgbClr val="192035"/>
                </a:solidFill>
                <a:latin typeface="Noto Sans KR"/>
                <a:ea typeface="Noto Sans KR"/>
                <a:cs typeface="Noto Sans KR"/>
              </a:defRPr>
            </a:lvl6pPr>
            <a:lvl7pPr algn="l">
              <a:defRPr sz="2025" b="1">
                <a:solidFill>
                  <a:srgbClr val="192035"/>
                </a:solidFill>
                <a:latin typeface="Noto Sans KR"/>
                <a:ea typeface="Noto Sans KR"/>
                <a:cs typeface="Noto Sans KR"/>
              </a:defRPr>
            </a:lvl7pPr>
            <a:lvl8pPr algn="l">
              <a:defRPr sz="2025" b="1">
                <a:solidFill>
                  <a:srgbClr val="192035"/>
                </a:solidFill>
                <a:latin typeface="Noto Sans KR"/>
                <a:ea typeface="Noto Sans KR"/>
                <a:cs typeface="Noto Sans KR"/>
              </a:defRPr>
            </a:lvl8pPr>
            <a:lvl9pPr algn="l">
              <a:defRPr sz="2025" b="1">
                <a:solidFill>
                  <a:srgbClr val="192035"/>
                </a:solidFill>
                <a:latin typeface="Noto Sans KR"/>
                <a:ea typeface="Noto Sans KR"/>
                <a:cs typeface="Noto Sans KR"/>
              </a:defRPr>
            </a:lvl9pPr>
          </a:lstStyle>
          <a:p xmlns:a="http://schemas.openxmlformats.org/drawingml/2006/main">
            <a:pPr algn="l">
              <a:defRPr sz="2025" b="1">
                <a:solidFill>
                  <a:srgbClr val="F1F5F9"/>
                </a:solidFill>
                <a:latin typeface="Noto Sans KR"/>
                <a:ea typeface="Noto Sans KR"/>
                <a:cs typeface="Noto Sans KR"/>
              </a:defRPr>
            </a:pPr>
            <a:r>
              <a:rPr sz="2025" b="1">
                <a:solidFill>
                  <a:srgbClr val="192035"/>
                </a:solidFill>
                <a:latin typeface="Noto Sans KR"/>
                <a:ea typeface="Noto Sans KR"/>
                <a:cs typeface="Noto Sans KR"/>
              </a:rPr>
              <a:t>2차 방문 → 3차 방문</a:t>
            </a:r>
          </a:p>
        </p:txBody>
      </p:sp>
      <p:sp>
        <p:nvSpPr>
          <p:cNvPr id="21" name="39.0%">
            <a:extLst xmlns:a="http://schemas.openxmlformats.org/drawingml/2006/main">
              <a:ext uri="{FF2B5EF4-FFF2-40B4-BE49-F238E27FC236}">
                <a16:creationId xmlns:a16="http://schemas.microsoft.com/office/drawing/2014/main" id="{FE0232E2-549E-4378-A5C4-549D20F4583D}"/>
              </a:ext>
            </a:extLst>
          </p:cNvPr>
          <p:cNvSpPr>
            <a:spLocks xmlns:a="http://schemas.openxmlformats.org/drawingml/2006/main" noGrp="1"/>
          </p:cNvSpPr>
          <p:nvPr/>
        </p:nvSpPr>
        <p:spPr>
          <a:xfrm xmlns:a="http://schemas.openxmlformats.org/drawingml/2006/main">
            <a:off x="5524500" y="4629150"/>
            <a:ext cx="2028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1">
                <a:solidFill>
                  <a:srgbClr val="149780"/>
                </a:solidFill>
                <a:latin typeface="Noto Sans KR"/>
                <a:ea typeface="Noto Sans KR"/>
                <a:cs typeface="Noto Sans KR"/>
              </a:defRPr>
            </a:defPPr>
            <a:lvl1pPr algn="ctr">
              <a:defRPr sz="2700" b="1">
                <a:solidFill>
                  <a:srgbClr val="149780"/>
                </a:solidFill>
                <a:latin typeface="Noto Sans KR"/>
                <a:ea typeface="Noto Sans KR"/>
                <a:cs typeface="Noto Sans KR"/>
              </a:defRPr>
            </a:lvl1pPr>
            <a:lvl2pPr algn="ctr">
              <a:defRPr sz="2700" b="1">
                <a:solidFill>
                  <a:srgbClr val="149780"/>
                </a:solidFill>
                <a:latin typeface="Noto Sans KR"/>
                <a:ea typeface="Noto Sans KR"/>
                <a:cs typeface="Noto Sans KR"/>
              </a:defRPr>
            </a:lvl2pPr>
            <a:lvl3pPr algn="ctr">
              <a:defRPr sz="2700" b="1">
                <a:solidFill>
                  <a:srgbClr val="149780"/>
                </a:solidFill>
                <a:latin typeface="Noto Sans KR"/>
                <a:ea typeface="Noto Sans KR"/>
                <a:cs typeface="Noto Sans KR"/>
              </a:defRPr>
            </a:lvl3pPr>
            <a:lvl4pPr algn="ctr">
              <a:defRPr sz="2700" b="1">
                <a:solidFill>
                  <a:srgbClr val="149780"/>
                </a:solidFill>
                <a:latin typeface="Noto Sans KR"/>
                <a:ea typeface="Noto Sans KR"/>
                <a:cs typeface="Noto Sans KR"/>
              </a:defRPr>
            </a:lvl4pPr>
            <a:lvl5pPr algn="ctr">
              <a:defRPr sz="2700" b="1">
                <a:solidFill>
                  <a:srgbClr val="149780"/>
                </a:solidFill>
                <a:latin typeface="Noto Sans KR"/>
                <a:ea typeface="Noto Sans KR"/>
                <a:cs typeface="Noto Sans KR"/>
              </a:defRPr>
            </a:lvl5pPr>
            <a:lvl6pPr algn="ctr">
              <a:defRPr sz="2700" b="1">
                <a:solidFill>
                  <a:srgbClr val="149780"/>
                </a:solidFill>
                <a:latin typeface="Noto Sans KR"/>
                <a:ea typeface="Noto Sans KR"/>
                <a:cs typeface="Noto Sans KR"/>
              </a:defRPr>
            </a:lvl6pPr>
            <a:lvl7pPr algn="ctr">
              <a:defRPr sz="2700" b="1">
                <a:solidFill>
                  <a:srgbClr val="149780"/>
                </a:solidFill>
                <a:latin typeface="Noto Sans KR"/>
                <a:ea typeface="Noto Sans KR"/>
                <a:cs typeface="Noto Sans KR"/>
              </a:defRPr>
            </a:lvl7pPr>
            <a:lvl8pPr algn="ctr">
              <a:defRPr sz="2700" b="1">
                <a:solidFill>
                  <a:srgbClr val="149780"/>
                </a:solidFill>
                <a:latin typeface="Noto Sans KR"/>
                <a:ea typeface="Noto Sans KR"/>
                <a:cs typeface="Noto Sans KR"/>
              </a:defRPr>
            </a:lvl8pPr>
            <a:lvl9pPr algn="ctr">
              <a:defRPr sz="2700" b="1">
                <a:solidFill>
                  <a:srgbClr val="149780"/>
                </a:solidFill>
                <a:latin typeface="Noto Sans KR"/>
                <a:ea typeface="Noto Sans KR"/>
                <a:cs typeface="Noto Sans KR"/>
              </a:defRPr>
            </a:lvl9pPr>
          </a:lstStyle>
          <a:p xmlns:a="http://schemas.openxmlformats.org/drawingml/2006/main">
            <a:pPr algn="ctr">
              <a:defRPr sz="2700" b="1">
                <a:solidFill>
                  <a:srgbClr val="3CDD8A"/>
                </a:solidFill>
                <a:latin typeface="Noto Sans KR"/>
                <a:ea typeface="Noto Sans KR"/>
                <a:cs typeface="Noto Sans KR"/>
              </a:defRPr>
            </a:pPr>
            <a:r>
              <a:rPr sz="2700" b="1">
                <a:solidFill>
                  <a:srgbClr val="149780"/>
                </a:solidFill>
                <a:latin typeface="Noto Sans KR"/>
                <a:ea typeface="Noto Sans KR"/>
                <a:cs typeface="Noto Sans KR"/>
              </a:rPr>
              <a:t>39.0%</a:t>
            </a:r>
          </a:p>
        </p:txBody>
      </p:sp>
      <p:sp>
        <p:nvSpPr>
          <p:cNvPr id="22" name="46.5%">
            <a:extLst xmlns:a="http://schemas.openxmlformats.org/drawingml/2006/main">
              <a:ext uri="{FF2B5EF4-FFF2-40B4-BE49-F238E27FC236}">
                <a16:creationId xmlns:a16="http://schemas.microsoft.com/office/drawing/2014/main" id="{8BE2264E-3B29-469A-AEDB-AEBBB0D46459}"/>
              </a:ext>
            </a:extLst>
          </p:cNvPr>
          <p:cNvSpPr>
            <a:spLocks xmlns:a="http://schemas.openxmlformats.org/drawingml/2006/main" noGrp="1"/>
          </p:cNvSpPr>
          <p:nvPr/>
        </p:nvSpPr>
        <p:spPr>
          <a:xfrm xmlns:a="http://schemas.openxmlformats.org/drawingml/2006/main">
            <a:off x="8496300" y="4629150"/>
            <a:ext cx="2028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1">
                <a:solidFill>
                  <a:srgbClr val="6554D9"/>
                </a:solidFill>
                <a:latin typeface="Noto Sans KR"/>
                <a:ea typeface="Noto Sans KR"/>
                <a:cs typeface="Noto Sans KR"/>
              </a:defRPr>
            </a:defPPr>
            <a:lvl1pPr algn="ctr">
              <a:defRPr sz="2700" b="1">
                <a:solidFill>
                  <a:srgbClr val="6554D9"/>
                </a:solidFill>
                <a:latin typeface="Noto Sans KR"/>
                <a:ea typeface="Noto Sans KR"/>
                <a:cs typeface="Noto Sans KR"/>
              </a:defRPr>
            </a:lvl1pPr>
            <a:lvl2pPr algn="ctr">
              <a:defRPr sz="2700" b="1">
                <a:solidFill>
                  <a:srgbClr val="6554D9"/>
                </a:solidFill>
                <a:latin typeface="Noto Sans KR"/>
                <a:ea typeface="Noto Sans KR"/>
                <a:cs typeface="Noto Sans KR"/>
              </a:defRPr>
            </a:lvl2pPr>
            <a:lvl3pPr algn="ctr">
              <a:defRPr sz="2700" b="1">
                <a:solidFill>
                  <a:srgbClr val="6554D9"/>
                </a:solidFill>
                <a:latin typeface="Noto Sans KR"/>
                <a:ea typeface="Noto Sans KR"/>
                <a:cs typeface="Noto Sans KR"/>
              </a:defRPr>
            </a:lvl3pPr>
            <a:lvl4pPr algn="ctr">
              <a:defRPr sz="2700" b="1">
                <a:solidFill>
                  <a:srgbClr val="6554D9"/>
                </a:solidFill>
                <a:latin typeface="Noto Sans KR"/>
                <a:ea typeface="Noto Sans KR"/>
                <a:cs typeface="Noto Sans KR"/>
              </a:defRPr>
            </a:lvl4pPr>
            <a:lvl5pPr algn="ctr">
              <a:defRPr sz="2700" b="1">
                <a:solidFill>
                  <a:srgbClr val="6554D9"/>
                </a:solidFill>
                <a:latin typeface="Noto Sans KR"/>
                <a:ea typeface="Noto Sans KR"/>
                <a:cs typeface="Noto Sans KR"/>
              </a:defRPr>
            </a:lvl5pPr>
            <a:lvl6pPr algn="ctr">
              <a:defRPr sz="2700" b="1">
                <a:solidFill>
                  <a:srgbClr val="6554D9"/>
                </a:solidFill>
                <a:latin typeface="Noto Sans KR"/>
                <a:ea typeface="Noto Sans KR"/>
                <a:cs typeface="Noto Sans KR"/>
              </a:defRPr>
            </a:lvl6pPr>
            <a:lvl7pPr algn="ctr">
              <a:defRPr sz="2700" b="1">
                <a:solidFill>
                  <a:srgbClr val="6554D9"/>
                </a:solidFill>
                <a:latin typeface="Noto Sans KR"/>
                <a:ea typeface="Noto Sans KR"/>
                <a:cs typeface="Noto Sans KR"/>
              </a:defRPr>
            </a:lvl7pPr>
            <a:lvl8pPr algn="ctr">
              <a:defRPr sz="2700" b="1">
                <a:solidFill>
                  <a:srgbClr val="6554D9"/>
                </a:solidFill>
                <a:latin typeface="Noto Sans KR"/>
                <a:ea typeface="Noto Sans KR"/>
                <a:cs typeface="Noto Sans KR"/>
              </a:defRPr>
            </a:lvl8pPr>
            <a:lvl9pPr algn="ctr">
              <a:defRPr sz="2700" b="1">
                <a:solidFill>
                  <a:srgbClr val="6554D9"/>
                </a:solidFill>
                <a:latin typeface="Noto Sans KR"/>
                <a:ea typeface="Noto Sans KR"/>
                <a:cs typeface="Noto Sans KR"/>
              </a:defRPr>
            </a:lvl9pPr>
          </a:lstStyle>
          <a:p xmlns:a="http://schemas.openxmlformats.org/drawingml/2006/main">
            <a:pPr algn="ctr">
              <a:defRPr sz="2700" b="1">
                <a:solidFill>
                  <a:srgbClr val="FF9B63"/>
                </a:solidFill>
                <a:latin typeface="Noto Sans KR"/>
                <a:ea typeface="Noto Sans KR"/>
                <a:cs typeface="Noto Sans KR"/>
              </a:defRPr>
            </a:pPr>
            <a:r>
              <a:rPr sz="2700" b="1">
                <a:solidFill>
                  <a:srgbClr val="6554D9"/>
                </a:solidFill>
                <a:latin typeface="Noto Sans KR"/>
                <a:ea typeface="Noto Sans KR"/>
                <a:cs typeface="Noto Sans KR"/>
              </a:rPr>
              <a:t>46.5%</a:t>
            </a:r>
          </a:p>
        </p:txBody>
      </p:sp>
      <p:sp>
        <p:nvSpPr>
          <p:cNvPr id="23" name="69 / 177명">
            <a:extLst xmlns:a="http://schemas.openxmlformats.org/drawingml/2006/main">
              <a:ext uri="{FF2B5EF4-FFF2-40B4-BE49-F238E27FC236}">
                <a16:creationId xmlns:a16="http://schemas.microsoft.com/office/drawing/2014/main" id="{E80B2053-4D44-4CD1-913E-80B5513FE8A4}"/>
              </a:ext>
            </a:extLst>
          </p:cNvPr>
          <p:cNvSpPr>
            <a:spLocks xmlns:a="http://schemas.openxmlformats.org/drawingml/2006/main" noGrp="1"/>
          </p:cNvSpPr>
          <p:nvPr/>
        </p:nvSpPr>
        <p:spPr>
          <a:xfrm xmlns:a="http://schemas.openxmlformats.org/drawingml/2006/main">
            <a:off x="5486400" y="5095875"/>
            <a:ext cx="2105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738096"/>
                </a:solidFill>
                <a:latin typeface="Noto Sans KR"/>
                <a:ea typeface="Noto Sans KR"/>
                <a:cs typeface="Noto Sans KR"/>
              </a:defRPr>
            </a:defPPr>
            <a:lvl1pPr algn="ctr">
              <a:defRPr sz="1350" b="0">
                <a:solidFill>
                  <a:srgbClr val="738096"/>
                </a:solidFill>
                <a:latin typeface="Noto Sans KR"/>
                <a:ea typeface="Noto Sans KR"/>
                <a:cs typeface="Noto Sans KR"/>
              </a:defRPr>
            </a:lvl1pPr>
            <a:lvl2pPr algn="ctr">
              <a:defRPr sz="1350" b="0">
                <a:solidFill>
                  <a:srgbClr val="738096"/>
                </a:solidFill>
                <a:latin typeface="Noto Sans KR"/>
                <a:ea typeface="Noto Sans KR"/>
                <a:cs typeface="Noto Sans KR"/>
              </a:defRPr>
            </a:lvl2pPr>
            <a:lvl3pPr algn="ctr">
              <a:defRPr sz="1350" b="0">
                <a:solidFill>
                  <a:srgbClr val="738096"/>
                </a:solidFill>
                <a:latin typeface="Noto Sans KR"/>
                <a:ea typeface="Noto Sans KR"/>
                <a:cs typeface="Noto Sans KR"/>
              </a:defRPr>
            </a:lvl3pPr>
            <a:lvl4pPr algn="ctr">
              <a:defRPr sz="1350" b="0">
                <a:solidFill>
                  <a:srgbClr val="738096"/>
                </a:solidFill>
                <a:latin typeface="Noto Sans KR"/>
                <a:ea typeface="Noto Sans KR"/>
                <a:cs typeface="Noto Sans KR"/>
              </a:defRPr>
            </a:lvl4pPr>
            <a:lvl5pPr algn="ctr">
              <a:defRPr sz="1350" b="0">
                <a:solidFill>
                  <a:srgbClr val="738096"/>
                </a:solidFill>
                <a:latin typeface="Noto Sans KR"/>
                <a:ea typeface="Noto Sans KR"/>
                <a:cs typeface="Noto Sans KR"/>
              </a:defRPr>
            </a:lvl5pPr>
            <a:lvl6pPr algn="ctr">
              <a:defRPr sz="1350" b="0">
                <a:solidFill>
                  <a:srgbClr val="738096"/>
                </a:solidFill>
                <a:latin typeface="Noto Sans KR"/>
                <a:ea typeface="Noto Sans KR"/>
                <a:cs typeface="Noto Sans KR"/>
              </a:defRPr>
            </a:lvl6pPr>
            <a:lvl7pPr algn="ctr">
              <a:defRPr sz="1350" b="0">
                <a:solidFill>
                  <a:srgbClr val="738096"/>
                </a:solidFill>
                <a:latin typeface="Noto Sans KR"/>
                <a:ea typeface="Noto Sans KR"/>
                <a:cs typeface="Noto Sans KR"/>
              </a:defRPr>
            </a:lvl7pPr>
            <a:lvl8pPr algn="ctr">
              <a:defRPr sz="1350" b="0">
                <a:solidFill>
                  <a:srgbClr val="738096"/>
                </a:solidFill>
                <a:latin typeface="Noto Sans KR"/>
                <a:ea typeface="Noto Sans KR"/>
                <a:cs typeface="Noto Sans KR"/>
              </a:defRPr>
            </a:lvl8pPr>
            <a:lvl9pPr algn="ctr">
              <a:defRPr sz="1350" b="0">
                <a:solidFill>
                  <a:srgbClr val="738096"/>
                </a:solidFill>
                <a:latin typeface="Noto Sans KR"/>
                <a:ea typeface="Noto Sans KR"/>
                <a:cs typeface="Noto Sans KR"/>
              </a:defRPr>
            </a:lvl9pPr>
          </a:lstStyle>
          <a:p xmlns:a="http://schemas.openxmlformats.org/drawingml/2006/main">
            <a:pPr algn="ctr">
              <a:defRPr sz="1350" b="0">
                <a:solidFill>
                  <a:srgbClr val="BAC5D8"/>
                </a:solidFill>
                <a:latin typeface="Noto Sans KR"/>
                <a:ea typeface="Noto Sans KR"/>
                <a:cs typeface="Noto Sans KR"/>
              </a:defRPr>
            </a:pPr>
            <a:r>
              <a:rPr sz="1350" b="0">
                <a:solidFill>
                  <a:srgbClr val="738096"/>
                </a:solidFill>
                <a:latin typeface="Noto Sans KR"/>
                <a:ea typeface="Noto Sans KR"/>
                <a:cs typeface="Noto Sans KR"/>
              </a:rPr>
              <a:t>69 / 177명</a:t>
            </a:r>
          </a:p>
        </p:txBody>
      </p:sp>
      <p:sp>
        <p:nvSpPr>
          <p:cNvPr id="24" name="119 / 256명">
            <a:extLst xmlns:a="http://schemas.openxmlformats.org/drawingml/2006/main">
              <a:ext uri="{FF2B5EF4-FFF2-40B4-BE49-F238E27FC236}">
                <a16:creationId xmlns:a16="http://schemas.microsoft.com/office/drawing/2014/main" id="{F3EC14C6-8E09-40ED-98E9-EEEA0F9E15B7}"/>
              </a:ext>
            </a:extLst>
          </p:cNvPr>
          <p:cNvSpPr>
            <a:spLocks xmlns:a="http://schemas.openxmlformats.org/drawingml/2006/main" noGrp="1"/>
          </p:cNvSpPr>
          <p:nvPr/>
        </p:nvSpPr>
        <p:spPr>
          <a:xfrm xmlns:a="http://schemas.openxmlformats.org/drawingml/2006/main">
            <a:off x="8458200" y="5095875"/>
            <a:ext cx="2105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738096"/>
                </a:solidFill>
                <a:latin typeface="Noto Sans KR"/>
                <a:ea typeface="Noto Sans KR"/>
                <a:cs typeface="Noto Sans KR"/>
              </a:defRPr>
            </a:defPPr>
            <a:lvl1pPr algn="ctr">
              <a:defRPr sz="1350" b="0">
                <a:solidFill>
                  <a:srgbClr val="738096"/>
                </a:solidFill>
                <a:latin typeface="Noto Sans KR"/>
                <a:ea typeface="Noto Sans KR"/>
                <a:cs typeface="Noto Sans KR"/>
              </a:defRPr>
            </a:lvl1pPr>
            <a:lvl2pPr algn="ctr">
              <a:defRPr sz="1350" b="0">
                <a:solidFill>
                  <a:srgbClr val="738096"/>
                </a:solidFill>
                <a:latin typeface="Noto Sans KR"/>
                <a:ea typeface="Noto Sans KR"/>
                <a:cs typeface="Noto Sans KR"/>
              </a:defRPr>
            </a:lvl2pPr>
            <a:lvl3pPr algn="ctr">
              <a:defRPr sz="1350" b="0">
                <a:solidFill>
                  <a:srgbClr val="738096"/>
                </a:solidFill>
                <a:latin typeface="Noto Sans KR"/>
                <a:ea typeface="Noto Sans KR"/>
                <a:cs typeface="Noto Sans KR"/>
              </a:defRPr>
            </a:lvl3pPr>
            <a:lvl4pPr algn="ctr">
              <a:defRPr sz="1350" b="0">
                <a:solidFill>
                  <a:srgbClr val="738096"/>
                </a:solidFill>
                <a:latin typeface="Noto Sans KR"/>
                <a:ea typeface="Noto Sans KR"/>
                <a:cs typeface="Noto Sans KR"/>
              </a:defRPr>
            </a:lvl4pPr>
            <a:lvl5pPr algn="ctr">
              <a:defRPr sz="1350" b="0">
                <a:solidFill>
                  <a:srgbClr val="738096"/>
                </a:solidFill>
                <a:latin typeface="Noto Sans KR"/>
                <a:ea typeface="Noto Sans KR"/>
                <a:cs typeface="Noto Sans KR"/>
              </a:defRPr>
            </a:lvl5pPr>
            <a:lvl6pPr algn="ctr">
              <a:defRPr sz="1350" b="0">
                <a:solidFill>
                  <a:srgbClr val="738096"/>
                </a:solidFill>
                <a:latin typeface="Noto Sans KR"/>
                <a:ea typeface="Noto Sans KR"/>
                <a:cs typeface="Noto Sans KR"/>
              </a:defRPr>
            </a:lvl6pPr>
            <a:lvl7pPr algn="ctr">
              <a:defRPr sz="1350" b="0">
                <a:solidFill>
                  <a:srgbClr val="738096"/>
                </a:solidFill>
                <a:latin typeface="Noto Sans KR"/>
                <a:ea typeface="Noto Sans KR"/>
                <a:cs typeface="Noto Sans KR"/>
              </a:defRPr>
            </a:lvl7pPr>
            <a:lvl8pPr algn="ctr">
              <a:defRPr sz="1350" b="0">
                <a:solidFill>
                  <a:srgbClr val="738096"/>
                </a:solidFill>
                <a:latin typeface="Noto Sans KR"/>
                <a:ea typeface="Noto Sans KR"/>
                <a:cs typeface="Noto Sans KR"/>
              </a:defRPr>
            </a:lvl8pPr>
            <a:lvl9pPr algn="ctr">
              <a:defRPr sz="1350" b="0">
                <a:solidFill>
                  <a:srgbClr val="738096"/>
                </a:solidFill>
                <a:latin typeface="Noto Sans KR"/>
                <a:ea typeface="Noto Sans KR"/>
                <a:cs typeface="Noto Sans KR"/>
              </a:defRPr>
            </a:lvl9pPr>
          </a:lstStyle>
          <a:p xmlns:a="http://schemas.openxmlformats.org/drawingml/2006/main">
            <a:pPr algn="ctr">
              <a:defRPr sz="1350" b="0">
                <a:solidFill>
                  <a:srgbClr val="BAC5D8"/>
                </a:solidFill>
                <a:latin typeface="Noto Sans KR"/>
                <a:ea typeface="Noto Sans KR"/>
                <a:cs typeface="Noto Sans KR"/>
              </a:defRPr>
            </a:pPr>
            <a:r>
              <a:rPr sz="1350" b="0">
                <a:solidFill>
                  <a:srgbClr val="738096"/>
                </a:solidFill>
                <a:latin typeface="Noto Sans KR"/>
                <a:ea typeface="Noto Sans KR"/>
                <a:cs typeface="Noto Sans KR"/>
              </a:rPr>
              <a:t>119 / 256명</a:t>
            </a:r>
          </a:p>
        </p:txBody>
      </p:sp>
      <p:sp>
        <p:nvSpPr>
          <p:cNvPr id="25" name="">
            <a:extLst xmlns:a="http://schemas.openxmlformats.org/drawingml/2006/main">
              <a:ext uri="{FF2B5EF4-FFF2-40B4-BE49-F238E27FC236}">
                <a16:creationId xmlns:a16="http://schemas.microsoft.com/office/drawing/2014/main" id="{1AE9CB74-5D49-4FAB-ABD8-78526B397B20}"/>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prstDash val="solid"/>
          </a:ln>
        </p:spPr>
      </p:sp>
      <p:sp>
        <p:nvSpPr>
          <p:cNvPr id="26" name="방문 활성화 감소만으로 결제율 하락을 설명하기 어렵다">
            <a:extLst xmlns:a="http://schemas.openxmlformats.org/drawingml/2006/main">
              <a:ext uri="{FF2B5EF4-FFF2-40B4-BE49-F238E27FC236}">
                <a16:creationId xmlns:a16="http://schemas.microsoft.com/office/drawing/2014/main" id="{2B692C3B-D168-4910-8AF0-72C46A3D9171}"/>
              </a:ext>
            </a:extLst>
          </p:cNvPr>
          <p:cNvSpPr>
            <a:spLocks xmlns:a="http://schemas.openxmlformats.org/drawingml/2006/main" noGrp="1"/>
          </p:cNvSpPr>
          <p:nvPr/>
        </p:nvSpPr>
        <p:spPr>
          <a:xfrm xmlns:a="http://schemas.openxmlformats.org/drawingml/2006/main">
            <a:off x="1323975" y="5934075"/>
            <a:ext cx="9544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92035"/>
                </a:solidFill>
                <a:latin typeface="Noto Sans KR"/>
                <a:ea typeface="Noto Sans KR"/>
                <a:cs typeface="Noto Sans KR"/>
              </a:defRPr>
            </a:defPPr>
            <a:lvl1pPr algn="ctr">
              <a:defRPr sz="1800" b="1">
                <a:solidFill>
                  <a:srgbClr val="192035"/>
                </a:solidFill>
                <a:latin typeface="Noto Sans KR"/>
                <a:ea typeface="Noto Sans KR"/>
                <a:cs typeface="Noto Sans KR"/>
              </a:defRPr>
            </a:lvl1pPr>
            <a:lvl2pPr algn="ctr">
              <a:defRPr sz="1800" b="1">
                <a:solidFill>
                  <a:srgbClr val="192035"/>
                </a:solidFill>
                <a:latin typeface="Noto Sans KR"/>
                <a:ea typeface="Noto Sans KR"/>
                <a:cs typeface="Noto Sans KR"/>
              </a:defRPr>
            </a:lvl2pPr>
            <a:lvl3pPr algn="ctr">
              <a:defRPr sz="1800" b="1">
                <a:solidFill>
                  <a:srgbClr val="192035"/>
                </a:solidFill>
                <a:latin typeface="Noto Sans KR"/>
                <a:ea typeface="Noto Sans KR"/>
                <a:cs typeface="Noto Sans KR"/>
              </a:defRPr>
            </a:lvl3pPr>
            <a:lvl4pPr algn="ctr">
              <a:defRPr sz="1800" b="1">
                <a:solidFill>
                  <a:srgbClr val="192035"/>
                </a:solidFill>
                <a:latin typeface="Noto Sans KR"/>
                <a:ea typeface="Noto Sans KR"/>
                <a:cs typeface="Noto Sans KR"/>
              </a:defRPr>
            </a:lvl4pPr>
            <a:lvl5pPr algn="ctr">
              <a:defRPr sz="1800" b="1">
                <a:solidFill>
                  <a:srgbClr val="192035"/>
                </a:solidFill>
                <a:latin typeface="Noto Sans KR"/>
                <a:ea typeface="Noto Sans KR"/>
                <a:cs typeface="Noto Sans KR"/>
              </a:defRPr>
            </a:lvl5pPr>
            <a:lvl6pPr algn="ctr">
              <a:defRPr sz="1800" b="1">
                <a:solidFill>
                  <a:srgbClr val="192035"/>
                </a:solidFill>
                <a:latin typeface="Noto Sans KR"/>
                <a:ea typeface="Noto Sans KR"/>
                <a:cs typeface="Noto Sans KR"/>
              </a:defRPr>
            </a:lvl6pPr>
            <a:lvl7pPr algn="ctr">
              <a:defRPr sz="1800" b="1">
                <a:solidFill>
                  <a:srgbClr val="192035"/>
                </a:solidFill>
                <a:latin typeface="Noto Sans KR"/>
                <a:ea typeface="Noto Sans KR"/>
                <a:cs typeface="Noto Sans KR"/>
              </a:defRPr>
            </a:lvl7pPr>
            <a:lvl8pPr algn="ctr">
              <a:defRPr sz="1800" b="1">
                <a:solidFill>
                  <a:srgbClr val="192035"/>
                </a:solidFill>
                <a:latin typeface="Noto Sans KR"/>
                <a:ea typeface="Noto Sans KR"/>
                <a:cs typeface="Noto Sans KR"/>
              </a:defRPr>
            </a:lvl8pPr>
            <a:lvl9pPr algn="ctr">
              <a:defRPr sz="1800" b="1">
                <a:solidFill>
                  <a:srgbClr val="192035"/>
                </a:solidFill>
                <a:latin typeface="Noto Sans KR"/>
                <a:ea typeface="Noto Sans KR"/>
                <a:cs typeface="Noto Sans KR"/>
              </a:defRPr>
            </a:lvl9pPr>
          </a:lstStyle>
          <a:p xmlns:a="http://schemas.openxmlformats.org/drawingml/2006/main">
            <a:pPr algn="ctr">
              <a:defRPr sz="1800" b="1">
                <a:solidFill>
                  <a:srgbClr val="F1F5F9"/>
                </a:solidFill>
                <a:latin typeface="Noto Sans KR"/>
                <a:ea typeface="Noto Sans KR"/>
                <a:cs typeface="Noto Sans KR"/>
              </a:defRPr>
            </a:pPr>
            <a:r>
              <a:rPr sz="1800" b="1">
                <a:solidFill>
                  <a:srgbClr val="192035"/>
                </a:solidFill>
                <a:latin typeface="Noto Sans KR"/>
                <a:ea typeface="Noto Sans KR"/>
                <a:cs typeface="Noto Sans KR"/>
              </a:rPr>
              <a:t>방문 활성화 감소만으로 결제율 하락을 설명하기 어렵다</a:t>
            </a:r>
          </a:p>
        </p:txBody>
      </p:sp>
    </p:spTree>
    <p:extLst>
      <p:ext uri="{BB962C8B-B14F-4D97-AF65-F5344CB8AC3E}">
        <p14:creationId xmlns:p14="http://schemas.microsoft.com/office/powerpoint/2010/main" val="510687327"/>
      </p:ext>
    </p:extLst>
  </p:cSld>
</p:sld>
</file>

<file path=ppt/slides/slide5.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45D5E9E-418D-4D2C-A3FB-7C4445A575A7}"/>
              </a:ext>
            </a:extLst>
          </p:cNvPr>
          <p:cNvPicPr>
            <a:picLocks xmlns:a="http://schemas.openxmlformats.org/drawingml/2006/main" noChangeAspect="1"/>
          </p:cNvPicPr>
          <p:nvPr/>
        </p:nvPicPr>
        <p:blipFill>
          <a:blip xmlns:r="http://schemas.openxmlformats.org/officeDocument/2006/relationships" xmlns:a="http://schemas.openxmlformats.org/drawingml/2006/main" r:embed="Rb6f20f3e9f514c4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같은 방문일수 구간에서도 결제율이 낮았다">
            <a:extLst xmlns:a="http://schemas.openxmlformats.org/drawingml/2006/main">
              <a:ext uri="{FF2B5EF4-FFF2-40B4-BE49-F238E27FC236}">
                <a16:creationId xmlns:a16="http://schemas.microsoft.com/office/drawing/2014/main" id="{4A29EE42-9E0D-490B-AA76-E92CE078AFCD}"/>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192035"/>
                </a:solidFill>
                <a:latin typeface="Noto Sans KR"/>
                <a:ea typeface="Noto Sans KR"/>
                <a:cs typeface="Noto Sans KR"/>
              </a:defRPr>
            </a:defPPr>
            <a:lvl1pPr algn="ctr">
              <a:defRPr sz="3000" b="1">
                <a:solidFill>
                  <a:srgbClr val="192035"/>
                </a:solidFill>
                <a:latin typeface="Noto Sans KR"/>
                <a:ea typeface="Noto Sans KR"/>
                <a:cs typeface="Noto Sans KR"/>
              </a:defRPr>
            </a:lvl1pPr>
            <a:lvl2pPr algn="ctr">
              <a:defRPr sz="3000" b="1">
                <a:solidFill>
                  <a:srgbClr val="192035"/>
                </a:solidFill>
                <a:latin typeface="Noto Sans KR"/>
                <a:ea typeface="Noto Sans KR"/>
                <a:cs typeface="Noto Sans KR"/>
              </a:defRPr>
            </a:lvl2pPr>
            <a:lvl3pPr algn="ctr">
              <a:defRPr sz="3000" b="1">
                <a:solidFill>
                  <a:srgbClr val="192035"/>
                </a:solidFill>
                <a:latin typeface="Noto Sans KR"/>
                <a:ea typeface="Noto Sans KR"/>
                <a:cs typeface="Noto Sans KR"/>
              </a:defRPr>
            </a:lvl3pPr>
            <a:lvl4pPr algn="ctr">
              <a:defRPr sz="3000" b="1">
                <a:solidFill>
                  <a:srgbClr val="192035"/>
                </a:solidFill>
                <a:latin typeface="Noto Sans KR"/>
                <a:ea typeface="Noto Sans KR"/>
                <a:cs typeface="Noto Sans KR"/>
              </a:defRPr>
            </a:lvl4pPr>
            <a:lvl5pPr algn="ctr">
              <a:defRPr sz="3000" b="1">
                <a:solidFill>
                  <a:srgbClr val="192035"/>
                </a:solidFill>
                <a:latin typeface="Noto Sans KR"/>
                <a:ea typeface="Noto Sans KR"/>
                <a:cs typeface="Noto Sans KR"/>
              </a:defRPr>
            </a:lvl5pPr>
            <a:lvl6pPr algn="ctr">
              <a:defRPr sz="3000" b="1">
                <a:solidFill>
                  <a:srgbClr val="192035"/>
                </a:solidFill>
                <a:latin typeface="Noto Sans KR"/>
                <a:ea typeface="Noto Sans KR"/>
                <a:cs typeface="Noto Sans KR"/>
              </a:defRPr>
            </a:lvl6pPr>
            <a:lvl7pPr algn="ctr">
              <a:defRPr sz="3000" b="1">
                <a:solidFill>
                  <a:srgbClr val="192035"/>
                </a:solidFill>
                <a:latin typeface="Noto Sans KR"/>
                <a:ea typeface="Noto Sans KR"/>
                <a:cs typeface="Noto Sans KR"/>
              </a:defRPr>
            </a:lvl7pPr>
            <a:lvl8pPr algn="ctr">
              <a:defRPr sz="3000" b="1">
                <a:solidFill>
                  <a:srgbClr val="192035"/>
                </a:solidFill>
                <a:latin typeface="Noto Sans KR"/>
                <a:ea typeface="Noto Sans KR"/>
                <a:cs typeface="Noto Sans KR"/>
              </a:defRPr>
            </a:lvl8pPr>
            <a:lvl9pPr algn="ctr">
              <a:defRPr sz="3000" b="1">
                <a:solidFill>
                  <a:srgbClr val="192035"/>
                </a:solidFill>
                <a:latin typeface="Noto Sans KR"/>
                <a:ea typeface="Noto Sans KR"/>
                <a:cs typeface="Noto Sans KR"/>
              </a:defRPr>
            </a:lvl9pPr>
          </a:lstStyle>
          <a:p xmlns:a="http://schemas.openxmlformats.org/drawingml/2006/main">
            <a:pPr algn="ctr">
              <a:defRPr sz="3000" b="1">
                <a:solidFill>
                  <a:srgbClr val="F1F5F9"/>
                </a:solidFill>
                <a:latin typeface="Noto Sans KR"/>
                <a:ea typeface="Noto Sans KR"/>
                <a:cs typeface="Noto Sans KR"/>
              </a:defRPr>
            </a:pPr>
            <a:r>
              <a:rPr sz="3000" b="1">
                <a:solidFill>
                  <a:srgbClr val="192035"/>
                </a:solidFill>
                <a:latin typeface="Noto Sans KR"/>
                <a:ea typeface="Noto Sans KR"/>
                <a:cs typeface="Noto Sans KR"/>
              </a:rPr>
              <a:t>같은 방문일수 구간에서도 결제율이 낮았다</a:t>
            </a:r>
          </a:p>
        </p:txBody>
      </p:sp>
      <p:sp>
        <p:nvSpPr>
          <p:cNvPr id="4" name="">
            <a:extLst xmlns:a="http://schemas.openxmlformats.org/drawingml/2006/main">
              <a:ext uri="{FF2B5EF4-FFF2-40B4-BE49-F238E27FC236}">
                <a16:creationId xmlns:a16="http://schemas.microsoft.com/office/drawing/2014/main" id="{C66986EF-78CB-45C1-A516-412311643653}"/>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prstDash val="solid"/>
          </a:ln>
        </p:spPr>
      </p:sp>
      <p:sp>
        <p:nvSpPr>
          <p:cNvPr id="5" name="3일 이상 방문 고객">
            <a:extLst xmlns:a="http://schemas.openxmlformats.org/drawingml/2006/main">
              <a:ext uri="{FF2B5EF4-FFF2-40B4-BE49-F238E27FC236}">
                <a16:creationId xmlns:a16="http://schemas.microsoft.com/office/drawing/2014/main" id="{CA186E7F-31B1-4CC0-B5B3-F798D14C67BF}"/>
              </a:ext>
            </a:extLst>
          </p:cNvPr>
          <p:cNvSpPr>
            <a:spLocks xmlns:a="http://schemas.openxmlformats.org/drawingml/2006/main" noGrp="1"/>
          </p:cNvSpPr>
          <p:nvPr/>
        </p:nvSpPr>
        <p:spPr>
          <a:xfrm xmlns:a="http://schemas.openxmlformats.org/drawingml/2006/main">
            <a:off x="981075" y="27432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738096"/>
                </a:solidFill>
                <a:latin typeface="Noto Sans KR"/>
                <a:ea typeface="Noto Sans KR"/>
                <a:cs typeface="Noto Sans KR"/>
              </a:defRPr>
            </a:defPPr>
            <a:lvl1pPr algn="ctr">
              <a:defRPr sz="1875" b="1">
                <a:solidFill>
                  <a:srgbClr val="738096"/>
                </a:solidFill>
                <a:latin typeface="Noto Sans KR"/>
                <a:ea typeface="Noto Sans KR"/>
                <a:cs typeface="Noto Sans KR"/>
              </a:defRPr>
            </a:lvl1pPr>
            <a:lvl2pPr algn="ctr">
              <a:defRPr sz="1875" b="1">
                <a:solidFill>
                  <a:srgbClr val="738096"/>
                </a:solidFill>
                <a:latin typeface="Noto Sans KR"/>
                <a:ea typeface="Noto Sans KR"/>
                <a:cs typeface="Noto Sans KR"/>
              </a:defRPr>
            </a:lvl2pPr>
            <a:lvl3pPr algn="ctr">
              <a:defRPr sz="1875" b="1">
                <a:solidFill>
                  <a:srgbClr val="738096"/>
                </a:solidFill>
                <a:latin typeface="Noto Sans KR"/>
                <a:ea typeface="Noto Sans KR"/>
                <a:cs typeface="Noto Sans KR"/>
              </a:defRPr>
            </a:lvl3pPr>
            <a:lvl4pPr algn="ctr">
              <a:defRPr sz="1875" b="1">
                <a:solidFill>
                  <a:srgbClr val="738096"/>
                </a:solidFill>
                <a:latin typeface="Noto Sans KR"/>
                <a:ea typeface="Noto Sans KR"/>
                <a:cs typeface="Noto Sans KR"/>
              </a:defRPr>
            </a:lvl4pPr>
            <a:lvl5pPr algn="ctr">
              <a:defRPr sz="1875" b="1">
                <a:solidFill>
                  <a:srgbClr val="738096"/>
                </a:solidFill>
                <a:latin typeface="Noto Sans KR"/>
                <a:ea typeface="Noto Sans KR"/>
                <a:cs typeface="Noto Sans KR"/>
              </a:defRPr>
            </a:lvl5pPr>
            <a:lvl6pPr algn="ctr">
              <a:defRPr sz="1875" b="1">
                <a:solidFill>
                  <a:srgbClr val="738096"/>
                </a:solidFill>
                <a:latin typeface="Noto Sans KR"/>
                <a:ea typeface="Noto Sans KR"/>
                <a:cs typeface="Noto Sans KR"/>
              </a:defRPr>
            </a:lvl6pPr>
            <a:lvl7pPr algn="ctr">
              <a:defRPr sz="1875" b="1">
                <a:solidFill>
                  <a:srgbClr val="738096"/>
                </a:solidFill>
                <a:latin typeface="Noto Sans KR"/>
                <a:ea typeface="Noto Sans KR"/>
                <a:cs typeface="Noto Sans KR"/>
              </a:defRPr>
            </a:lvl7pPr>
            <a:lvl8pPr algn="ctr">
              <a:defRPr sz="1875" b="1">
                <a:solidFill>
                  <a:srgbClr val="738096"/>
                </a:solidFill>
                <a:latin typeface="Noto Sans KR"/>
                <a:ea typeface="Noto Sans KR"/>
                <a:cs typeface="Noto Sans KR"/>
              </a:defRPr>
            </a:lvl8pPr>
            <a:lvl9pPr algn="ctr">
              <a:defRPr sz="1875" b="1">
                <a:solidFill>
                  <a:srgbClr val="738096"/>
                </a:solidFill>
                <a:latin typeface="Noto Sans KR"/>
                <a:ea typeface="Noto Sans KR"/>
                <a:cs typeface="Noto Sans KR"/>
              </a:defRPr>
            </a:lvl9pPr>
          </a:lstStyle>
          <a:p xmlns:a="http://schemas.openxmlformats.org/drawingml/2006/main">
            <a:pPr algn="ctr">
              <a:defRPr sz="1875" b="1">
                <a:solidFill>
                  <a:srgbClr val="BAC5D8"/>
                </a:solidFill>
                <a:latin typeface="Noto Sans KR"/>
                <a:ea typeface="Noto Sans KR"/>
                <a:cs typeface="Noto Sans KR"/>
              </a:defRPr>
            </a:pPr>
            <a:r>
              <a:rPr sz="1875" b="1">
                <a:solidFill>
                  <a:srgbClr val="738096"/>
                </a:solidFill>
                <a:latin typeface="Noto Sans KR"/>
                <a:ea typeface="Noto Sans KR"/>
                <a:cs typeface="Noto Sans KR"/>
              </a:rPr>
              <a:t>3일 이상 방문 고객</a:t>
            </a:r>
          </a:p>
        </p:txBody>
      </p:sp>
      <p:sp>
        <p:nvSpPr>
          <p:cNvPr id="6" name="35.3%p">
            <a:extLst xmlns:a="http://schemas.openxmlformats.org/drawingml/2006/main">
              <a:ext uri="{FF2B5EF4-FFF2-40B4-BE49-F238E27FC236}">
                <a16:creationId xmlns:a16="http://schemas.microsoft.com/office/drawing/2014/main" id="{8A20F01F-8D94-402D-8537-5FA092038CD9}"/>
              </a:ext>
            </a:extLst>
          </p:cNvPr>
          <p:cNvSpPr>
            <a:spLocks xmlns:a="http://schemas.openxmlformats.org/drawingml/2006/main" noGrp="1"/>
          </p:cNvSpPr>
          <p:nvPr/>
        </p:nvSpPr>
        <p:spPr>
          <a:xfrm xmlns:a="http://schemas.openxmlformats.org/drawingml/2006/main">
            <a:off x="914400" y="3305175"/>
            <a:ext cx="3371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575" b="1">
                <a:solidFill>
                  <a:srgbClr val="6554D9"/>
                </a:solidFill>
                <a:latin typeface="Noto Sans KR"/>
                <a:ea typeface="Noto Sans KR"/>
                <a:cs typeface="Noto Sans KR"/>
              </a:defRPr>
            </a:defPPr>
            <a:lvl1pPr algn="ctr">
              <a:defRPr sz="4575" b="1">
                <a:solidFill>
                  <a:srgbClr val="6554D9"/>
                </a:solidFill>
                <a:latin typeface="Noto Sans KR"/>
                <a:ea typeface="Noto Sans KR"/>
                <a:cs typeface="Noto Sans KR"/>
              </a:defRPr>
            </a:lvl1pPr>
            <a:lvl2pPr algn="ctr">
              <a:defRPr sz="4575" b="1">
                <a:solidFill>
                  <a:srgbClr val="6554D9"/>
                </a:solidFill>
                <a:latin typeface="Noto Sans KR"/>
                <a:ea typeface="Noto Sans KR"/>
                <a:cs typeface="Noto Sans KR"/>
              </a:defRPr>
            </a:lvl2pPr>
            <a:lvl3pPr algn="ctr">
              <a:defRPr sz="4575" b="1">
                <a:solidFill>
                  <a:srgbClr val="6554D9"/>
                </a:solidFill>
                <a:latin typeface="Noto Sans KR"/>
                <a:ea typeface="Noto Sans KR"/>
                <a:cs typeface="Noto Sans KR"/>
              </a:defRPr>
            </a:lvl3pPr>
            <a:lvl4pPr algn="ctr">
              <a:defRPr sz="4575" b="1">
                <a:solidFill>
                  <a:srgbClr val="6554D9"/>
                </a:solidFill>
                <a:latin typeface="Noto Sans KR"/>
                <a:ea typeface="Noto Sans KR"/>
                <a:cs typeface="Noto Sans KR"/>
              </a:defRPr>
            </a:lvl4pPr>
            <a:lvl5pPr algn="ctr">
              <a:defRPr sz="4575" b="1">
                <a:solidFill>
                  <a:srgbClr val="6554D9"/>
                </a:solidFill>
                <a:latin typeface="Noto Sans KR"/>
                <a:ea typeface="Noto Sans KR"/>
                <a:cs typeface="Noto Sans KR"/>
              </a:defRPr>
            </a:lvl5pPr>
            <a:lvl6pPr algn="ctr">
              <a:defRPr sz="4575" b="1">
                <a:solidFill>
                  <a:srgbClr val="6554D9"/>
                </a:solidFill>
                <a:latin typeface="Noto Sans KR"/>
                <a:ea typeface="Noto Sans KR"/>
                <a:cs typeface="Noto Sans KR"/>
              </a:defRPr>
            </a:lvl6pPr>
            <a:lvl7pPr algn="ctr">
              <a:defRPr sz="4575" b="1">
                <a:solidFill>
                  <a:srgbClr val="6554D9"/>
                </a:solidFill>
                <a:latin typeface="Noto Sans KR"/>
                <a:ea typeface="Noto Sans KR"/>
                <a:cs typeface="Noto Sans KR"/>
              </a:defRPr>
            </a:lvl7pPr>
            <a:lvl8pPr algn="ctr">
              <a:defRPr sz="4575" b="1">
                <a:solidFill>
                  <a:srgbClr val="6554D9"/>
                </a:solidFill>
                <a:latin typeface="Noto Sans KR"/>
                <a:ea typeface="Noto Sans KR"/>
                <a:cs typeface="Noto Sans KR"/>
              </a:defRPr>
            </a:lvl8pPr>
            <a:lvl9pPr algn="ctr">
              <a:defRPr sz="4575" b="1">
                <a:solidFill>
                  <a:srgbClr val="6554D9"/>
                </a:solidFill>
                <a:latin typeface="Noto Sans KR"/>
                <a:ea typeface="Noto Sans KR"/>
                <a:cs typeface="Noto Sans KR"/>
              </a:defRPr>
            </a:lvl9pPr>
          </a:lstStyle>
          <a:p xmlns:a="http://schemas.openxmlformats.org/drawingml/2006/main">
            <a:pPr algn="ctr">
              <a:defRPr sz="4575" b="1">
                <a:solidFill>
                  <a:srgbClr val="FF9B63"/>
                </a:solidFill>
                <a:latin typeface="Noto Sans KR"/>
                <a:ea typeface="Noto Sans KR"/>
                <a:cs typeface="Noto Sans KR"/>
              </a:defRPr>
            </a:pPr>
            <a:r>
              <a:rPr sz="4575" b="1">
                <a:solidFill>
                  <a:srgbClr val="6554D9"/>
                </a:solidFill>
                <a:latin typeface="Noto Sans KR"/>
                <a:ea typeface="Noto Sans KR"/>
                <a:cs typeface="Noto Sans KR"/>
              </a:rPr>
              <a:t>35.3%p</a:t>
            </a:r>
          </a:p>
        </p:txBody>
      </p:sp>
      <p:sp>
        <p:nvSpPr>
          <p:cNvPr id="7" name="68.1% → 32.8%">
            <a:extLst xmlns:a="http://schemas.openxmlformats.org/drawingml/2006/main">
              <a:ext uri="{FF2B5EF4-FFF2-40B4-BE49-F238E27FC236}">
                <a16:creationId xmlns:a16="http://schemas.microsoft.com/office/drawing/2014/main" id="{AE1CCA96-0411-41C4-B1D1-C59150113584}"/>
              </a:ext>
            </a:extLst>
          </p:cNvPr>
          <p:cNvSpPr>
            <a:spLocks xmlns:a="http://schemas.openxmlformats.org/drawingml/2006/main" noGrp="1"/>
          </p:cNvSpPr>
          <p:nvPr/>
        </p:nvSpPr>
        <p:spPr>
          <a:xfrm xmlns:a="http://schemas.openxmlformats.org/drawingml/2006/main">
            <a:off x="981075" y="42767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92035"/>
                </a:solidFill>
                <a:latin typeface="Noto Sans KR"/>
                <a:ea typeface="Noto Sans KR"/>
                <a:cs typeface="Noto Sans KR"/>
              </a:defRPr>
            </a:defPPr>
            <a:lvl1pPr algn="ctr">
              <a:defRPr sz="2175" b="1">
                <a:solidFill>
                  <a:srgbClr val="192035"/>
                </a:solidFill>
                <a:latin typeface="Noto Sans KR"/>
                <a:ea typeface="Noto Sans KR"/>
                <a:cs typeface="Noto Sans KR"/>
              </a:defRPr>
            </a:lvl1pPr>
            <a:lvl2pPr algn="ctr">
              <a:defRPr sz="2175" b="1">
                <a:solidFill>
                  <a:srgbClr val="192035"/>
                </a:solidFill>
                <a:latin typeface="Noto Sans KR"/>
                <a:ea typeface="Noto Sans KR"/>
                <a:cs typeface="Noto Sans KR"/>
              </a:defRPr>
            </a:lvl2pPr>
            <a:lvl3pPr algn="ctr">
              <a:defRPr sz="2175" b="1">
                <a:solidFill>
                  <a:srgbClr val="192035"/>
                </a:solidFill>
                <a:latin typeface="Noto Sans KR"/>
                <a:ea typeface="Noto Sans KR"/>
                <a:cs typeface="Noto Sans KR"/>
              </a:defRPr>
            </a:lvl3pPr>
            <a:lvl4pPr algn="ctr">
              <a:defRPr sz="2175" b="1">
                <a:solidFill>
                  <a:srgbClr val="192035"/>
                </a:solidFill>
                <a:latin typeface="Noto Sans KR"/>
                <a:ea typeface="Noto Sans KR"/>
                <a:cs typeface="Noto Sans KR"/>
              </a:defRPr>
            </a:lvl4pPr>
            <a:lvl5pPr algn="ctr">
              <a:defRPr sz="2175" b="1">
                <a:solidFill>
                  <a:srgbClr val="192035"/>
                </a:solidFill>
                <a:latin typeface="Noto Sans KR"/>
                <a:ea typeface="Noto Sans KR"/>
                <a:cs typeface="Noto Sans KR"/>
              </a:defRPr>
            </a:lvl5pPr>
            <a:lvl6pPr algn="ctr">
              <a:defRPr sz="2175" b="1">
                <a:solidFill>
                  <a:srgbClr val="192035"/>
                </a:solidFill>
                <a:latin typeface="Noto Sans KR"/>
                <a:ea typeface="Noto Sans KR"/>
                <a:cs typeface="Noto Sans KR"/>
              </a:defRPr>
            </a:lvl6pPr>
            <a:lvl7pPr algn="ctr">
              <a:defRPr sz="2175" b="1">
                <a:solidFill>
                  <a:srgbClr val="192035"/>
                </a:solidFill>
                <a:latin typeface="Noto Sans KR"/>
                <a:ea typeface="Noto Sans KR"/>
                <a:cs typeface="Noto Sans KR"/>
              </a:defRPr>
            </a:lvl7pPr>
            <a:lvl8pPr algn="ctr">
              <a:defRPr sz="2175" b="1">
                <a:solidFill>
                  <a:srgbClr val="192035"/>
                </a:solidFill>
                <a:latin typeface="Noto Sans KR"/>
                <a:ea typeface="Noto Sans KR"/>
                <a:cs typeface="Noto Sans KR"/>
              </a:defRPr>
            </a:lvl8pPr>
            <a:lvl9pPr algn="ctr">
              <a:defRPr sz="2175" b="1">
                <a:solidFill>
                  <a:srgbClr val="192035"/>
                </a:solidFill>
                <a:latin typeface="Noto Sans KR"/>
                <a:ea typeface="Noto Sans KR"/>
                <a:cs typeface="Noto Sans KR"/>
              </a:defRPr>
            </a:lvl9pPr>
          </a:lstStyle>
          <a:p xmlns:a="http://schemas.openxmlformats.org/drawingml/2006/main">
            <a:pPr algn="ctr">
              <a:defRPr sz="2175" b="1">
                <a:solidFill>
                  <a:srgbClr val="F1F5F9"/>
                </a:solidFill>
                <a:latin typeface="Noto Sans KR"/>
                <a:ea typeface="Noto Sans KR"/>
                <a:cs typeface="Noto Sans KR"/>
              </a:defRPr>
            </a:pPr>
            <a:r>
              <a:rPr sz="2175" b="1">
                <a:solidFill>
                  <a:srgbClr val="192035"/>
                </a:solidFill>
                <a:latin typeface="Noto Sans KR"/>
                <a:ea typeface="Noto Sans KR"/>
                <a:cs typeface="Noto Sans KR"/>
              </a:rPr>
              <a:t>68.1% → 32.8%</a:t>
            </a:r>
          </a:p>
        </p:txBody>
      </p:sp>
      <p:graphicFrame>
        <p:nvGraphicFramePr>
          <p:cNvPr id="8" name="Chart">
            <a:extLst xmlns:a="http://schemas.openxmlformats.org/drawingml/2006/main">
              <a:ext uri="{FF2B5EF4-FFF2-40B4-BE49-F238E27FC236}">
                <a16:creationId xmlns:a16="http://schemas.microsoft.com/office/drawing/2014/main" id="{73A736D4-6E45-4C01-93FC-2F4A476019BE}"/>
              </a:ext>
            </a:extLst>
          </p:cNvPr>
          <p:cNvGraphicFramePr/>
          <p:nvPr/>
        </p:nvGraphicFramePr>
        <p:xfrm>
          <a:off xmlns:a="http://schemas.openxmlformats.org/drawingml/2006/main" x="4495800" y="2409825"/>
          <a:ext xmlns:a="http://schemas.openxmlformats.org/drawingml/2006/main" cx="6581775" cy="3095625"/>
        </p:xfrm>
        <a:graphic xmlns:a="http://schemas.openxmlformats.org/drawingml/2006/main">
          <a:graphicData uri="http://schemas.openxmlformats.org/drawingml/2006/chart">
            <c:chart xmlns:r="http://schemas.openxmlformats.org/officeDocument/2006/relationships" xmlns:c="http://schemas.openxmlformats.org/drawingml/2006/chart" r:id="Re328b7bc7d7a439f"/>
          </a:graphicData>
        </a:graphic>
      </p:graphicFrame>
      <p:sp>
        <p:nvSpPr>
          <p:cNvPr id="9" name="">
            <a:extLst xmlns:a="http://schemas.openxmlformats.org/drawingml/2006/main">
              <a:ext uri="{FF2B5EF4-FFF2-40B4-BE49-F238E27FC236}">
                <a16:creationId xmlns:a16="http://schemas.microsoft.com/office/drawing/2014/main" id="{4D1A7B3D-6005-4086-B714-C9E50580483C}"/>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prstDash val="solid"/>
          </a:ln>
        </p:spPr>
      </p:sp>
      <p:sp>
        <p:nvSpPr>
          <p:cNvPr id="10" name="방문일수를 구간으로 나눠도 연도별 결제율 차이가 남았다">
            <a:extLst xmlns:a="http://schemas.openxmlformats.org/drawingml/2006/main">
              <a:ext uri="{FF2B5EF4-FFF2-40B4-BE49-F238E27FC236}">
                <a16:creationId xmlns:a16="http://schemas.microsoft.com/office/drawing/2014/main" id="{14EBF615-2D54-4706-A848-0C374E5B3E64}"/>
              </a:ext>
            </a:extLst>
          </p:cNvPr>
          <p:cNvSpPr>
            <a:spLocks xmlns:a="http://schemas.openxmlformats.org/drawingml/2006/main" noGrp="1"/>
          </p:cNvSpPr>
          <p:nvPr/>
        </p:nvSpPr>
        <p:spPr>
          <a:xfrm xmlns:a="http://schemas.openxmlformats.org/drawingml/2006/main">
            <a:off x="1323975" y="5934075"/>
            <a:ext cx="9544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92035"/>
                </a:solidFill>
                <a:latin typeface="Noto Sans KR"/>
                <a:ea typeface="Noto Sans KR"/>
                <a:cs typeface="Noto Sans KR"/>
              </a:defRPr>
            </a:defPPr>
            <a:lvl1pPr algn="ctr">
              <a:defRPr sz="1800" b="1">
                <a:solidFill>
                  <a:srgbClr val="192035"/>
                </a:solidFill>
                <a:latin typeface="Noto Sans KR"/>
                <a:ea typeface="Noto Sans KR"/>
                <a:cs typeface="Noto Sans KR"/>
              </a:defRPr>
            </a:lvl1pPr>
            <a:lvl2pPr algn="ctr">
              <a:defRPr sz="1800" b="1">
                <a:solidFill>
                  <a:srgbClr val="192035"/>
                </a:solidFill>
                <a:latin typeface="Noto Sans KR"/>
                <a:ea typeface="Noto Sans KR"/>
                <a:cs typeface="Noto Sans KR"/>
              </a:defRPr>
            </a:lvl2pPr>
            <a:lvl3pPr algn="ctr">
              <a:defRPr sz="1800" b="1">
                <a:solidFill>
                  <a:srgbClr val="192035"/>
                </a:solidFill>
                <a:latin typeface="Noto Sans KR"/>
                <a:ea typeface="Noto Sans KR"/>
                <a:cs typeface="Noto Sans KR"/>
              </a:defRPr>
            </a:lvl3pPr>
            <a:lvl4pPr algn="ctr">
              <a:defRPr sz="1800" b="1">
                <a:solidFill>
                  <a:srgbClr val="192035"/>
                </a:solidFill>
                <a:latin typeface="Noto Sans KR"/>
                <a:ea typeface="Noto Sans KR"/>
                <a:cs typeface="Noto Sans KR"/>
              </a:defRPr>
            </a:lvl4pPr>
            <a:lvl5pPr algn="ctr">
              <a:defRPr sz="1800" b="1">
                <a:solidFill>
                  <a:srgbClr val="192035"/>
                </a:solidFill>
                <a:latin typeface="Noto Sans KR"/>
                <a:ea typeface="Noto Sans KR"/>
                <a:cs typeface="Noto Sans KR"/>
              </a:defRPr>
            </a:lvl5pPr>
            <a:lvl6pPr algn="ctr">
              <a:defRPr sz="1800" b="1">
                <a:solidFill>
                  <a:srgbClr val="192035"/>
                </a:solidFill>
                <a:latin typeface="Noto Sans KR"/>
                <a:ea typeface="Noto Sans KR"/>
                <a:cs typeface="Noto Sans KR"/>
              </a:defRPr>
            </a:lvl6pPr>
            <a:lvl7pPr algn="ctr">
              <a:defRPr sz="1800" b="1">
                <a:solidFill>
                  <a:srgbClr val="192035"/>
                </a:solidFill>
                <a:latin typeface="Noto Sans KR"/>
                <a:ea typeface="Noto Sans KR"/>
                <a:cs typeface="Noto Sans KR"/>
              </a:defRPr>
            </a:lvl7pPr>
            <a:lvl8pPr algn="ctr">
              <a:defRPr sz="1800" b="1">
                <a:solidFill>
                  <a:srgbClr val="192035"/>
                </a:solidFill>
                <a:latin typeface="Noto Sans KR"/>
                <a:ea typeface="Noto Sans KR"/>
                <a:cs typeface="Noto Sans KR"/>
              </a:defRPr>
            </a:lvl8pPr>
            <a:lvl9pPr algn="ctr">
              <a:defRPr sz="1800" b="1">
                <a:solidFill>
                  <a:srgbClr val="192035"/>
                </a:solidFill>
                <a:latin typeface="Noto Sans KR"/>
                <a:ea typeface="Noto Sans KR"/>
                <a:cs typeface="Noto Sans KR"/>
              </a:defRPr>
            </a:lvl9pPr>
          </a:lstStyle>
          <a:p xmlns:a="http://schemas.openxmlformats.org/drawingml/2006/main">
            <a:pPr algn="ctr">
              <a:defRPr sz="1800" b="1">
                <a:solidFill>
                  <a:srgbClr val="F1F5F9"/>
                </a:solidFill>
                <a:latin typeface="Noto Sans KR"/>
                <a:ea typeface="Noto Sans KR"/>
                <a:cs typeface="Noto Sans KR"/>
              </a:defRPr>
            </a:pPr>
            <a:r>
              <a:rPr sz="1800" b="1">
                <a:solidFill>
                  <a:srgbClr val="192035"/>
                </a:solidFill>
                <a:latin typeface="Noto Sans KR"/>
                <a:ea typeface="Noto Sans KR"/>
                <a:cs typeface="Noto Sans KR"/>
              </a:rPr>
              <a:t>방문일수를 구간으로 나눠도 연도별 결제율 차이가 남았다</a:t>
            </a:r>
          </a:p>
        </p:txBody>
      </p:sp>
    </p:spTree>
    <p:extLst>
      <p:ext uri="{BB962C8B-B14F-4D97-AF65-F5344CB8AC3E}">
        <p14:creationId xmlns:p14="http://schemas.microsoft.com/office/powerpoint/2010/main" val="2074154065"/>
      </p:ext>
    </p:extLst>
  </p:cSld>
</p:sld>
</file>

<file path=ppt/slides/slide6.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3027648-7A7B-43CB-A742-FC1E1A64E91E}"/>
              </a:ext>
            </a:extLst>
          </p:cNvPr>
          <p:cNvPicPr>
            <a:picLocks xmlns:a="http://schemas.openxmlformats.org/drawingml/2006/main" noChangeAspect="1"/>
          </p:cNvPicPr>
          <p:nvPr/>
        </p:nvPicPr>
        <p:blipFill>
          <a:blip xmlns:r="http://schemas.openxmlformats.org/officeDocument/2006/relationships" xmlns:a="http://schemas.openxmlformats.org/drawingml/2006/main" r:embed="R284272a3d4fd430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평균 체류시간과 방문일수도 더 높았다">
            <a:extLst xmlns:a="http://schemas.openxmlformats.org/drawingml/2006/main">
              <a:ext uri="{FF2B5EF4-FFF2-40B4-BE49-F238E27FC236}">
                <a16:creationId xmlns:a16="http://schemas.microsoft.com/office/drawing/2014/main" id="{BA1B274B-62B5-46B9-9D89-5791B9F956DB}"/>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192035"/>
                </a:solidFill>
                <a:latin typeface="Noto Sans KR"/>
                <a:ea typeface="Noto Sans KR"/>
                <a:cs typeface="Noto Sans KR"/>
              </a:defRPr>
            </a:defPPr>
            <a:lvl1pPr algn="ctr">
              <a:defRPr sz="3000" b="1">
                <a:solidFill>
                  <a:srgbClr val="192035"/>
                </a:solidFill>
                <a:latin typeface="Noto Sans KR"/>
                <a:ea typeface="Noto Sans KR"/>
                <a:cs typeface="Noto Sans KR"/>
              </a:defRPr>
            </a:lvl1pPr>
            <a:lvl2pPr algn="ctr">
              <a:defRPr sz="3000" b="1">
                <a:solidFill>
                  <a:srgbClr val="192035"/>
                </a:solidFill>
                <a:latin typeface="Noto Sans KR"/>
                <a:ea typeface="Noto Sans KR"/>
                <a:cs typeface="Noto Sans KR"/>
              </a:defRPr>
            </a:lvl2pPr>
            <a:lvl3pPr algn="ctr">
              <a:defRPr sz="3000" b="1">
                <a:solidFill>
                  <a:srgbClr val="192035"/>
                </a:solidFill>
                <a:latin typeface="Noto Sans KR"/>
                <a:ea typeface="Noto Sans KR"/>
                <a:cs typeface="Noto Sans KR"/>
              </a:defRPr>
            </a:lvl3pPr>
            <a:lvl4pPr algn="ctr">
              <a:defRPr sz="3000" b="1">
                <a:solidFill>
                  <a:srgbClr val="192035"/>
                </a:solidFill>
                <a:latin typeface="Noto Sans KR"/>
                <a:ea typeface="Noto Sans KR"/>
                <a:cs typeface="Noto Sans KR"/>
              </a:defRPr>
            </a:lvl4pPr>
            <a:lvl5pPr algn="ctr">
              <a:defRPr sz="3000" b="1">
                <a:solidFill>
                  <a:srgbClr val="192035"/>
                </a:solidFill>
                <a:latin typeface="Noto Sans KR"/>
                <a:ea typeface="Noto Sans KR"/>
                <a:cs typeface="Noto Sans KR"/>
              </a:defRPr>
            </a:lvl5pPr>
            <a:lvl6pPr algn="ctr">
              <a:defRPr sz="3000" b="1">
                <a:solidFill>
                  <a:srgbClr val="192035"/>
                </a:solidFill>
                <a:latin typeface="Noto Sans KR"/>
                <a:ea typeface="Noto Sans KR"/>
                <a:cs typeface="Noto Sans KR"/>
              </a:defRPr>
            </a:lvl6pPr>
            <a:lvl7pPr algn="ctr">
              <a:defRPr sz="3000" b="1">
                <a:solidFill>
                  <a:srgbClr val="192035"/>
                </a:solidFill>
                <a:latin typeface="Noto Sans KR"/>
                <a:ea typeface="Noto Sans KR"/>
                <a:cs typeface="Noto Sans KR"/>
              </a:defRPr>
            </a:lvl7pPr>
            <a:lvl8pPr algn="ctr">
              <a:defRPr sz="3000" b="1">
                <a:solidFill>
                  <a:srgbClr val="192035"/>
                </a:solidFill>
                <a:latin typeface="Noto Sans KR"/>
                <a:ea typeface="Noto Sans KR"/>
                <a:cs typeface="Noto Sans KR"/>
              </a:defRPr>
            </a:lvl8pPr>
            <a:lvl9pPr algn="ctr">
              <a:defRPr sz="3000" b="1">
                <a:solidFill>
                  <a:srgbClr val="192035"/>
                </a:solidFill>
                <a:latin typeface="Noto Sans KR"/>
                <a:ea typeface="Noto Sans KR"/>
                <a:cs typeface="Noto Sans KR"/>
              </a:defRPr>
            </a:lvl9pPr>
          </a:lstStyle>
          <a:p xmlns:a="http://schemas.openxmlformats.org/drawingml/2006/main">
            <a:pPr algn="ctr">
              <a:defRPr sz="3000" b="1">
                <a:solidFill>
                  <a:srgbClr val="F1F5F9"/>
                </a:solidFill>
                <a:latin typeface="Noto Sans KR"/>
                <a:ea typeface="Noto Sans KR"/>
                <a:cs typeface="Noto Sans KR"/>
              </a:defRPr>
            </a:pPr>
            <a:r>
              <a:rPr sz="3000" b="1">
                <a:solidFill>
                  <a:srgbClr val="192035"/>
                </a:solidFill>
                <a:latin typeface="Noto Sans KR"/>
                <a:ea typeface="Noto Sans KR"/>
                <a:cs typeface="Noto Sans KR"/>
              </a:rPr>
              <a:t>평균 체류시간과 방문일수도 더 높았다</a:t>
            </a:r>
          </a:p>
        </p:txBody>
      </p:sp>
      <p:sp>
        <p:nvSpPr>
          <p:cNvPr id="4" name="">
            <a:extLst xmlns:a="http://schemas.openxmlformats.org/drawingml/2006/main">
              <a:ext uri="{FF2B5EF4-FFF2-40B4-BE49-F238E27FC236}">
                <a16:creationId xmlns:a16="http://schemas.microsoft.com/office/drawing/2014/main" id="{F3D5FD74-0A40-4385-93A7-FC1989D5A40D}"/>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prstDash val="solid"/>
          </a:ln>
        </p:spPr>
      </p:sp>
      <p:sp>
        <p:nvSpPr>
          <p:cNvPr id="5" name="평균 체류시간">
            <a:extLst xmlns:a="http://schemas.openxmlformats.org/drawingml/2006/main">
              <a:ext uri="{FF2B5EF4-FFF2-40B4-BE49-F238E27FC236}">
                <a16:creationId xmlns:a16="http://schemas.microsoft.com/office/drawing/2014/main" id="{90527E0A-13BD-4C84-BAF5-1E7E3607E1C5}"/>
              </a:ext>
            </a:extLst>
          </p:cNvPr>
          <p:cNvSpPr>
            <a:spLocks xmlns:a="http://schemas.openxmlformats.org/drawingml/2006/main" noGrp="1"/>
          </p:cNvSpPr>
          <p:nvPr/>
        </p:nvSpPr>
        <p:spPr>
          <a:xfrm xmlns:a="http://schemas.openxmlformats.org/drawingml/2006/main">
            <a:off x="1381125" y="2409825"/>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92035"/>
                </a:solidFill>
                <a:latin typeface="Noto Sans KR"/>
                <a:ea typeface="Noto Sans KR"/>
                <a:cs typeface="Noto Sans KR"/>
              </a:defRPr>
            </a:defPPr>
            <a:lvl1pPr algn="ctr">
              <a:defRPr sz="2250" b="1">
                <a:solidFill>
                  <a:srgbClr val="192035"/>
                </a:solidFill>
                <a:latin typeface="Noto Sans KR"/>
                <a:ea typeface="Noto Sans KR"/>
                <a:cs typeface="Noto Sans KR"/>
              </a:defRPr>
            </a:lvl1pPr>
            <a:lvl2pPr algn="ctr">
              <a:defRPr sz="2250" b="1">
                <a:solidFill>
                  <a:srgbClr val="192035"/>
                </a:solidFill>
                <a:latin typeface="Noto Sans KR"/>
                <a:ea typeface="Noto Sans KR"/>
                <a:cs typeface="Noto Sans KR"/>
              </a:defRPr>
            </a:lvl2pPr>
            <a:lvl3pPr algn="ctr">
              <a:defRPr sz="2250" b="1">
                <a:solidFill>
                  <a:srgbClr val="192035"/>
                </a:solidFill>
                <a:latin typeface="Noto Sans KR"/>
                <a:ea typeface="Noto Sans KR"/>
                <a:cs typeface="Noto Sans KR"/>
              </a:defRPr>
            </a:lvl3pPr>
            <a:lvl4pPr algn="ctr">
              <a:defRPr sz="2250" b="1">
                <a:solidFill>
                  <a:srgbClr val="192035"/>
                </a:solidFill>
                <a:latin typeface="Noto Sans KR"/>
                <a:ea typeface="Noto Sans KR"/>
                <a:cs typeface="Noto Sans KR"/>
              </a:defRPr>
            </a:lvl4pPr>
            <a:lvl5pPr algn="ctr">
              <a:defRPr sz="2250" b="1">
                <a:solidFill>
                  <a:srgbClr val="192035"/>
                </a:solidFill>
                <a:latin typeface="Noto Sans KR"/>
                <a:ea typeface="Noto Sans KR"/>
                <a:cs typeface="Noto Sans KR"/>
              </a:defRPr>
            </a:lvl5pPr>
            <a:lvl6pPr algn="ctr">
              <a:defRPr sz="2250" b="1">
                <a:solidFill>
                  <a:srgbClr val="192035"/>
                </a:solidFill>
                <a:latin typeface="Noto Sans KR"/>
                <a:ea typeface="Noto Sans KR"/>
                <a:cs typeface="Noto Sans KR"/>
              </a:defRPr>
            </a:lvl6pPr>
            <a:lvl7pPr algn="ctr">
              <a:defRPr sz="2250" b="1">
                <a:solidFill>
                  <a:srgbClr val="192035"/>
                </a:solidFill>
                <a:latin typeface="Noto Sans KR"/>
                <a:ea typeface="Noto Sans KR"/>
                <a:cs typeface="Noto Sans KR"/>
              </a:defRPr>
            </a:lvl7pPr>
            <a:lvl8pPr algn="ctr">
              <a:defRPr sz="2250" b="1">
                <a:solidFill>
                  <a:srgbClr val="192035"/>
                </a:solidFill>
                <a:latin typeface="Noto Sans KR"/>
                <a:ea typeface="Noto Sans KR"/>
                <a:cs typeface="Noto Sans KR"/>
              </a:defRPr>
            </a:lvl8pPr>
            <a:lvl9pPr algn="ctr">
              <a:defRPr sz="2250" b="1">
                <a:solidFill>
                  <a:srgbClr val="192035"/>
                </a:solidFill>
                <a:latin typeface="Noto Sans KR"/>
                <a:ea typeface="Noto Sans KR"/>
                <a:cs typeface="Noto Sans KR"/>
              </a:defRPr>
            </a:lvl9pPr>
          </a:lstStyle>
          <a:p xmlns:a="http://schemas.openxmlformats.org/drawingml/2006/main">
            <a:pPr algn="ctr">
              <a:defRPr sz="2250" b="1">
                <a:solidFill>
                  <a:srgbClr val="F1F5F9"/>
                </a:solidFill>
                <a:latin typeface="Noto Sans KR"/>
                <a:ea typeface="Noto Sans KR"/>
                <a:cs typeface="Noto Sans KR"/>
              </a:defRPr>
            </a:pPr>
            <a:r>
              <a:rPr sz="2250" b="1">
                <a:solidFill>
                  <a:srgbClr val="192035"/>
                </a:solidFill>
                <a:latin typeface="Noto Sans KR"/>
                <a:ea typeface="Noto Sans KR"/>
                <a:cs typeface="Noto Sans KR"/>
              </a:rPr>
              <a:t>평균 체류시간</a:t>
            </a:r>
          </a:p>
        </p:txBody>
      </p:sp>
      <p:sp>
        <p:nvSpPr>
          <p:cNvPr id="6" name="평균 방문일수">
            <a:extLst xmlns:a="http://schemas.openxmlformats.org/drawingml/2006/main">
              <a:ext uri="{FF2B5EF4-FFF2-40B4-BE49-F238E27FC236}">
                <a16:creationId xmlns:a16="http://schemas.microsoft.com/office/drawing/2014/main" id="{140CFF90-77B3-4F47-9EB6-BE3998A1E3BB}"/>
              </a:ext>
            </a:extLst>
          </p:cNvPr>
          <p:cNvSpPr>
            <a:spLocks xmlns:a="http://schemas.openxmlformats.org/drawingml/2006/main" noGrp="1"/>
          </p:cNvSpPr>
          <p:nvPr/>
        </p:nvSpPr>
        <p:spPr>
          <a:xfrm xmlns:a="http://schemas.openxmlformats.org/drawingml/2006/main">
            <a:off x="6905625" y="2409825"/>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92035"/>
                </a:solidFill>
                <a:latin typeface="Noto Sans KR"/>
                <a:ea typeface="Noto Sans KR"/>
                <a:cs typeface="Noto Sans KR"/>
              </a:defRPr>
            </a:defPPr>
            <a:lvl1pPr algn="ctr">
              <a:defRPr sz="2250" b="1">
                <a:solidFill>
                  <a:srgbClr val="192035"/>
                </a:solidFill>
                <a:latin typeface="Noto Sans KR"/>
                <a:ea typeface="Noto Sans KR"/>
                <a:cs typeface="Noto Sans KR"/>
              </a:defRPr>
            </a:lvl1pPr>
            <a:lvl2pPr algn="ctr">
              <a:defRPr sz="2250" b="1">
                <a:solidFill>
                  <a:srgbClr val="192035"/>
                </a:solidFill>
                <a:latin typeface="Noto Sans KR"/>
                <a:ea typeface="Noto Sans KR"/>
                <a:cs typeface="Noto Sans KR"/>
              </a:defRPr>
            </a:lvl2pPr>
            <a:lvl3pPr algn="ctr">
              <a:defRPr sz="2250" b="1">
                <a:solidFill>
                  <a:srgbClr val="192035"/>
                </a:solidFill>
                <a:latin typeface="Noto Sans KR"/>
                <a:ea typeface="Noto Sans KR"/>
                <a:cs typeface="Noto Sans KR"/>
              </a:defRPr>
            </a:lvl3pPr>
            <a:lvl4pPr algn="ctr">
              <a:defRPr sz="2250" b="1">
                <a:solidFill>
                  <a:srgbClr val="192035"/>
                </a:solidFill>
                <a:latin typeface="Noto Sans KR"/>
                <a:ea typeface="Noto Sans KR"/>
                <a:cs typeface="Noto Sans KR"/>
              </a:defRPr>
            </a:lvl4pPr>
            <a:lvl5pPr algn="ctr">
              <a:defRPr sz="2250" b="1">
                <a:solidFill>
                  <a:srgbClr val="192035"/>
                </a:solidFill>
                <a:latin typeface="Noto Sans KR"/>
                <a:ea typeface="Noto Sans KR"/>
                <a:cs typeface="Noto Sans KR"/>
              </a:defRPr>
            </a:lvl5pPr>
            <a:lvl6pPr algn="ctr">
              <a:defRPr sz="2250" b="1">
                <a:solidFill>
                  <a:srgbClr val="192035"/>
                </a:solidFill>
                <a:latin typeface="Noto Sans KR"/>
                <a:ea typeface="Noto Sans KR"/>
                <a:cs typeface="Noto Sans KR"/>
              </a:defRPr>
            </a:lvl6pPr>
            <a:lvl7pPr algn="ctr">
              <a:defRPr sz="2250" b="1">
                <a:solidFill>
                  <a:srgbClr val="192035"/>
                </a:solidFill>
                <a:latin typeface="Noto Sans KR"/>
                <a:ea typeface="Noto Sans KR"/>
                <a:cs typeface="Noto Sans KR"/>
              </a:defRPr>
            </a:lvl7pPr>
            <a:lvl8pPr algn="ctr">
              <a:defRPr sz="2250" b="1">
                <a:solidFill>
                  <a:srgbClr val="192035"/>
                </a:solidFill>
                <a:latin typeface="Noto Sans KR"/>
                <a:ea typeface="Noto Sans KR"/>
                <a:cs typeface="Noto Sans KR"/>
              </a:defRPr>
            </a:lvl8pPr>
            <a:lvl9pPr algn="ctr">
              <a:defRPr sz="2250" b="1">
                <a:solidFill>
                  <a:srgbClr val="192035"/>
                </a:solidFill>
                <a:latin typeface="Noto Sans KR"/>
                <a:ea typeface="Noto Sans KR"/>
                <a:cs typeface="Noto Sans KR"/>
              </a:defRPr>
            </a:lvl9pPr>
          </a:lstStyle>
          <a:p xmlns:a="http://schemas.openxmlformats.org/drawingml/2006/main">
            <a:pPr algn="ctr">
              <a:defRPr sz="2250" b="1">
                <a:solidFill>
                  <a:srgbClr val="F1F5F9"/>
                </a:solidFill>
                <a:latin typeface="Noto Sans KR"/>
                <a:ea typeface="Noto Sans KR"/>
                <a:cs typeface="Noto Sans KR"/>
              </a:defRPr>
            </a:pPr>
            <a:r>
              <a:rPr sz="2250" b="1">
                <a:solidFill>
                  <a:srgbClr val="192035"/>
                </a:solidFill>
                <a:latin typeface="Noto Sans KR"/>
                <a:ea typeface="Noto Sans KR"/>
                <a:cs typeface="Noto Sans KR"/>
              </a:rPr>
              <a:t>평균 방문일수</a:t>
            </a:r>
          </a:p>
        </p:txBody>
      </p:sp>
      <p:graphicFrame>
        <p:nvGraphicFramePr>
          <p:cNvPr id="7" name="Chart">
            <a:extLst xmlns:a="http://schemas.openxmlformats.org/drawingml/2006/main">
              <a:ext uri="{FF2B5EF4-FFF2-40B4-BE49-F238E27FC236}">
                <a16:creationId xmlns:a16="http://schemas.microsoft.com/office/drawing/2014/main" id="{1DE775E6-E278-45B6-9FAC-9C772A1ED6B1}"/>
              </a:ext>
            </a:extLst>
          </p:cNvPr>
          <p:cNvGraphicFramePr/>
          <p:nvPr/>
        </p:nvGraphicFramePr>
        <p:xfrm>
          <a:off xmlns:a="http://schemas.openxmlformats.org/drawingml/2006/main" x="1343025" y="3219450"/>
          <a:ext xmlns:a="http://schemas.openxmlformats.org/drawingml/2006/main" cx="3943350" cy="2133600"/>
        </p:xfrm>
        <a:graphic xmlns:a="http://schemas.openxmlformats.org/drawingml/2006/main">
          <a:graphicData uri="http://schemas.openxmlformats.org/drawingml/2006/chart">
            <c:chart xmlns:r="http://schemas.openxmlformats.org/officeDocument/2006/relationships" xmlns:c="http://schemas.openxmlformats.org/drawingml/2006/chart" r:id="R7cc12fc3c49b4d49"/>
          </a:graphicData>
        </a:graphic>
      </p:graphicFrame>
      <p:graphicFrame>
        <p:nvGraphicFramePr>
          <p:cNvPr id="8" name="Chart">
            <a:extLst xmlns:a="http://schemas.openxmlformats.org/drawingml/2006/main">
              <a:ext uri="{FF2B5EF4-FFF2-40B4-BE49-F238E27FC236}">
                <a16:creationId xmlns:a16="http://schemas.microsoft.com/office/drawing/2014/main" id="{38A17F81-D8EC-43D7-96BE-DA7A360E0707}"/>
              </a:ext>
            </a:extLst>
          </p:cNvPr>
          <p:cNvGraphicFramePr/>
          <p:nvPr/>
        </p:nvGraphicFramePr>
        <p:xfrm>
          <a:off xmlns:a="http://schemas.openxmlformats.org/drawingml/2006/main" x="6858000" y="3219450"/>
          <a:ext xmlns:a="http://schemas.openxmlformats.org/drawingml/2006/main" cx="3943350" cy="2133600"/>
        </p:xfrm>
        <a:graphic xmlns:a="http://schemas.openxmlformats.org/drawingml/2006/main">
          <a:graphicData uri="http://schemas.openxmlformats.org/drawingml/2006/chart">
            <c:chart xmlns:r="http://schemas.openxmlformats.org/officeDocument/2006/relationships" xmlns:c="http://schemas.openxmlformats.org/drawingml/2006/chart" r:id="R914e9fc50d7f46b9"/>
          </a:graphicData>
        </a:graphic>
      </p:graphicFrame>
      <p:sp>
        <p:nvSpPr>
          <p:cNvPr id="9" name="">
            <a:extLst xmlns:a="http://schemas.openxmlformats.org/drawingml/2006/main">
              <a:ext uri="{FF2B5EF4-FFF2-40B4-BE49-F238E27FC236}">
                <a16:creationId xmlns:a16="http://schemas.microsoft.com/office/drawing/2014/main" id="{E4901A35-3B5C-4225-B9C2-F360073C3A77}"/>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prstDash val="solid"/>
          </a:ln>
        </p:spPr>
      </p:sp>
      <p:sp>
        <p:nvSpPr>
          <p:cNvPr id="10" name="평균 이용량 감소만으로 결제율 하락을 설명하기 어렵다">
            <a:extLst xmlns:a="http://schemas.openxmlformats.org/drawingml/2006/main">
              <a:ext uri="{FF2B5EF4-FFF2-40B4-BE49-F238E27FC236}">
                <a16:creationId xmlns:a16="http://schemas.microsoft.com/office/drawing/2014/main" id="{26B13C01-13B6-42B2-A526-9FD2E88FCFC6}"/>
              </a:ext>
            </a:extLst>
          </p:cNvPr>
          <p:cNvSpPr>
            <a:spLocks xmlns:a="http://schemas.openxmlformats.org/drawingml/2006/main" noGrp="1"/>
          </p:cNvSpPr>
          <p:nvPr/>
        </p:nvSpPr>
        <p:spPr>
          <a:xfrm xmlns:a="http://schemas.openxmlformats.org/drawingml/2006/main">
            <a:off x="1323975" y="5934075"/>
            <a:ext cx="9544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92035"/>
                </a:solidFill>
                <a:latin typeface="Noto Sans KR"/>
                <a:ea typeface="Noto Sans KR"/>
                <a:cs typeface="Noto Sans KR"/>
              </a:defRPr>
            </a:defPPr>
            <a:lvl1pPr algn="ctr">
              <a:defRPr sz="1800" b="1">
                <a:solidFill>
                  <a:srgbClr val="192035"/>
                </a:solidFill>
                <a:latin typeface="Noto Sans KR"/>
                <a:ea typeface="Noto Sans KR"/>
                <a:cs typeface="Noto Sans KR"/>
              </a:defRPr>
            </a:lvl1pPr>
            <a:lvl2pPr algn="ctr">
              <a:defRPr sz="1800" b="1">
                <a:solidFill>
                  <a:srgbClr val="192035"/>
                </a:solidFill>
                <a:latin typeface="Noto Sans KR"/>
                <a:ea typeface="Noto Sans KR"/>
                <a:cs typeface="Noto Sans KR"/>
              </a:defRPr>
            </a:lvl2pPr>
            <a:lvl3pPr algn="ctr">
              <a:defRPr sz="1800" b="1">
                <a:solidFill>
                  <a:srgbClr val="192035"/>
                </a:solidFill>
                <a:latin typeface="Noto Sans KR"/>
                <a:ea typeface="Noto Sans KR"/>
                <a:cs typeface="Noto Sans KR"/>
              </a:defRPr>
            </a:lvl3pPr>
            <a:lvl4pPr algn="ctr">
              <a:defRPr sz="1800" b="1">
                <a:solidFill>
                  <a:srgbClr val="192035"/>
                </a:solidFill>
                <a:latin typeface="Noto Sans KR"/>
                <a:ea typeface="Noto Sans KR"/>
                <a:cs typeface="Noto Sans KR"/>
              </a:defRPr>
            </a:lvl4pPr>
            <a:lvl5pPr algn="ctr">
              <a:defRPr sz="1800" b="1">
                <a:solidFill>
                  <a:srgbClr val="192035"/>
                </a:solidFill>
                <a:latin typeface="Noto Sans KR"/>
                <a:ea typeface="Noto Sans KR"/>
                <a:cs typeface="Noto Sans KR"/>
              </a:defRPr>
            </a:lvl5pPr>
            <a:lvl6pPr algn="ctr">
              <a:defRPr sz="1800" b="1">
                <a:solidFill>
                  <a:srgbClr val="192035"/>
                </a:solidFill>
                <a:latin typeface="Noto Sans KR"/>
                <a:ea typeface="Noto Sans KR"/>
                <a:cs typeface="Noto Sans KR"/>
              </a:defRPr>
            </a:lvl6pPr>
            <a:lvl7pPr algn="ctr">
              <a:defRPr sz="1800" b="1">
                <a:solidFill>
                  <a:srgbClr val="192035"/>
                </a:solidFill>
                <a:latin typeface="Noto Sans KR"/>
                <a:ea typeface="Noto Sans KR"/>
                <a:cs typeface="Noto Sans KR"/>
              </a:defRPr>
            </a:lvl7pPr>
            <a:lvl8pPr algn="ctr">
              <a:defRPr sz="1800" b="1">
                <a:solidFill>
                  <a:srgbClr val="192035"/>
                </a:solidFill>
                <a:latin typeface="Noto Sans KR"/>
                <a:ea typeface="Noto Sans KR"/>
                <a:cs typeface="Noto Sans KR"/>
              </a:defRPr>
            </a:lvl8pPr>
            <a:lvl9pPr algn="ctr">
              <a:defRPr sz="1800" b="1">
                <a:solidFill>
                  <a:srgbClr val="192035"/>
                </a:solidFill>
                <a:latin typeface="Noto Sans KR"/>
                <a:ea typeface="Noto Sans KR"/>
                <a:cs typeface="Noto Sans KR"/>
              </a:defRPr>
            </a:lvl9pPr>
          </a:lstStyle>
          <a:p xmlns:a="http://schemas.openxmlformats.org/drawingml/2006/main">
            <a:pPr algn="ctr">
              <a:defRPr sz="1800" b="1">
                <a:solidFill>
                  <a:srgbClr val="F1F5F9"/>
                </a:solidFill>
                <a:latin typeface="Noto Sans KR"/>
                <a:ea typeface="Noto Sans KR"/>
                <a:cs typeface="Noto Sans KR"/>
              </a:defRPr>
            </a:pPr>
            <a:r>
              <a:rPr sz="1800" b="1">
                <a:solidFill>
                  <a:srgbClr val="192035"/>
                </a:solidFill>
                <a:latin typeface="Noto Sans KR"/>
                <a:ea typeface="Noto Sans KR"/>
                <a:cs typeface="Noto Sans KR"/>
              </a:rPr>
              <a:t>평균 이용량 감소만으로 결제율 하락을 설명하기 어렵다</a:t>
            </a:r>
          </a:p>
        </p:txBody>
      </p:sp>
    </p:spTree>
    <p:extLst>
      <p:ext uri="{BB962C8B-B14F-4D97-AF65-F5344CB8AC3E}">
        <p14:creationId xmlns:p14="http://schemas.microsoft.com/office/powerpoint/2010/main" val="647704710"/>
      </p:ext>
    </p:extLst>
  </p:cSld>
</p:sld>
</file>

<file path=ppt/slides/slide7.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FB21DCB-7EEE-4942-B353-B4C00B02F571}"/>
              </a:ext>
            </a:extLst>
          </p:cNvPr>
          <p:cNvPicPr>
            <a:picLocks xmlns:a="http://schemas.openxmlformats.org/drawingml/2006/main" noChangeAspect="1"/>
          </p:cNvPicPr>
          <p:nvPr/>
        </p:nvPicPr>
        <p:blipFill>
          <a:blip xmlns:r="http://schemas.openxmlformats.org/officeDocument/2006/relationships" xmlns:a="http://schemas.openxmlformats.org/drawingml/2006/main" r:embed="Rf3aa0967c31241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행동 지표를 보정해도 연도 차이가 남았다">
            <a:extLst xmlns:a="http://schemas.openxmlformats.org/drawingml/2006/main">
              <a:ext uri="{FF2B5EF4-FFF2-40B4-BE49-F238E27FC236}">
                <a16:creationId xmlns:a16="http://schemas.microsoft.com/office/drawing/2014/main" id="{76DA2BA6-2B4B-4F8E-A98B-833D32BFC439}"/>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192035"/>
                </a:solidFill>
                <a:latin typeface="Noto Sans KR"/>
                <a:ea typeface="Noto Sans KR"/>
                <a:cs typeface="Noto Sans KR"/>
              </a:defRPr>
            </a:defPPr>
            <a:lvl1pPr algn="ctr">
              <a:defRPr sz="3000" b="1">
                <a:solidFill>
                  <a:srgbClr val="192035"/>
                </a:solidFill>
                <a:latin typeface="Noto Sans KR"/>
                <a:ea typeface="Noto Sans KR"/>
                <a:cs typeface="Noto Sans KR"/>
              </a:defRPr>
            </a:lvl1pPr>
            <a:lvl2pPr algn="ctr">
              <a:defRPr sz="3000" b="1">
                <a:solidFill>
                  <a:srgbClr val="192035"/>
                </a:solidFill>
                <a:latin typeface="Noto Sans KR"/>
                <a:ea typeface="Noto Sans KR"/>
                <a:cs typeface="Noto Sans KR"/>
              </a:defRPr>
            </a:lvl2pPr>
            <a:lvl3pPr algn="ctr">
              <a:defRPr sz="3000" b="1">
                <a:solidFill>
                  <a:srgbClr val="192035"/>
                </a:solidFill>
                <a:latin typeface="Noto Sans KR"/>
                <a:ea typeface="Noto Sans KR"/>
                <a:cs typeface="Noto Sans KR"/>
              </a:defRPr>
            </a:lvl3pPr>
            <a:lvl4pPr algn="ctr">
              <a:defRPr sz="3000" b="1">
                <a:solidFill>
                  <a:srgbClr val="192035"/>
                </a:solidFill>
                <a:latin typeface="Noto Sans KR"/>
                <a:ea typeface="Noto Sans KR"/>
                <a:cs typeface="Noto Sans KR"/>
              </a:defRPr>
            </a:lvl4pPr>
            <a:lvl5pPr algn="ctr">
              <a:defRPr sz="3000" b="1">
                <a:solidFill>
                  <a:srgbClr val="192035"/>
                </a:solidFill>
                <a:latin typeface="Noto Sans KR"/>
                <a:ea typeface="Noto Sans KR"/>
                <a:cs typeface="Noto Sans KR"/>
              </a:defRPr>
            </a:lvl5pPr>
            <a:lvl6pPr algn="ctr">
              <a:defRPr sz="3000" b="1">
                <a:solidFill>
                  <a:srgbClr val="192035"/>
                </a:solidFill>
                <a:latin typeface="Noto Sans KR"/>
                <a:ea typeface="Noto Sans KR"/>
                <a:cs typeface="Noto Sans KR"/>
              </a:defRPr>
            </a:lvl6pPr>
            <a:lvl7pPr algn="ctr">
              <a:defRPr sz="3000" b="1">
                <a:solidFill>
                  <a:srgbClr val="192035"/>
                </a:solidFill>
                <a:latin typeface="Noto Sans KR"/>
                <a:ea typeface="Noto Sans KR"/>
                <a:cs typeface="Noto Sans KR"/>
              </a:defRPr>
            </a:lvl7pPr>
            <a:lvl8pPr algn="ctr">
              <a:defRPr sz="3000" b="1">
                <a:solidFill>
                  <a:srgbClr val="192035"/>
                </a:solidFill>
                <a:latin typeface="Noto Sans KR"/>
                <a:ea typeface="Noto Sans KR"/>
                <a:cs typeface="Noto Sans KR"/>
              </a:defRPr>
            </a:lvl8pPr>
            <a:lvl9pPr algn="ctr">
              <a:defRPr sz="3000" b="1">
                <a:solidFill>
                  <a:srgbClr val="192035"/>
                </a:solidFill>
                <a:latin typeface="Noto Sans KR"/>
                <a:ea typeface="Noto Sans KR"/>
                <a:cs typeface="Noto Sans KR"/>
              </a:defRPr>
            </a:lvl9pPr>
          </a:lstStyle>
          <a:p xmlns:a="http://schemas.openxmlformats.org/drawingml/2006/main">
            <a:pPr algn="ctr">
              <a:defRPr sz="3000" b="1">
                <a:solidFill>
                  <a:srgbClr val="F1F5F9"/>
                </a:solidFill>
                <a:latin typeface="Noto Sans KR"/>
                <a:ea typeface="Noto Sans KR"/>
                <a:cs typeface="Noto Sans KR"/>
              </a:defRPr>
            </a:pPr>
            <a:r>
              <a:rPr sz="3000" b="1">
                <a:solidFill>
                  <a:srgbClr val="192035"/>
                </a:solidFill>
                <a:latin typeface="Noto Sans KR"/>
                <a:ea typeface="Noto Sans KR"/>
                <a:cs typeface="Noto Sans KR"/>
              </a:rPr>
              <a:t>행동 지표를 보정해도 연도 차이가 남았다</a:t>
            </a:r>
          </a:p>
        </p:txBody>
      </p:sp>
      <p:sp>
        <p:nvSpPr>
          <p:cNvPr id="4" name="">
            <a:extLst xmlns:a="http://schemas.openxmlformats.org/drawingml/2006/main">
              <a:ext uri="{FF2B5EF4-FFF2-40B4-BE49-F238E27FC236}">
                <a16:creationId xmlns:a16="http://schemas.microsoft.com/office/drawing/2014/main" id="{AA24BC89-D52B-4088-934B-733F3E8CBF0F}"/>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prstDash val="solid"/>
          </a:ln>
        </p:spPr>
      </p:sp>
      <p:sp>
        <p:nvSpPr>
          <p:cNvPr id="5" name="방문일수 · 총 체류시간 · 이용 지점수 · 첫 방문 소요일 보정">
            <a:extLst xmlns:a="http://schemas.openxmlformats.org/drawingml/2006/main">
              <a:ext uri="{FF2B5EF4-FFF2-40B4-BE49-F238E27FC236}">
                <a16:creationId xmlns:a16="http://schemas.microsoft.com/office/drawing/2014/main" id="{6A53E96E-B738-4A8C-B005-9F21B9D8CC62}"/>
              </a:ext>
            </a:extLst>
          </p:cNvPr>
          <p:cNvSpPr>
            <a:spLocks xmlns:a="http://schemas.openxmlformats.org/drawingml/2006/main" noGrp="1"/>
          </p:cNvSpPr>
          <p:nvPr/>
        </p:nvSpPr>
        <p:spPr>
          <a:xfrm xmlns:a="http://schemas.openxmlformats.org/drawingml/2006/main">
            <a:off x="857250" y="2009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738096"/>
                </a:solidFill>
                <a:latin typeface="Noto Sans KR"/>
                <a:ea typeface="Noto Sans KR"/>
                <a:cs typeface="Noto Sans KR"/>
              </a:defRPr>
            </a:defPPr>
            <a:lvl1pPr algn="ctr">
              <a:defRPr sz="1425" b="0">
                <a:solidFill>
                  <a:srgbClr val="738096"/>
                </a:solidFill>
                <a:latin typeface="Noto Sans KR"/>
                <a:ea typeface="Noto Sans KR"/>
                <a:cs typeface="Noto Sans KR"/>
              </a:defRPr>
            </a:lvl1pPr>
            <a:lvl2pPr algn="ctr">
              <a:defRPr sz="1425" b="0">
                <a:solidFill>
                  <a:srgbClr val="738096"/>
                </a:solidFill>
                <a:latin typeface="Noto Sans KR"/>
                <a:ea typeface="Noto Sans KR"/>
                <a:cs typeface="Noto Sans KR"/>
              </a:defRPr>
            </a:lvl2pPr>
            <a:lvl3pPr algn="ctr">
              <a:defRPr sz="1425" b="0">
                <a:solidFill>
                  <a:srgbClr val="738096"/>
                </a:solidFill>
                <a:latin typeface="Noto Sans KR"/>
                <a:ea typeface="Noto Sans KR"/>
                <a:cs typeface="Noto Sans KR"/>
              </a:defRPr>
            </a:lvl3pPr>
            <a:lvl4pPr algn="ctr">
              <a:defRPr sz="1425" b="0">
                <a:solidFill>
                  <a:srgbClr val="738096"/>
                </a:solidFill>
                <a:latin typeface="Noto Sans KR"/>
                <a:ea typeface="Noto Sans KR"/>
                <a:cs typeface="Noto Sans KR"/>
              </a:defRPr>
            </a:lvl4pPr>
            <a:lvl5pPr algn="ctr">
              <a:defRPr sz="1425" b="0">
                <a:solidFill>
                  <a:srgbClr val="738096"/>
                </a:solidFill>
                <a:latin typeface="Noto Sans KR"/>
                <a:ea typeface="Noto Sans KR"/>
                <a:cs typeface="Noto Sans KR"/>
              </a:defRPr>
            </a:lvl5pPr>
            <a:lvl6pPr algn="ctr">
              <a:defRPr sz="1425" b="0">
                <a:solidFill>
                  <a:srgbClr val="738096"/>
                </a:solidFill>
                <a:latin typeface="Noto Sans KR"/>
                <a:ea typeface="Noto Sans KR"/>
                <a:cs typeface="Noto Sans KR"/>
              </a:defRPr>
            </a:lvl6pPr>
            <a:lvl7pPr algn="ctr">
              <a:defRPr sz="1425" b="0">
                <a:solidFill>
                  <a:srgbClr val="738096"/>
                </a:solidFill>
                <a:latin typeface="Noto Sans KR"/>
                <a:ea typeface="Noto Sans KR"/>
                <a:cs typeface="Noto Sans KR"/>
              </a:defRPr>
            </a:lvl7pPr>
            <a:lvl8pPr algn="ctr">
              <a:defRPr sz="1425" b="0">
                <a:solidFill>
                  <a:srgbClr val="738096"/>
                </a:solidFill>
                <a:latin typeface="Noto Sans KR"/>
                <a:ea typeface="Noto Sans KR"/>
                <a:cs typeface="Noto Sans KR"/>
              </a:defRPr>
            </a:lvl8pPr>
            <a:lvl9pPr algn="ctr">
              <a:defRPr sz="1425" b="0">
                <a:solidFill>
                  <a:srgbClr val="738096"/>
                </a:solidFill>
                <a:latin typeface="Noto Sans KR"/>
                <a:ea typeface="Noto Sans KR"/>
                <a:cs typeface="Noto Sans KR"/>
              </a:defRPr>
            </a:lvl9pPr>
          </a:lstStyle>
          <a:p xmlns:a="http://schemas.openxmlformats.org/drawingml/2006/main">
            <a:pPr algn="ctr">
              <a:defRPr sz="1425" b="0">
                <a:solidFill>
                  <a:srgbClr val="BAC5D8"/>
                </a:solidFill>
                <a:latin typeface="Noto Sans KR"/>
                <a:ea typeface="Noto Sans KR"/>
                <a:cs typeface="Noto Sans KR"/>
              </a:defRPr>
            </a:pPr>
            <a:r>
              <a:rPr sz="1425" b="0">
                <a:solidFill>
                  <a:srgbClr val="738096"/>
                </a:solidFill>
                <a:latin typeface="Noto Sans KR"/>
                <a:ea typeface="Noto Sans KR"/>
                <a:cs typeface="Noto Sans KR"/>
              </a:rPr>
              <a:t>방문일수 · 총 체류시간 · 이용 지점수 · 첫 방문 소요일 보정</a:t>
            </a:r>
          </a:p>
        </p:txBody>
      </p:sp>
      <p:sp>
        <p:nvSpPr>
          <p:cNvPr id="6" name="상대 결제 오즈: 2022년 = 1">
            <a:extLst xmlns:a="http://schemas.openxmlformats.org/drawingml/2006/main">
              <a:ext uri="{FF2B5EF4-FFF2-40B4-BE49-F238E27FC236}">
                <a16:creationId xmlns:a16="http://schemas.microsoft.com/office/drawing/2014/main" id="{04973C17-C4B2-4921-9012-E6918A9A1C1A}"/>
              </a:ext>
            </a:extLst>
          </p:cNvPr>
          <p:cNvSpPr>
            <a:spLocks xmlns:a="http://schemas.openxmlformats.org/drawingml/2006/main" noGrp="1"/>
          </p:cNvSpPr>
          <p:nvPr/>
        </p:nvSpPr>
        <p:spPr>
          <a:xfrm xmlns:a="http://schemas.openxmlformats.org/drawingml/2006/main">
            <a:off x="1190625" y="2476500"/>
            <a:ext cx="476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738096"/>
                </a:solidFill>
                <a:latin typeface="Noto Sans KR"/>
                <a:ea typeface="Noto Sans KR"/>
                <a:cs typeface="Noto Sans KR"/>
              </a:defRPr>
            </a:defPPr>
            <a:lvl1pPr algn="ctr">
              <a:defRPr sz="1650" b="1">
                <a:solidFill>
                  <a:srgbClr val="738096"/>
                </a:solidFill>
                <a:latin typeface="Noto Sans KR"/>
                <a:ea typeface="Noto Sans KR"/>
                <a:cs typeface="Noto Sans KR"/>
              </a:defRPr>
            </a:lvl1pPr>
            <a:lvl2pPr algn="ctr">
              <a:defRPr sz="1650" b="1">
                <a:solidFill>
                  <a:srgbClr val="738096"/>
                </a:solidFill>
                <a:latin typeface="Noto Sans KR"/>
                <a:ea typeface="Noto Sans KR"/>
                <a:cs typeface="Noto Sans KR"/>
              </a:defRPr>
            </a:lvl2pPr>
            <a:lvl3pPr algn="ctr">
              <a:defRPr sz="1650" b="1">
                <a:solidFill>
                  <a:srgbClr val="738096"/>
                </a:solidFill>
                <a:latin typeface="Noto Sans KR"/>
                <a:ea typeface="Noto Sans KR"/>
                <a:cs typeface="Noto Sans KR"/>
              </a:defRPr>
            </a:lvl3pPr>
            <a:lvl4pPr algn="ctr">
              <a:defRPr sz="1650" b="1">
                <a:solidFill>
                  <a:srgbClr val="738096"/>
                </a:solidFill>
                <a:latin typeface="Noto Sans KR"/>
                <a:ea typeface="Noto Sans KR"/>
                <a:cs typeface="Noto Sans KR"/>
              </a:defRPr>
            </a:lvl4pPr>
            <a:lvl5pPr algn="ctr">
              <a:defRPr sz="1650" b="1">
                <a:solidFill>
                  <a:srgbClr val="738096"/>
                </a:solidFill>
                <a:latin typeface="Noto Sans KR"/>
                <a:ea typeface="Noto Sans KR"/>
                <a:cs typeface="Noto Sans KR"/>
              </a:defRPr>
            </a:lvl5pPr>
            <a:lvl6pPr algn="ctr">
              <a:defRPr sz="1650" b="1">
                <a:solidFill>
                  <a:srgbClr val="738096"/>
                </a:solidFill>
                <a:latin typeface="Noto Sans KR"/>
                <a:ea typeface="Noto Sans KR"/>
                <a:cs typeface="Noto Sans KR"/>
              </a:defRPr>
            </a:lvl6pPr>
            <a:lvl7pPr algn="ctr">
              <a:defRPr sz="1650" b="1">
                <a:solidFill>
                  <a:srgbClr val="738096"/>
                </a:solidFill>
                <a:latin typeface="Noto Sans KR"/>
                <a:ea typeface="Noto Sans KR"/>
                <a:cs typeface="Noto Sans KR"/>
              </a:defRPr>
            </a:lvl7pPr>
            <a:lvl8pPr algn="ctr">
              <a:defRPr sz="1650" b="1">
                <a:solidFill>
                  <a:srgbClr val="738096"/>
                </a:solidFill>
                <a:latin typeface="Noto Sans KR"/>
                <a:ea typeface="Noto Sans KR"/>
                <a:cs typeface="Noto Sans KR"/>
              </a:defRPr>
            </a:lvl8pPr>
            <a:lvl9pPr algn="ctr">
              <a:defRPr sz="1650" b="1">
                <a:solidFill>
                  <a:srgbClr val="738096"/>
                </a:solidFill>
                <a:latin typeface="Noto Sans KR"/>
                <a:ea typeface="Noto Sans KR"/>
                <a:cs typeface="Noto Sans KR"/>
              </a:defRPr>
            </a:lvl9pPr>
          </a:lstStyle>
          <a:p xmlns:a="http://schemas.openxmlformats.org/drawingml/2006/main">
            <a:pPr algn="ctr">
              <a:defRPr sz="1650" b="1">
                <a:solidFill>
                  <a:srgbClr val="BAC5D8"/>
                </a:solidFill>
                <a:latin typeface="Noto Sans KR"/>
                <a:ea typeface="Noto Sans KR"/>
                <a:cs typeface="Noto Sans KR"/>
              </a:defRPr>
            </a:pPr>
            <a:r>
              <a:rPr sz="1650" b="1">
                <a:solidFill>
                  <a:srgbClr val="738096"/>
                </a:solidFill>
                <a:latin typeface="Noto Sans KR"/>
                <a:ea typeface="Noto Sans KR"/>
                <a:cs typeface="Noto Sans KR"/>
              </a:rPr>
              <a:t>상대 결제 오즈: 2022년 = 1</a:t>
            </a:r>
          </a:p>
        </p:txBody>
      </p:sp>
      <p:graphicFrame>
        <p:nvGraphicFramePr>
          <p:cNvPr id="7" name="Chart">
            <a:extLst xmlns:a="http://schemas.openxmlformats.org/drawingml/2006/main">
              <a:ext uri="{FF2B5EF4-FFF2-40B4-BE49-F238E27FC236}">
                <a16:creationId xmlns:a16="http://schemas.microsoft.com/office/drawing/2014/main" id="{A8B6E4DF-F7B5-44D7-8BD1-F2A9A062048A}"/>
              </a:ext>
            </a:extLst>
          </p:cNvPr>
          <p:cNvGraphicFramePr/>
          <p:nvPr/>
        </p:nvGraphicFramePr>
        <p:xfrm>
          <a:off xmlns:a="http://schemas.openxmlformats.org/drawingml/2006/main" x="1343025" y="3105150"/>
          <a:ext xmlns:a="http://schemas.openxmlformats.org/drawingml/2006/main" cx="4524375" cy="2333625"/>
        </p:xfrm>
        <a:graphic xmlns:a="http://schemas.openxmlformats.org/drawingml/2006/main">
          <a:graphicData uri="http://schemas.openxmlformats.org/drawingml/2006/chart">
            <c:chart xmlns:r="http://schemas.openxmlformats.org/officeDocument/2006/relationships" xmlns:c="http://schemas.openxmlformats.org/drawingml/2006/chart" r:id="R74f52b9025f24b01"/>
          </a:graphicData>
        </a:graphic>
      </p:graphicFrame>
      <p:sp>
        <p:nvSpPr>
          <p:cNvPr id="8" name="약 0.37배">
            <a:extLst xmlns:a="http://schemas.openxmlformats.org/drawingml/2006/main">
              <a:ext uri="{FF2B5EF4-FFF2-40B4-BE49-F238E27FC236}">
                <a16:creationId xmlns:a16="http://schemas.microsoft.com/office/drawing/2014/main" id="{E08189DE-1953-4079-9D5D-6D38D94000FB}"/>
              </a:ext>
            </a:extLst>
          </p:cNvPr>
          <p:cNvSpPr>
            <a:spLocks xmlns:a="http://schemas.openxmlformats.org/drawingml/2006/main" noGrp="1"/>
          </p:cNvSpPr>
          <p:nvPr/>
        </p:nvSpPr>
        <p:spPr>
          <a:xfrm xmlns:a="http://schemas.openxmlformats.org/drawingml/2006/main">
            <a:off x="6819900" y="2771775"/>
            <a:ext cx="4286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725" b="1">
                <a:solidFill>
                  <a:srgbClr val="6554D9"/>
                </a:solidFill>
                <a:latin typeface="Noto Sans KR"/>
                <a:ea typeface="Noto Sans KR"/>
                <a:cs typeface="Noto Sans KR"/>
              </a:defRPr>
            </a:defPPr>
            <a:lvl1pPr algn="ctr">
              <a:defRPr sz="4725" b="1">
                <a:solidFill>
                  <a:srgbClr val="6554D9"/>
                </a:solidFill>
                <a:latin typeface="Noto Sans KR"/>
                <a:ea typeface="Noto Sans KR"/>
                <a:cs typeface="Noto Sans KR"/>
              </a:defRPr>
            </a:lvl1pPr>
            <a:lvl2pPr algn="ctr">
              <a:defRPr sz="4725" b="1">
                <a:solidFill>
                  <a:srgbClr val="6554D9"/>
                </a:solidFill>
                <a:latin typeface="Noto Sans KR"/>
                <a:ea typeface="Noto Sans KR"/>
                <a:cs typeface="Noto Sans KR"/>
              </a:defRPr>
            </a:lvl2pPr>
            <a:lvl3pPr algn="ctr">
              <a:defRPr sz="4725" b="1">
                <a:solidFill>
                  <a:srgbClr val="6554D9"/>
                </a:solidFill>
                <a:latin typeface="Noto Sans KR"/>
                <a:ea typeface="Noto Sans KR"/>
                <a:cs typeface="Noto Sans KR"/>
              </a:defRPr>
            </a:lvl3pPr>
            <a:lvl4pPr algn="ctr">
              <a:defRPr sz="4725" b="1">
                <a:solidFill>
                  <a:srgbClr val="6554D9"/>
                </a:solidFill>
                <a:latin typeface="Noto Sans KR"/>
                <a:ea typeface="Noto Sans KR"/>
                <a:cs typeface="Noto Sans KR"/>
              </a:defRPr>
            </a:lvl4pPr>
            <a:lvl5pPr algn="ctr">
              <a:defRPr sz="4725" b="1">
                <a:solidFill>
                  <a:srgbClr val="6554D9"/>
                </a:solidFill>
                <a:latin typeface="Noto Sans KR"/>
                <a:ea typeface="Noto Sans KR"/>
                <a:cs typeface="Noto Sans KR"/>
              </a:defRPr>
            </a:lvl5pPr>
            <a:lvl6pPr algn="ctr">
              <a:defRPr sz="4725" b="1">
                <a:solidFill>
                  <a:srgbClr val="6554D9"/>
                </a:solidFill>
                <a:latin typeface="Noto Sans KR"/>
                <a:ea typeface="Noto Sans KR"/>
                <a:cs typeface="Noto Sans KR"/>
              </a:defRPr>
            </a:lvl6pPr>
            <a:lvl7pPr algn="ctr">
              <a:defRPr sz="4725" b="1">
                <a:solidFill>
                  <a:srgbClr val="6554D9"/>
                </a:solidFill>
                <a:latin typeface="Noto Sans KR"/>
                <a:ea typeface="Noto Sans KR"/>
                <a:cs typeface="Noto Sans KR"/>
              </a:defRPr>
            </a:lvl7pPr>
            <a:lvl8pPr algn="ctr">
              <a:defRPr sz="4725" b="1">
                <a:solidFill>
                  <a:srgbClr val="6554D9"/>
                </a:solidFill>
                <a:latin typeface="Noto Sans KR"/>
                <a:ea typeface="Noto Sans KR"/>
                <a:cs typeface="Noto Sans KR"/>
              </a:defRPr>
            </a:lvl8pPr>
            <a:lvl9pPr algn="ctr">
              <a:defRPr sz="4725" b="1">
                <a:solidFill>
                  <a:srgbClr val="6554D9"/>
                </a:solidFill>
                <a:latin typeface="Noto Sans KR"/>
                <a:ea typeface="Noto Sans KR"/>
                <a:cs typeface="Noto Sans KR"/>
              </a:defRPr>
            </a:lvl9pPr>
          </a:lstStyle>
          <a:p xmlns:a="http://schemas.openxmlformats.org/drawingml/2006/main">
            <a:pPr algn="ctr">
              <a:defRPr sz="4725" b="1">
                <a:solidFill>
                  <a:srgbClr val="FF9B63"/>
                </a:solidFill>
                <a:latin typeface="Noto Sans KR"/>
                <a:ea typeface="Noto Sans KR"/>
                <a:cs typeface="Noto Sans KR"/>
              </a:defRPr>
            </a:pPr>
            <a:r>
              <a:rPr sz="4725" b="1">
                <a:solidFill>
                  <a:srgbClr val="6554D9"/>
                </a:solidFill>
                <a:latin typeface="Noto Sans KR"/>
                <a:ea typeface="Noto Sans KR"/>
                <a:cs typeface="Noto Sans KR"/>
              </a:rPr>
              <a:t>약 0.37배</a:t>
            </a:r>
          </a:p>
        </p:txBody>
      </p:sp>
      <p:sp>
        <p:nvSpPr>
          <p:cNvPr id="9" name="2023년 / 2022년 결제 오즈">
            <a:extLst xmlns:a="http://schemas.openxmlformats.org/drawingml/2006/main">
              <a:ext uri="{FF2B5EF4-FFF2-40B4-BE49-F238E27FC236}">
                <a16:creationId xmlns:a16="http://schemas.microsoft.com/office/drawing/2014/main" id="{75D7B5FE-04F1-4316-9BEE-BB63230349AE}"/>
              </a:ext>
            </a:extLst>
          </p:cNvPr>
          <p:cNvSpPr>
            <a:spLocks xmlns:a="http://schemas.openxmlformats.org/drawingml/2006/main" noGrp="1"/>
          </p:cNvSpPr>
          <p:nvPr/>
        </p:nvSpPr>
        <p:spPr>
          <a:xfrm xmlns:a="http://schemas.openxmlformats.org/drawingml/2006/main">
            <a:off x="6791325" y="3848100"/>
            <a:ext cx="4352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92035"/>
                </a:solidFill>
                <a:latin typeface="Noto Sans KR"/>
                <a:ea typeface="Noto Sans KR"/>
                <a:cs typeface="Noto Sans KR"/>
              </a:defRPr>
            </a:defPPr>
            <a:lvl1pPr algn="ctr">
              <a:defRPr sz="1950" b="1">
                <a:solidFill>
                  <a:srgbClr val="192035"/>
                </a:solidFill>
                <a:latin typeface="Noto Sans KR"/>
                <a:ea typeface="Noto Sans KR"/>
                <a:cs typeface="Noto Sans KR"/>
              </a:defRPr>
            </a:lvl1pPr>
            <a:lvl2pPr algn="ctr">
              <a:defRPr sz="1950" b="1">
                <a:solidFill>
                  <a:srgbClr val="192035"/>
                </a:solidFill>
                <a:latin typeface="Noto Sans KR"/>
                <a:ea typeface="Noto Sans KR"/>
                <a:cs typeface="Noto Sans KR"/>
              </a:defRPr>
            </a:lvl2pPr>
            <a:lvl3pPr algn="ctr">
              <a:defRPr sz="1950" b="1">
                <a:solidFill>
                  <a:srgbClr val="192035"/>
                </a:solidFill>
                <a:latin typeface="Noto Sans KR"/>
                <a:ea typeface="Noto Sans KR"/>
                <a:cs typeface="Noto Sans KR"/>
              </a:defRPr>
            </a:lvl3pPr>
            <a:lvl4pPr algn="ctr">
              <a:defRPr sz="1950" b="1">
                <a:solidFill>
                  <a:srgbClr val="192035"/>
                </a:solidFill>
                <a:latin typeface="Noto Sans KR"/>
                <a:ea typeface="Noto Sans KR"/>
                <a:cs typeface="Noto Sans KR"/>
              </a:defRPr>
            </a:lvl4pPr>
            <a:lvl5pPr algn="ctr">
              <a:defRPr sz="1950" b="1">
                <a:solidFill>
                  <a:srgbClr val="192035"/>
                </a:solidFill>
                <a:latin typeface="Noto Sans KR"/>
                <a:ea typeface="Noto Sans KR"/>
                <a:cs typeface="Noto Sans KR"/>
              </a:defRPr>
            </a:lvl5pPr>
            <a:lvl6pPr algn="ctr">
              <a:defRPr sz="1950" b="1">
                <a:solidFill>
                  <a:srgbClr val="192035"/>
                </a:solidFill>
                <a:latin typeface="Noto Sans KR"/>
                <a:ea typeface="Noto Sans KR"/>
                <a:cs typeface="Noto Sans KR"/>
              </a:defRPr>
            </a:lvl6pPr>
            <a:lvl7pPr algn="ctr">
              <a:defRPr sz="1950" b="1">
                <a:solidFill>
                  <a:srgbClr val="192035"/>
                </a:solidFill>
                <a:latin typeface="Noto Sans KR"/>
                <a:ea typeface="Noto Sans KR"/>
                <a:cs typeface="Noto Sans KR"/>
              </a:defRPr>
            </a:lvl7pPr>
            <a:lvl8pPr algn="ctr">
              <a:defRPr sz="1950" b="1">
                <a:solidFill>
                  <a:srgbClr val="192035"/>
                </a:solidFill>
                <a:latin typeface="Noto Sans KR"/>
                <a:ea typeface="Noto Sans KR"/>
                <a:cs typeface="Noto Sans KR"/>
              </a:defRPr>
            </a:lvl8pPr>
            <a:lvl9pPr algn="ctr">
              <a:defRPr sz="1950" b="1">
                <a:solidFill>
                  <a:srgbClr val="192035"/>
                </a:solidFill>
                <a:latin typeface="Noto Sans KR"/>
                <a:ea typeface="Noto Sans KR"/>
                <a:cs typeface="Noto Sans KR"/>
              </a:defRPr>
            </a:lvl9pPr>
          </a:lstStyle>
          <a:p xmlns:a="http://schemas.openxmlformats.org/drawingml/2006/main">
            <a:pPr algn="ctr">
              <a:defRPr sz="1950" b="1">
                <a:solidFill>
                  <a:srgbClr val="F1F5F9"/>
                </a:solidFill>
                <a:latin typeface="Noto Sans KR"/>
                <a:ea typeface="Noto Sans KR"/>
                <a:cs typeface="Noto Sans KR"/>
              </a:defRPr>
            </a:pPr>
            <a:r>
              <a:rPr sz="1950" b="1">
                <a:solidFill>
                  <a:srgbClr val="192035"/>
                </a:solidFill>
                <a:latin typeface="Noto Sans KR"/>
                <a:ea typeface="Noto Sans KR"/>
                <a:cs typeface="Noto Sans KR"/>
              </a:rPr>
              <a:t>2023년 / 2022년 결제 오즈</a:t>
            </a:r>
          </a:p>
        </p:txBody>
      </p:sp>
      <p:sp>
        <p:nvSpPr>
          <p:cNvPr id="10" name="95% 신뢰구간 0.2640–0.5292&#10;p &lt; 0.001">
            <a:extLst xmlns:a="http://schemas.openxmlformats.org/drawingml/2006/main">
              <a:ext uri="{FF2B5EF4-FFF2-40B4-BE49-F238E27FC236}">
                <a16:creationId xmlns:a16="http://schemas.microsoft.com/office/drawing/2014/main" id="{AA6CB289-1A8B-48E7-9505-3BB905E7C1BB}"/>
              </a:ext>
            </a:extLst>
          </p:cNvPr>
          <p:cNvSpPr>
            <a:spLocks xmlns:a="http://schemas.openxmlformats.org/drawingml/2006/main" noGrp="1"/>
          </p:cNvSpPr>
          <p:nvPr/>
        </p:nvSpPr>
        <p:spPr>
          <a:xfrm xmlns:a="http://schemas.openxmlformats.org/drawingml/2006/main">
            <a:off x="6896100" y="4438650"/>
            <a:ext cx="4143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738096"/>
                </a:solidFill>
                <a:latin typeface="Noto Sans KR"/>
                <a:ea typeface="Noto Sans KR"/>
                <a:cs typeface="Noto Sans KR"/>
              </a:defRPr>
            </a:defPPr>
            <a:lvl1pPr algn="ctr">
              <a:defRPr sz="1650" b="0">
                <a:solidFill>
                  <a:srgbClr val="738096"/>
                </a:solidFill>
                <a:latin typeface="Noto Sans KR"/>
                <a:ea typeface="Noto Sans KR"/>
                <a:cs typeface="Noto Sans KR"/>
              </a:defRPr>
            </a:lvl1pPr>
            <a:lvl2pPr algn="ctr">
              <a:defRPr sz="1650" b="0">
                <a:solidFill>
                  <a:srgbClr val="738096"/>
                </a:solidFill>
                <a:latin typeface="Noto Sans KR"/>
                <a:ea typeface="Noto Sans KR"/>
                <a:cs typeface="Noto Sans KR"/>
              </a:defRPr>
            </a:lvl2pPr>
            <a:lvl3pPr algn="ctr">
              <a:defRPr sz="1650" b="0">
                <a:solidFill>
                  <a:srgbClr val="738096"/>
                </a:solidFill>
                <a:latin typeface="Noto Sans KR"/>
                <a:ea typeface="Noto Sans KR"/>
                <a:cs typeface="Noto Sans KR"/>
              </a:defRPr>
            </a:lvl3pPr>
            <a:lvl4pPr algn="ctr">
              <a:defRPr sz="1650" b="0">
                <a:solidFill>
                  <a:srgbClr val="738096"/>
                </a:solidFill>
                <a:latin typeface="Noto Sans KR"/>
                <a:ea typeface="Noto Sans KR"/>
                <a:cs typeface="Noto Sans KR"/>
              </a:defRPr>
            </a:lvl4pPr>
            <a:lvl5pPr algn="ctr">
              <a:defRPr sz="1650" b="0">
                <a:solidFill>
                  <a:srgbClr val="738096"/>
                </a:solidFill>
                <a:latin typeface="Noto Sans KR"/>
                <a:ea typeface="Noto Sans KR"/>
                <a:cs typeface="Noto Sans KR"/>
              </a:defRPr>
            </a:lvl5pPr>
            <a:lvl6pPr algn="ctr">
              <a:defRPr sz="1650" b="0">
                <a:solidFill>
                  <a:srgbClr val="738096"/>
                </a:solidFill>
                <a:latin typeface="Noto Sans KR"/>
                <a:ea typeface="Noto Sans KR"/>
                <a:cs typeface="Noto Sans KR"/>
              </a:defRPr>
            </a:lvl6pPr>
            <a:lvl7pPr algn="ctr">
              <a:defRPr sz="1650" b="0">
                <a:solidFill>
                  <a:srgbClr val="738096"/>
                </a:solidFill>
                <a:latin typeface="Noto Sans KR"/>
                <a:ea typeface="Noto Sans KR"/>
                <a:cs typeface="Noto Sans KR"/>
              </a:defRPr>
            </a:lvl7pPr>
            <a:lvl8pPr algn="ctr">
              <a:defRPr sz="1650" b="0">
                <a:solidFill>
                  <a:srgbClr val="738096"/>
                </a:solidFill>
                <a:latin typeface="Noto Sans KR"/>
                <a:ea typeface="Noto Sans KR"/>
                <a:cs typeface="Noto Sans KR"/>
              </a:defRPr>
            </a:lvl8pPr>
            <a:lvl9pPr algn="ctr">
              <a:defRPr sz="1650" b="0">
                <a:solidFill>
                  <a:srgbClr val="738096"/>
                </a:solidFill>
                <a:latin typeface="Noto Sans KR"/>
                <a:ea typeface="Noto Sans KR"/>
                <a:cs typeface="Noto Sans KR"/>
              </a:defRPr>
            </a:lvl9pPr>
          </a:lstStyle>
          <a:p xmlns:a="http://schemas.openxmlformats.org/drawingml/2006/main">
            <a:pPr algn="ctr">
              <a:defRPr sz="1650" b="0">
                <a:solidFill>
                  <a:srgbClr val="BAC5D8"/>
                </a:solidFill>
                <a:latin typeface="Noto Sans KR"/>
                <a:ea typeface="Noto Sans KR"/>
                <a:cs typeface="Noto Sans KR"/>
              </a:defRPr>
            </a:pPr>
            <a:r>
              <a:rPr sz="1650" b="0">
                <a:solidFill>
                  <a:srgbClr val="738096"/>
                </a:solidFill>
                <a:latin typeface="Noto Sans KR"/>
                <a:ea typeface="Noto Sans KR"/>
                <a:cs typeface="Noto Sans KR"/>
              </a:rPr>
              <a:t>95% 신뢰구간 0.2640–0.5292</a:t>
            </a:r>
          </a:p>
          <a:p xmlns:a="http://schemas.openxmlformats.org/drawingml/2006/main">
            <a:pPr algn="ctr">
              <a:defRPr sz="1650" b="0">
                <a:solidFill>
                  <a:srgbClr val="BAC5D8"/>
                </a:solidFill>
                <a:latin typeface="Noto Sans KR"/>
                <a:ea typeface="Noto Sans KR"/>
                <a:cs typeface="Noto Sans KR"/>
              </a:defRPr>
            </a:pPr>
            <a:r>
              <a:rPr sz="1650" b="0">
                <a:solidFill>
                  <a:srgbClr val="738096"/>
                </a:solidFill>
                <a:latin typeface="Noto Sans KR"/>
                <a:ea typeface="Noto Sans KR"/>
                <a:cs typeface="Noto Sans KR"/>
              </a:rPr>
              <a:t>p &lt; 0.001</a:t>
            </a:r>
          </a:p>
        </p:txBody>
      </p:sp>
      <p:sp>
        <p:nvSpPr>
          <p:cNvPr id="11" name="">
            <a:extLst xmlns:a="http://schemas.openxmlformats.org/drawingml/2006/main">
              <a:ext uri="{FF2B5EF4-FFF2-40B4-BE49-F238E27FC236}">
                <a16:creationId xmlns:a16="http://schemas.microsoft.com/office/drawing/2014/main" id="{48F3167D-69A0-4EF6-8746-E8A364AB855C}"/>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prstDash val="solid"/>
          </a:ln>
        </p:spPr>
      </p:sp>
      <p:sp>
        <p:nvSpPr>
          <p:cNvPr id="12" name="오즈비는 결제 확률의 비율과 다르다">
            <a:extLst xmlns:a="http://schemas.openxmlformats.org/drawingml/2006/main">
              <a:ext uri="{FF2B5EF4-FFF2-40B4-BE49-F238E27FC236}">
                <a16:creationId xmlns:a16="http://schemas.microsoft.com/office/drawing/2014/main" id="{4EC94733-79F4-48E2-90A0-93E34EB45182}"/>
              </a:ext>
            </a:extLst>
          </p:cNvPr>
          <p:cNvSpPr>
            <a:spLocks xmlns:a="http://schemas.openxmlformats.org/drawingml/2006/main" noGrp="1"/>
          </p:cNvSpPr>
          <p:nvPr/>
        </p:nvSpPr>
        <p:spPr>
          <a:xfrm xmlns:a="http://schemas.openxmlformats.org/drawingml/2006/main">
            <a:off x="1323975" y="5934075"/>
            <a:ext cx="9544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192035"/>
                </a:solidFill>
                <a:latin typeface="Noto Sans KR"/>
                <a:ea typeface="Noto Sans KR"/>
                <a:cs typeface="Noto Sans KR"/>
              </a:defRPr>
            </a:defPPr>
            <a:lvl1pPr algn="ctr">
              <a:defRPr sz="1575" b="1">
                <a:solidFill>
                  <a:srgbClr val="192035"/>
                </a:solidFill>
                <a:latin typeface="Noto Sans KR"/>
                <a:ea typeface="Noto Sans KR"/>
                <a:cs typeface="Noto Sans KR"/>
              </a:defRPr>
            </a:lvl1pPr>
            <a:lvl2pPr algn="ctr">
              <a:defRPr sz="1575" b="1">
                <a:solidFill>
                  <a:srgbClr val="192035"/>
                </a:solidFill>
                <a:latin typeface="Noto Sans KR"/>
                <a:ea typeface="Noto Sans KR"/>
                <a:cs typeface="Noto Sans KR"/>
              </a:defRPr>
            </a:lvl2pPr>
            <a:lvl3pPr algn="ctr">
              <a:defRPr sz="1575" b="1">
                <a:solidFill>
                  <a:srgbClr val="192035"/>
                </a:solidFill>
                <a:latin typeface="Noto Sans KR"/>
                <a:ea typeface="Noto Sans KR"/>
                <a:cs typeface="Noto Sans KR"/>
              </a:defRPr>
            </a:lvl3pPr>
            <a:lvl4pPr algn="ctr">
              <a:defRPr sz="1575" b="1">
                <a:solidFill>
                  <a:srgbClr val="192035"/>
                </a:solidFill>
                <a:latin typeface="Noto Sans KR"/>
                <a:ea typeface="Noto Sans KR"/>
                <a:cs typeface="Noto Sans KR"/>
              </a:defRPr>
            </a:lvl4pPr>
            <a:lvl5pPr algn="ctr">
              <a:defRPr sz="1575" b="1">
                <a:solidFill>
                  <a:srgbClr val="192035"/>
                </a:solidFill>
                <a:latin typeface="Noto Sans KR"/>
                <a:ea typeface="Noto Sans KR"/>
                <a:cs typeface="Noto Sans KR"/>
              </a:defRPr>
            </a:lvl5pPr>
            <a:lvl6pPr algn="ctr">
              <a:defRPr sz="1575" b="1">
                <a:solidFill>
                  <a:srgbClr val="192035"/>
                </a:solidFill>
                <a:latin typeface="Noto Sans KR"/>
                <a:ea typeface="Noto Sans KR"/>
                <a:cs typeface="Noto Sans KR"/>
              </a:defRPr>
            </a:lvl6pPr>
            <a:lvl7pPr algn="ctr">
              <a:defRPr sz="1575" b="1">
                <a:solidFill>
                  <a:srgbClr val="192035"/>
                </a:solidFill>
                <a:latin typeface="Noto Sans KR"/>
                <a:ea typeface="Noto Sans KR"/>
                <a:cs typeface="Noto Sans KR"/>
              </a:defRPr>
            </a:lvl7pPr>
            <a:lvl8pPr algn="ctr">
              <a:defRPr sz="1575" b="1">
                <a:solidFill>
                  <a:srgbClr val="192035"/>
                </a:solidFill>
                <a:latin typeface="Noto Sans KR"/>
                <a:ea typeface="Noto Sans KR"/>
                <a:cs typeface="Noto Sans KR"/>
              </a:defRPr>
            </a:lvl8pPr>
            <a:lvl9pPr algn="ctr">
              <a:defRPr sz="1575" b="1">
                <a:solidFill>
                  <a:srgbClr val="192035"/>
                </a:solidFill>
                <a:latin typeface="Noto Sans KR"/>
                <a:ea typeface="Noto Sans KR"/>
                <a:cs typeface="Noto Sans KR"/>
              </a:defRPr>
            </a:lvl9pPr>
          </a:lstStyle>
          <a:p xmlns:a="http://schemas.openxmlformats.org/drawingml/2006/main">
            <a:pPr algn="ctr">
              <a:defRPr sz="1875" b="1">
                <a:solidFill>
                  <a:srgbClr val="F1F5F9"/>
                </a:solidFill>
                <a:latin typeface="Noto Sans KR"/>
                <a:ea typeface="Noto Sans KR"/>
                <a:cs typeface="Noto Sans KR"/>
              </a:defRPr>
            </a:pPr>
            <a:r>
              <a:rPr sz="1575" b="1">
                <a:solidFill>
                  <a:srgbClr val="192035"/>
                </a:solidFill>
                <a:latin typeface="Noto Sans KR"/>
                <a:ea typeface="Noto Sans KR"/>
                <a:cs typeface="Noto Sans KR"/>
              </a:rPr>
              <a:t>행동 지표만으로 하락 원인을 확정할 수 없다 · OR은 결제 확률 비율과 다르다</a:t>
            </a:r>
          </a:p>
        </p:txBody>
      </p:sp>
    </p:spTree>
    <p:extLst>
      <p:ext uri="{BB962C8B-B14F-4D97-AF65-F5344CB8AC3E}">
        <p14:creationId xmlns:p14="http://schemas.microsoft.com/office/powerpoint/2010/main" val="179491211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2590B6A-08AD-4BE9-8EA9-958EDADD3932}"/>
              </a:ext>
            </a:extLst>
          </p:cNvPr>
          <p:cNvPicPr>
            <a:picLocks xmlns:a="http://schemas.openxmlformats.org/drawingml/2006/main" noChangeAspect="1"/>
          </p:cNvPicPr>
          <p:nvPr/>
        </p:nvPicPr>
        <p:blipFill>
          <a:blip xmlns:r="http://schemas.openxmlformats.org/officeDocument/2006/relationships" xmlns:a="http://schemas.openxmlformats.org/drawingml/2006/main" r:embed="R39b4e85c2f2a45b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경쟁사 비교에서 확인한 정황">
            <a:extLst xmlns:a="http://schemas.openxmlformats.org/drawingml/2006/main">
              <a:ext uri="{FF2B5EF4-FFF2-40B4-BE49-F238E27FC236}">
                <a16:creationId xmlns:a16="http://schemas.microsoft.com/office/drawing/2014/main" id="{4465F16C-F956-40DC-8E4F-CF90162CD446}"/>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1">
                <a:solidFill>
                  <a:srgbClr val="192035"/>
                </a:solidFill>
                <a:latin typeface="Noto Sans KR"/>
                <a:ea typeface="Noto Sans KR"/>
                <a:cs typeface="Noto Sans KR"/>
              </a:defRPr>
            </a:defPPr>
            <a:lvl1pPr algn="ctr">
              <a:defRPr sz="2700" b="1">
                <a:solidFill>
                  <a:srgbClr val="192035"/>
                </a:solidFill>
                <a:latin typeface="Noto Sans KR"/>
                <a:ea typeface="Noto Sans KR"/>
                <a:cs typeface="Noto Sans KR"/>
              </a:defRPr>
            </a:lvl1pPr>
            <a:lvl2pPr algn="ctr">
              <a:defRPr sz="2700" b="1">
                <a:solidFill>
                  <a:srgbClr val="192035"/>
                </a:solidFill>
                <a:latin typeface="Noto Sans KR"/>
                <a:ea typeface="Noto Sans KR"/>
                <a:cs typeface="Noto Sans KR"/>
              </a:defRPr>
            </a:lvl2pPr>
            <a:lvl3pPr algn="ctr">
              <a:defRPr sz="2700" b="1">
                <a:solidFill>
                  <a:srgbClr val="192035"/>
                </a:solidFill>
                <a:latin typeface="Noto Sans KR"/>
                <a:ea typeface="Noto Sans KR"/>
                <a:cs typeface="Noto Sans KR"/>
              </a:defRPr>
            </a:lvl3pPr>
            <a:lvl4pPr algn="ctr">
              <a:defRPr sz="2700" b="1">
                <a:solidFill>
                  <a:srgbClr val="192035"/>
                </a:solidFill>
                <a:latin typeface="Noto Sans KR"/>
                <a:ea typeface="Noto Sans KR"/>
                <a:cs typeface="Noto Sans KR"/>
              </a:defRPr>
            </a:lvl4pPr>
            <a:lvl5pPr algn="ctr">
              <a:defRPr sz="2700" b="1">
                <a:solidFill>
                  <a:srgbClr val="192035"/>
                </a:solidFill>
                <a:latin typeface="Noto Sans KR"/>
                <a:ea typeface="Noto Sans KR"/>
                <a:cs typeface="Noto Sans KR"/>
              </a:defRPr>
            </a:lvl5pPr>
            <a:lvl6pPr algn="ctr">
              <a:defRPr sz="2700" b="1">
                <a:solidFill>
                  <a:srgbClr val="192035"/>
                </a:solidFill>
                <a:latin typeface="Noto Sans KR"/>
                <a:ea typeface="Noto Sans KR"/>
                <a:cs typeface="Noto Sans KR"/>
              </a:defRPr>
            </a:lvl6pPr>
            <a:lvl7pPr algn="ctr">
              <a:defRPr sz="2700" b="1">
                <a:solidFill>
                  <a:srgbClr val="192035"/>
                </a:solidFill>
                <a:latin typeface="Noto Sans KR"/>
                <a:ea typeface="Noto Sans KR"/>
                <a:cs typeface="Noto Sans KR"/>
              </a:defRPr>
            </a:lvl7pPr>
            <a:lvl8pPr algn="ctr">
              <a:defRPr sz="2700" b="1">
                <a:solidFill>
                  <a:srgbClr val="192035"/>
                </a:solidFill>
                <a:latin typeface="Noto Sans KR"/>
                <a:ea typeface="Noto Sans KR"/>
                <a:cs typeface="Noto Sans KR"/>
              </a:defRPr>
            </a:lvl8pPr>
            <a:lvl9pPr algn="ctr">
              <a:defRPr sz="2700" b="1">
                <a:solidFill>
                  <a:srgbClr val="192035"/>
                </a:solidFill>
                <a:latin typeface="Noto Sans KR"/>
                <a:ea typeface="Noto Sans KR"/>
                <a:cs typeface="Noto Sans KR"/>
              </a:defRPr>
            </a:lvl9pPr>
          </a:lstStyle>
          <a:p xmlns:a="http://schemas.openxmlformats.org/drawingml/2006/main">
            <a:pPr algn="ctr">
              <a:defRPr sz="3000" b="1">
                <a:solidFill>
                  <a:srgbClr val="192035"/>
                </a:solidFill>
                <a:latin typeface="Noto Sans KR"/>
                <a:ea typeface="Noto Sans KR"/>
                <a:cs typeface="Noto Sans KR"/>
              </a:defRPr>
            </a:pPr>
            <a:r>
              <a:rPr sz="2700" b="1">
                <a:solidFill>
                  <a:srgbClr val="192035"/>
                </a:solidFill>
                <a:latin typeface="Noto Sans KR"/>
                <a:ea typeface="Noto Sans KR"/>
                <a:cs typeface="Noto Sans KR"/>
              </a:rPr>
              <a:t>경쟁사 자료도 하락 원인을 확정하기 어려웠다</a:t>
            </a:r>
          </a:p>
        </p:txBody>
      </p:sp>
      <p:sp>
        <p:nvSpPr>
          <p:cNvPr id="4" name="">
            <a:extLst xmlns:a="http://schemas.openxmlformats.org/drawingml/2006/main">
              <a:ext uri="{FF2B5EF4-FFF2-40B4-BE49-F238E27FC236}">
                <a16:creationId xmlns:a16="http://schemas.microsoft.com/office/drawing/2014/main" id="{BB58A057-3346-471D-923C-D4A5E8EF007F}"/>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ln>
        </p:spPr>
      </p:sp>
      <p:sp>
        <p:nvSpPr>
          <p:cNvPr id="5" name="가격 · 지점 접근성 · 할인 프로모션을 외부 요인 후보로 검토">
            <a:extLst xmlns:a="http://schemas.openxmlformats.org/drawingml/2006/main">
              <a:ext uri="{FF2B5EF4-FFF2-40B4-BE49-F238E27FC236}">
                <a16:creationId xmlns:a16="http://schemas.microsoft.com/office/drawing/2014/main" id="{B40C2B2E-CBBF-464C-9B40-4BEF3E1BF758}"/>
              </a:ext>
            </a:extLst>
          </p:cNvPr>
          <p:cNvSpPr>
            <a:spLocks xmlns:a="http://schemas.openxmlformats.org/drawingml/2006/main" noGrp="1"/>
          </p:cNvSpPr>
          <p:nvPr/>
        </p:nvSpPr>
        <p:spPr>
          <a:xfrm xmlns:a="http://schemas.openxmlformats.org/drawingml/2006/main">
            <a:off x="857250" y="2009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738096"/>
                </a:solidFill>
                <a:latin typeface="Noto Sans KR"/>
                <a:ea typeface="Noto Sans KR"/>
                <a:cs typeface="Noto Sans KR"/>
              </a:defRPr>
            </a:defPPr>
            <a:lvl1pPr algn="ctr">
              <a:defRPr sz="1425" b="0">
                <a:solidFill>
                  <a:srgbClr val="738096"/>
                </a:solidFill>
                <a:latin typeface="Noto Sans KR"/>
                <a:ea typeface="Noto Sans KR"/>
                <a:cs typeface="Noto Sans KR"/>
              </a:defRPr>
            </a:lvl1pPr>
            <a:lvl2pPr algn="ctr">
              <a:defRPr sz="1425" b="0">
                <a:solidFill>
                  <a:srgbClr val="738096"/>
                </a:solidFill>
                <a:latin typeface="Noto Sans KR"/>
                <a:ea typeface="Noto Sans KR"/>
                <a:cs typeface="Noto Sans KR"/>
              </a:defRPr>
            </a:lvl2pPr>
            <a:lvl3pPr algn="ctr">
              <a:defRPr sz="1425" b="0">
                <a:solidFill>
                  <a:srgbClr val="738096"/>
                </a:solidFill>
                <a:latin typeface="Noto Sans KR"/>
                <a:ea typeface="Noto Sans KR"/>
                <a:cs typeface="Noto Sans KR"/>
              </a:defRPr>
            </a:lvl3pPr>
            <a:lvl4pPr algn="ctr">
              <a:defRPr sz="1425" b="0">
                <a:solidFill>
                  <a:srgbClr val="738096"/>
                </a:solidFill>
                <a:latin typeface="Noto Sans KR"/>
                <a:ea typeface="Noto Sans KR"/>
                <a:cs typeface="Noto Sans KR"/>
              </a:defRPr>
            </a:lvl4pPr>
            <a:lvl5pPr algn="ctr">
              <a:defRPr sz="1425" b="0">
                <a:solidFill>
                  <a:srgbClr val="738096"/>
                </a:solidFill>
                <a:latin typeface="Noto Sans KR"/>
                <a:ea typeface="Noto Sans KR"/>
                <a:cs typeface="Noto Sans KR"/>
              </a:defRPr>
            </a:lvl5pPr>
            <a:lvl6pPr algn="ctr">
              <a:defRPr sz="1425" b="0">
                <a:solidFill>
                  <a:srgbClr val="738096"/>
                </a:solidFill>
                <a:latin typeface="Noto Sans KR"/>
                <a:ea typeface="Noto Sans KR"/>
                <a:cs typeface="Noto Sans KR"/>
              </a:defRPr>
            </a:lvl6pPr>
            <a:lvl7pPr algn="ctr">
              <a:defRPr sz="1425" b="0">
                <a:solidFill>
                  <a:srgbClr val="738096"/>
                </a:solidFill>
                <a:latin typeface="Noto Sans KR"/>
                <a:ea typeface="Noto Sans KR"/>
                <a:cs typeface="Noto Sans KR"/>
              </a:defRPr>
            </a:lvl7pPr>
            <a:lvl8pPr algn="ctr">
              <a:defRPr sz="1425" b="0">
                <a:solidFill>
                  <a:srgbClr val="738096"/>
                </a:solidFill>
                <a:latin typeface="Noto Sans KR"/>
                <a:ea typeface="Noto Sans KR"/>
                <a:cs typeface="Noto Sans KR"/>
              </a:defRPr>
            </a:lvl8pPr>
            <a:lvl9pPr algn="ctr">
              <a:defRPr sz="1425" b="0">
                <a:solidFill>
                  <a:srgbClr val="738096"/>
                </a:solidFill>
                <a:latin typeface="Noto Sans KR"/>
                <a:ea typeface="Noto Sans KR"/>
                <a:cs typeface="Noto Sans KR"/>
              </a:defRPr>
            </a:lvl9pPr>
          </a:lstStyle>
          <a:p xmlns:a="http://schemas.openxmlformats.org/drawingml/2006/main">
            <a:pPr algn="ctr">
              <a:defRPr sz="1425" b="0">
                <a:solidFill>
                  <a:srgbClr val="738096"/>
                </a:solidFill>
                <a:latin typeface="Noto Sans KR"/>
                <a:ea typeface="Noto Sans KR"/>
                <a:cs typeface="Noto Sans KR"/>
              </a:defRPr>
            </a:pPr>
            <a:r>
              <a:rPr sz="1425" b="0">
                <a:solidFill>
                  <a:srgbClr val="738096"/>
                </a:solidFill>
                <a:latin typeface="Noto Sans KR"/>
                <a:ea typeface="Noto Sans KR"/>
                <a:cs typeface="Noto Sans KR"/>
              </a:rPr>
              <a:t>가격 · 지점 접근성 · 할인 프로모션을 외부 요인 후보로 검토</a:t>
            </a:r>
          </a:p>
        </p:txBody>
      </p:sp>
      <p:sp>
        <p:nvSpPr>
          <p:cNvPr id="6" name="">
            <a:extLst xmlns:a="http://schemas.openxmlformats.org/drawingml/2006/main">
              <a:ext uri="{FF2B5EF4-FFF2-40B4-BE49-F238E27FC236}">
                <a16:creationId xmlns:a16="http://schemas.microsoft.com/office/drawing/2014/main" id="{7EDF5BF1-DCB0-4551-AD37-C4C43FFAEF3F}"/>
              </a:ext>
            </a:extLst>
          </p:cNvPr>
          <p:cNvSpPr>
            <a:spLocks xmlns:a="http://schemas.openxmlformats.org/drawingml/2006/main" noGrp="1"/>
          </p:cNvSpPr>
          <p:nvPr/>
        </p:nvSpPr>
        <p:spPr>
          <a:xfrm xmlns:a="http://schemas.openxmlformats.org/drawingml/2006/main">
            <a:off x="1066800" y="2628900"/>
            <a:ext cx="3067050" cy="2962275"/>
          </a:xfrm>
          <a:prstGeom xmlns:a="http://schemas.openxmlformats.org/drawingml/2006/main" prst="roundRect">
            <a:avLst>
              <a:gd name="adj" fmla="val 5788"/>
            </a:avLst>
          </a:prstGeom>
          <a:solidFill xmlns:a="http://schemas.openxmlformats.org/drawingml/2006/main">
            <a:srgbClr val="F0EDF9"/>
          </a:solidFill>
          <a:ln xmlns:a="http://schemas.openxmlformats.org/drawingml/2006/main" w="14288">
            <a:solidFill>
              <a:srgbClr val="CCC8DF"/>
            </a:solidFill>
          </a:ln>
        </p:spPr>
      </p:sp>
      <p:sp>
        <p:nvSpPr>
          <p:cNvPr id="7" name="이용권 가격">
            <a:extLst xmlns:a="http://schemas.openxmlformats.org/drawingml/2006/main">
              <a:ext uri="{FF2B5EF4-FFF2-40B4-BE49-F238E27FC236}">
                <a16:creationId xmlns:a16="http://schemas.microsoft.com/office/drawing/2014/main" id="{89837E86-6280-4112-8C34-B2A70A7B09A4}"/>
              </a:ext>
            </a:extLst>
          </p:cNvPr>
          <p:cNvSpPr>
            <a:spLocks xmlns:a="http://schemas.openxmlformats.org/drawingml/2006/main" noGrp="1"/>
          </p:cNvSpPr>
          <p:nvPr/>
        </p:nvSpPr>
        <p:spPr>
          <a:xfrm xmlns:a="http://schemas.openxmlformats.org/drawingml/2006/main">
            <a:off x="1200150" y="2800350"/>
            <a:ext cx="2800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6554D9"/>
                </a:solidFill>
                <a:latin typeface="Noto Sans KR"/>
                <a:ea typeface="Noto Sans KR"/>
                <a:cs typeface="Noto Sans KR"/>
              </a:defRPr>
            </a:defPPr>
            <a:lvl1pPr algn="ctr">
              <a:defRPr sz="2175" b="1">
                <a:solidFill>
                  <a:srgbClr val="6554D9"/>
                </a:solidFill>
                <a:latin typeface="Noto Sans KR"/>
                <a:ea typeface="Noto Sans KR"/>
                <a:cs typeface="Noto Sans KR"/>
              </a:defRPr>
            </a:lvl1pPr>
            <a:lvl2pPr algn="ctr">
              <a:defRPr sz="2175" b="1">
                <a:solidFill>
                  <a:srgbClr val="6554D9"/>
                </a:solidFill>
                <a:latin typeface="Noto Sans KR"/>
                <a:ea typeface="Noto Sans KR"/>
                <a:cs typeface="Noto Sans KR"/>
              </a:defRPr>
            </a:lvl2pPr>
            <a:lvl3pPr algn="ctr">
              <a:defRPr sz="2175" b="1">
                <a:solidFill>
                  <a:srgbClr val="6554D9"/>
                </a:solidFill>
                <a:latin typeface="Noto Sans KR"/>
                <a:ea typeface="Noto Sans KR"/>
                <a:cs typeface="Noto Sans KR"/>
              </a:defRPr>
            </a:lvl3pPr>
            <a:lvl4pPr algn="ctr">
              <a:defRPr sz="2175" b="1">
                <a:solidFill>
                  <a:srgbClr val="6554D9"/>
                </a:solidFill>
                <a:latin typeface="Noto Sans KR"/>
                <a:ea typeface="Noto Sans KR"/>
                <a:cs typeface="Noto Sans KR"/>
              </a:defRPr>
            </a:lvl4pPr>
            <a:lvl5pPr algn="ctr">
              <a:defRPr sz="2175" b="1">
                <a:solidFill>
                  <a:srgbClr val="6554D9"/>
                </a:solidFill>
                <a:latin typeface="Noto Sans KR"/>
                <a:ea typeface="Noto Sans KR"/>
                <a:cs typeface="Noto Sans KR"/>
              </a:defRPr>
            </a:lvl5pPr>
            <a:lvl6pPr algn="ctr">
              <a:defRPr sz="2175" b="1">
                <a:solidFill>
                  <a:srgbClr val="6554D9"/>
                </a:solidFill>
                <a:latin typeface="Noto Sans KR"/>
                <a:ea typeface="Noto Sans KR"/>
                <a:cs typeface="Noto Sans KR"/>
              </a:defRPr>
            </a:lvl6pPr>
            <a:lvl7pPr algn="ctr">
              <a:defRPr sz="2175" b="1">
                <a:solidFill>
                  <a:srgbClr val="6554D9"/>
                </a:solidFill>
                <a:latin typeface="Noto Sans KR"/>
                <a:ea typeface="Noto Sans KR"/>
                <a:cs typeface="Noto Sans KR"/>
              </a:defRPr>
            </a:lvl7pPr>
            <a:lvl8pPr algn="ctr">
              <a:defRPr sz="2175" b="1">
                <a:solidFill>
                  <a:srgbClr val="6554D9"/>
                </a:solidFill>
                <a:latin typeface="Noto Sans KR"/>
                <a:ea typeface="Noto Sans KR"/>
                <a:cs typeface="Noto Sans KR"/>
              </a:defRPr>
            </a:lvl8pPr>
            <a:lvl9pPr algn="ctr">
              <a:defRPr sz="2175" b="1">
                <a:solidFill>
                  <a:srgbClr val="6554D9"/>
                </a:solidFill>
                <a:latin typeface="Noto Sans KR"/>
                <a:ea typeface="Noto Sans KR"/>
                <a:cs typeface="Noto Sans KR"/>
              </a:defRPr>
            </a:lvl9pPr>
          </a:lstStyle>
          <a:p xmlns:a="http://schemas.openxmlformats.org/drawingml/2006/main">
            <a:pPr algn="ctr">
              <a:defRPr sz="2175" b="1">
                <a:solidFill>
                  <a:srgbClr val="6554D9"/>
                </a:solidFill>
                <a:latin typeface="Noto Sans KR"/>
                <a:ea typeface="Noto Sans KR"/>
                <a:cs typeface="Noto Sans KR"/>
              </a:defRPr>
            </a:pPr>
            <a:r>
              <a:rPr sz="2175" b="1">
                <a:solidFill>
                  <a:srgbClr val="6554D9"/>
                </a:solidFill>
                <a:latin typeface="Noto Sans KR"/>
                <a:ea typeface="Noto Sans KR"/>
                <a:cs typeface="Noto Sans KR"/>
              </a:rPr>
              <a:t>이용권 가격</a:t>
            </a:r>
          </a:p>
        </p:txBody>
      </p:sp>
      <p:sp>
        <p:nvSpPr>
          <p:cNvPr id="8" name="2022년">
            <a:extLst xmlns:a="http://schemas.openxmlformats.org/drawingml/2006/main">
              <a:ext uri="{FF2B5EF4-FFF2-40B4-BE49-F238E27FC236}">
                <a16:creationId xmlns:a16="http://schemas.microsoft.com/office/drawing/2014/main" id="{AB565ACD-DFDC-45FB-9ABC-19FC308ABB8B}"/>
              </a:ext>
            </a:extLst>
          </p:cNvPr>
          <p:cNvSpPr>
            <a:spLocks xmlns:a="http://schemas.openxmlformats.org/drawingml/2006/main" noGrp="1"/>
          </p:cNvSpPr>
          <p:nvPr/>
        </p:nvSpPr>
        <p:spPr>
          <a:xfrm xmlns:a="http://schemas.openxmlformats.org/drawingml/2006/main">
            <a:off x="1190625" y="3362325"/>
            <a:ext cx="2819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375" b="1">
                <a:solidFill>
                  <a:srgbClr val="6554D9"/>
                </a:solidFill>
                <a:latin typeface="Noto Sans KR"/>
                <a:ea typeface="Noto Sans KR"/>
                <a:cs typeface="Noto Sans KR"/>
              </a:defRPr>
            </a:defPPr>
            <a:lvl1pPr algn="ctr">
              <a:defRPr sz="3375" b="1">
                <a:solidFill>
                  <a:srgbClr val="6554D9"/>
                </a:solidFill>
                <a:latin typeface="Noto Sans KR"/>
                <a:ea typeface="Noto Sans KR"/>
                <a:cs typeface="Noto Sans KR"/>
              </a:defRPr>
            </a:lvl1pPr>
            <a:lvl2pPr algn="ctr">
              <a:defRPr sz="3375" b="1">
                <a:solidFill>
                  <a:srgbClr val="6554D9"/>
                </a:solidFill>
                <a:latin typeface="Noto Sans KR"/>
                <a:ea typeface="Noto Sans KR"/>
                <a:cs typeface="Noto Sans KR"/>
              </a:defRPr>
            </a:lvl2pPr>
            <a:lvl3pPr algn="ctr">
              <a:defRPr sz="3375" b="1">
                <a:solidFill>
                  <a:srgbClr val="6554D9"/>
                </a:solidFill>
                <a:latin typeface="Noto Sans KR"/>
                <a:ea typeface="Noto Sans KR"/>
                <a:cs typeface="Noto Sans KR"/>
              </a:defRPr>
            </a:lvl3pPr>
            <a:lvl4pPr algn="ctr">
              <a:defRPr sz="3375" b="1">
                <a:solidFill>
                  <a:srgbClr val="6554D9"/>
                </a:solidFill>
                <a:latin typeface="Noto Sans KR"/>
                <a:ea typeface="Noto Sans KR"/>
                <a:cs typeface="Noto Sans KR"/>
              </a:defRPr>
            </a:lvl4pPr>
            <a:lvl5pPr algn="ctr">
              <a:defRPr sz="3375" b="1">
                <a:solidFill>
                  <a:srgbClr val="6554D9"/>
                </a:solidFill>
                <a:latin typeface="Noto Sans KR"/>
                <a:ea typeface="Noto Sans KR"/>
                <a:cs typeface="Noto Sans KR"/>
              </a:defRPr>
            </a:lvl5pPr>
            <a:lvl6pPr algn="ctr">
              <a:defRPr sz="3375" b="1">
                <a:solidFill>
                  <a:srgbClr val="6554D9"/>
                </a:solidFill>
                <a:latin typeface="Noto Sans KR"/>
                <a:ea typeface="Noto Sans KR"/>
                <a:cs typeface="Noto Sans KR"/>
              </a:defRPr>
            </a:lvl6pPr>
            <a:lvl7pPr algn="ctr">
              <a:defRPr sz="3375" b="1">
                <a:solidFill>
                  <a:srgbClr val="6554D9"/>
                </a:solidFill>
                <a:latin typeface="Noto Sans KR"/>
                <a:ea typeface="Noto Sans KR"/>
                <a:cs typeface="Noto Sans KR"/>
              </a:defRPr>
            </a:lvl7pPr>
            <a:lvl8pPr algn="ctr">
              <a:defRPr sz="3375" b="1">
                <a:solidFill>
                  <a:srgbClr val="6554D9"/>
                </a:solidFill>
                <a:latin typeface="Noto Sans KR"/>
                <a:ea typeface="Noto Sans KR"/>
                <a:cs typeface="Noto Sans KR"/>
              </a:defRPr>
            </a:lvl8pPr>
            <a:lvl9pPr algn="ctr">
              <a:defRPr sz="3375" b="1">
                <a:solidFill>
                  <a:srgbClr val="6554D9"/>
                </a:solidFill>
                <a:latin typeface="Noto Sans KR"/>
                <a:ea typeface="Noto Sans KR"/>
                <a:cs typeface="Noto Sans KR"/>
              </a:defRPr>
            </a:lvl9pPr>
          </a:lstStyle>
          <a:p xmlns:a="http://schemas.openxmlformats.org/drawingml/2006/main">
            <a:pPr algn="ctr">
              <a:defRPr sz="3375" b="1">
                <a:solidFill>
                  <a:srgbClr val="6554D9"/>
                </a:solidFill>
                <a:latin typeface="Noto Sans KR"/>
                <a:ea typeface="Noto Sans KR"/>
                <a:cs typeface="Noto Sans KR"/>
              </a:defRPr>
            </a:pPr>
            <a:r>
              <a:rPr sz="3375" b="1">
                <a:solidFill>
                  <a:srgbClr val="6554D9"/>
                </a:solidFill>
                <a:latin typeface="Noto Sans KR"/>
                <a:ea typeface="Noto Sans KR"/>
                <a:cs typeface="Noto Sans KR"/>
              </a:rPr>
              <a:t>2022년</a:t>
            </a:r>
          </a:p>
        </p:txBody>
      </p:sp>
      <p:sp>
        <p:nvSpPr>
          <p:cNvPr id="9" name="개인 이용 후기">
            <a:extLst xmlns:a="http://schemas.openxmlformats.org/drawingml/2006/main">
              <a:ext uri="{FF2B5EF4-FFF2-40B4-BE49-F238E27FC236}">
                <a16:creationId xmlns:a16="http://schemas.microsoft.com/office/drawing/2014/main" id="{E485B61D-36AB-41C6-A58B-64687E72B75E}"/>
              </a:ext>
            </a:extLst>
          </p:cNvPr>
          <p:cNvSpPr>
            <a:spLocks xmlns:a="http://schemas.openxmlformats.org/drawingml/2006/main" noGrp="1"/>
          </p:cNvSpPr>
          <p:nvPr/>
        </p:nvSpPr>
        <p:spPr>
          <a:xfrm xmlns:a="http://schemas.openxmlformats.org/drawingml/2006/main">
            <a:off x="1181100" y="4029075"/>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738096"/>
                </a:solidFill>
                <a:latin typeface="Noto Sans KR"/>
                <a:ea typeface="Noto Sans KR"/>
                <a:cs typeface="Noto Sans KR"/>
              </a:defRPr>
            </a:defPPr>
            <a:lvl1pPr algn="ctr">
              <a:defRPr sz="1350" b="0">
                <a:solidFill>
                  <a:srgbClr val="738096"/>
                </a:solidFill>
                <a:latin typeface="Noto Sans KR"/>
                <a:ea typeface="Noto Sans KR"/>
                <a:cs typeface="Noto Sans KR"/>
              </a:defRPr>
            </a:lvl1pPr>
            <a:lvl2pPr algn="ctr">
              <a:defRPr sz="1350" b="0">
                <a:solidFill>
                  <a:srgbClr val="738096"/>
                </a:solidFill>
                <a:latin typeface="Noto Sans KR"/>
                <a:ea typeface="Noto Sans KR"/>
                <a:cs typeface="Noto Sans KR"/>
              </a:defRPr>
            </a:lvl2pPr>
            <a:lvl3pPr algn="ctr">
              <a:defRPr sz="1350" b="0">
                <a:solidFill>
                  <a:srgbClr val="738096"/>
                </a:solidFill>
                <a:latin typeface="Noto Sans KR"/>
                <a:ea typeface="Noto Sans KR"/>
                <a:cs typeface="Noto Sans KR"/>
              </a:defRPr>
            </a:lvl3pPr>
            <a:lvl4pPr algn="ctr">
              <a:defRPr sz="1350" b="0">
                <a:solidFill>
                  <a:srgbClr val="738096"/>
                </a:solidFill>
                <a:latin typeface="Noto Sans KR"/>
                <a:ea typeface="Noto Sans KR"/>
                <a:cs typeface="Noto Sans KR"/>
              </a:defRPr>
            </a:lvl4pPr>
            <a:lvl5pPr algn="ctr">
              <a:defRPr sz="1350" b="0">
                <a:solidFill>
                  <a:srgbClr val="738096"/>
                </a:solidFill>
                <a:latin typeface="Noto Sans KR"/>
                <a:ea typeface="Noto Sans KR"/>
                <a:cs typeface="Noto Sans KR"/>
              </a:defRPr>
            </a:lvl5pPr>
            <a:lvl6pPr algn="ctr">
              <a:defRPr sz="1350" b="0">
                <a:solidFill>
                  <a:srgbClr val="738096"/>
                </a:solidFill>
                <a:latin typeface="Noto Sans KR"/>
                <a:ea typeface="Noto Sans KR"/>
                <a:cs typeface="Noto Sans KR"/>
              </a:defRPr>
            </a:lvl6pPr>
            <a:lvl7pPr algn="ctr">
              <a:defRPr sz="1350" b="0">
                <a:solidFill>
                  <a:srgbClr val="738096"/>
                </a:solidFill>
                <a:latin typeface="Noto Sans KR"/>
                <a:ea typeface="Noto Sans KR"/>
                <a:cs typeface="Noto Sans KR"/>
              </a:defRPr>
            </a:lvl7pPr>
            <a:lvl8pPr algn="ctr">
              <a:defRPr sz="1350" b="0">
                <a:solidFill>
                  <a:srgbClr val="738096"/>
                </a:solidFill>
                <a:latin typeface="Noto Sans KR"/>
                <a:ea typeface="Noto Sans KR"/>
                <a:cs typeface="Noto Sans KR"/>
              </a:defRPr>
            </a:lvl8pPr>
            <a:lvl9pPr algn="ctr">
              <a:defRPr sz="1350" b="0">
                <a:solidFill>
                  <a:srgbClr val="738096"/>
                </a:solidFill>
                <a:latin typeface="Noto Sans KR"/>
                <a:ea typeface="Noto Sans KR"/>
                <a:cs typeface="Noto Sans KR"/>
              </a:defRPr>
            </a:lvl9pPr>
          </a:lstStyle>
          <a:p xmlns:a="http://schemas.openxmlformats.org/drawingml/2006/main">
            <a:pPr algn="ctr">
              <a:defRPr sz="1350" b="0">
                <a:solidFill>
                  <a:srgbClr val="738096"/>
                </a:solidFill>
                <a:latin typeface="Noto Sans KR"/>
                <a:ea typeface="Noto Sans KR"/>
                <a:cs typeface="Noto Sans KR"/>
              </a:defRPr>
            </a:pPr>
            <a:r>
              <a:rPr sz="1350" b="0">
                <a:solidFill>
                  <a:srgbClr val="738096"/>
                </a:solidFill>
                <a:latin typeface="Noto Sans KR"/>
                <a:ea typeface="Noto Sans KR"/>
                <a:cs typeface="Noto Sans KR"/>
              </a:rPr>
              <a:t>개인 이용 후기</a:t>
            </a:r>
          </a:p>
        </p:txBody>
      </p:sp>
      <p:sp>
        <p:nvSpPr>
          <p:cNvPr id="10" name="동일 시점·동일 조건의&#10;가격 비교 자료는 부족">
            <a:extLst xmlns:a="http://schemas.openxmlformats.org/drawingml/2006/main">
              <a:ext uri="{FF2B5EF4-FFF2-40B4-BE49-F238E27FC236}">
                <a16:creationId xmlns:a16="http://schemas.microsoft.com/office/drawing/2014/main" id="{42FAC48B-4D98-4A95-A6FF-B5FA70D64E54}"/>
              </a:ext>
            </a:extLst>
          </p:cNvPr>
          <p:cNvSpPr>
            <a:spLocks xmlns:a="http://schemas.openxmlformats.org/drawingml/2006/main" noGrp="1"/>
          </p:cNvSpPr>
          <p:nvPr/>
        </p:nvSpPr>
        <p:spPr>
          <a:xfrm xmlns:a="http://schemas.openxmlformats.org/drawingml/2006/main">
            <a:off x="1247775" y="4457700"/>
            <a:ext cx="2705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92035"/>
                </a:solidFill>
                <a:latin typeface="Noto Sans KR"/>
                <a:ea typeface="Noto Sans KR"/>
                <a:cs typeface="Noto Sans KR"/>
              </a:defRPr>
            </a:defPPr>
            <a:lvl1pPr algn="ctr">
              <a:defRPr sz="1725" b="0">
                <a:solidFill>
                  <a:srgbClr val="192035"/>
                </a:solidFill>
                <a:latin typeface="Noto Sans KR"/>
                <a:ea typeface="Noto Sans KR"/>
                <a:cs typeface="Noto Sans KR"/>
              </a:defRPr>
            </a:lvl1pPr>
            <a:lvl2pPr algn="ctr">
              <a:defRPr sz="1725" b="0">
                <a:solidFill>
                  <a:srgbClr val="192035"/>
                </a:solidFill>
                <a:latin typeface="Noto Sans KR"/>
                <a:ea typeface="Noto Sans KR"/>
                <a:cs typeface="Noto Sans KR"/>
              </a:defRPr>
            </a:lvl2pPr>
            <a:lvl3pPr algn="ctr">
              <a:defRPr sz="1725" b="0">
                <a:solidFill>
                  <a:srgbClr val="192035"/>
                </a:solidFill>
                <a:latin typeface="Noto Sans KR"/>
                <a:ea typeface="Noto Sans KR"/>
                <a:cs typeface="Noto Sans KR"/>
              </a:defRPr>
            </a:lvl3pPr>
            <a:lvl4pPr algn="ctr">
              <a:defRPr sz="1725" b="0">
                <a:solidFill>
                  <a:srgbClr val="192035"/>
                </a:solidFill>
                <a:latin typeface="Noto Sans KR"/>
                <a:ea typeface="Noto Sans KR"/>
                <a:cs typeface="Noto Sans KR"/>
              </a:defRPr>
            </a:lvl4pPr>
            <a:lvl5pPr algn="ctr">
              <a:defRPr sz="1725" b="0">
                <a:solidFill>
                  <a:srgbClr val="192035"/>
                </a:solidFill>
                <a:latin typeface="Noto Sans KR"/>
                <a:ea typeface="Noto Sans KR"/>
                <a:cs typeface="Noto Sans KR"/>
              </a:defRPr>
            </a:lvl5pPr>
            <a:lvl6pPr algn="ctr">
              <a:defRPr sz="1725" b="0">
                <a:solidFill>
                  <a:srgbClr val="192035"/>
                </a:solidFill>
                <a:latin typeface="Noto Sans KR"/>
                <a:ea typeface="Noto Sans KR"/>
                <a:cs typeface="Noto Sans KR"/>
              </a:defRPr>
            </a:lvl6pPr>
            <a:lvl7pPr algn="ctr">
              <a:defRPr sz="1725" b="0">
                <a:solidFill>
                  <a:srgbClr val="192035"/>
                </a:solidFill>
                <a:latin typeface="Noto Sans KR"/>
                <a:ea typeface="Noto Sans KR"/>
                <a:cs typeface="Noto Sans KR"/>
              </a:defRPr>
            </a:lvl7pPr>
            <a:lvl8pPr algn="ctr">
              <a:defRPr sz="1725" b="0">
                <a:solidFill>
                  <a:srgbClr val="192035"/>
                </a:solidFill>
                <a:latin typeface="Noto Sans KR"/>
                <a:ea typeface="Noto Sans KR"/>
                <a:cs typeface="Noto Sans KR"/>
              </a:defRPr>
            </a:lvl8pPr>
            <a:lvl9pPr algn="ctr">
              <a:defRPr sz="1725" b="0">
                <a:solidFill>
                  <a:srgbClr val="192035"/>
                </a:solidFill>
                <a:latin typeface="Noto Sans KR"/>
                <a:ea typeface="Noto Sans KR"/>
                <a:cs typeface="Noto Sans KR"/>
              </a:defRPr>
            </a:lvl9pPr>
          </a:lstStyle>
          <a:p xmlns:a="http://schemas.openxmlformats.org/drawingml/2006/main">
            <a:pPr algn="ctr">
              <a:defRPr sz="1725" b="0">
                <a:solidFill>
                  <a:srgbClr val="192035"/>
                </a:solidFill>
                <a:latin typeface="Noto Sans KR"/>
                <a:ea typeface="Noto Sans KR"/>
                <a:cs typeface="Noto Sans KR"/>
              </a:defRPr>
            </a:pPr>
            <a:r>
              <a:rPr sz="1725" b="0">
                <a:solidFill>
                  <a:srgbClr val="192035"/>
                </a:solidFill>
                <a:latin typeface="Noto Sans KR"/>
                <a:ea typeface="Noto Sans KR"/>
                <a:cs typeface="Noto Sans KR"/>
              </a:rPr>
              <a:t>동일 시점·동일 조건의</a:t>
            </a:r>
          </a:p>
          <a:p xmlns:a="http://schemas.openxmlformats.org/drawingml/2006/main">
            <a:pPr algn="ctr">
              <a:defRPr sz="1725" b="0">
                <a:solidFill>
                  <a:srgbClr val="192035"/>
                </a:solidFill>
                <a:latin typeface="Noto Sans KR"/>
                <a:ea typeface="Noto Sans KR"/>
                <a:cs typeface="Noto Sans KR"/>
              </a:defRPr>
            </a:pPr>
            <a:r>
              <a:rPr sz="1725" b="0">
                <a:solidFill>
                  <a:srgbClr val="192035"/>
                </a:solidFill>
                <a:latin typeface="Noto Sans KR"/>
                <a:ea typeface="Noto Sans KR"/>
                <a:cs typeface="Noto Sans KR"/>
              </a:rPr>
              <a:t>가격 비교 자료는 부족</a:t>
            </a:r>
          </a:p>
        </p:txBody>
      </p:sp>
      <p:sp>
        <p:nvSpPr>
          <p:cNvPr id="11" name="근거 제한">
            <a:extLst xmlns:a="http://schemas.openxmlformats.org/drawingml/2006/main">
              <a:ext uri="{FF2B5EF4-FFF2-40B4-BE49-F238E27FC236}">
                <a16:creationId xmlns:a16="http://schemas.microsoft.com/office/drawing/2014/main" id="{62898BCA-4348-4A49-B911-549DDAD43D9E}"/>
              </a:ext>
            </a:extLst>
          </p:cNvPr>
          <p:cNvSpPr>
            <a:spLocks xmlns:a="http://schemas.openxmlformats.org/drawingml/2006/main" noGrp="1"/>
          </p:cNvSpPr>
          <p:nvPr/>
        </p:nvSpPr>
        <p:spPr>
          <a:xfrm xmlns:a="http://schemas.openxmlformats.org/drawingml/2006/main">
            <a:off x="1238250" y="5191125"/>
            <a:ext cx="2724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6554D9"/>
                </a:solidFill>
                <a:latin typeface="Noto Sans KR"/>
                <a:ea typeface="Noto Sans KR"/>
                <a:cs typeface="Noto Sans KR"/>
              </a:defRPr>
            </a:defPPr>
            <a:lvl1pPr algn="ctr">
              <a:defRPr sz="1500" b="1">
                <a:solidFill>
                  <a:srgbClr val="6554D9"/>
                </a:solidFill>
                <a:latin typeface="Noto Sans KR"/>
                <a:ea typeface="Noto Sans KR"/>
                <a:cs typeface="Noto Sans KR"/>
              </a:defRPr>
            </a:lvl1pPr>
            <a:lvl2pPr algn="ctr">
              <a:defRPr sz="1500" b="1">
                <a:solidFill>
                  <a:srgbClr val="6554D9"/>
                </a:solidFill>
                <a:latin typeface="Noto Sans KR"/>
                <a:ea typeface="Noto Sans KR"/>
                <a:cs typeface="Noto Sans KR"/>
              </a:defRPr>
            </a:lvl2pPr>
            <a:lvl3pPr algn="ctr">
              <a:defRPr sz="1500" b="1">
                <a:solidFill>
                  <a:srgbClr val="6554D9"/>
                </a:solidFill>
                <a:latin typeface="Noto Sans KR"/>
                <a:ea typeface="Noto Sans KR"/>
                <a:cs typeface="Noto Sans KR"/>
              </a:defRPr>
            </a:lvl3pPr>
            <a:lvl4pPr algn="ctr">
              <a:defRPr sz="1500" b="1">
                <a:solidFill>
                  <a:srgbClr val="6554D9"/>
                </a:solidFill>
                <a:latin typeface="Noto Sans KR"/>
                <a:ea typeface="Noto Sans KR"/>
                <a:cs typeface="Noto Sans KR"/>
              </a:defRPr>
            </a:lvl4pPr>
            <a:lvl5pPr algn="ctr">
              <a:defRPr sz="1500" b="1">
                <a:solidFill>
                  <a:srgbClr val="6554D9"/>
                </a:solidFill>
                <a:latin typeface="Noto Sans KR"/>
                <a:ea typeface="Noto Sans KR"/>
                <a:cs typeface="Noto Sans KR"/>
              </a:defRPr>
            </a:lvl5pPr>
            <a:lvl6pPr algn="ctr">
              <a:defRPr sz="1500" b="1">
                <a:solidFill>
                  <a:srgbClr val="6554D9"/>
                </a:solidFill>
                <a:latin typeface="Noto Sans KR"/>
                <a:ea typeface="Noto Sans KR"/>
                <a:cs typeface="Noto Sans KR"/>
              </a:defRPr>
            </a:lvl6pPr>
            <a:lvl7pPr algn="ctr">
              <a:defRPr sz="1500" b="1">
                <a:solidFill>
                  <a:srgbClr val="6554D9"/>
                </a:solidFill>
                <a:latin typeface="Noto Sans KR"/>
                <a:ea typeface="Noto Sans KR"/>
                <a:cs typeface="Noto Sans KR"/>
              </a:defRPr>
            </a:lvl7pPr>
            <a:lvl8pPr algn="ctr">
              <a:defRPr sz="1500" b="1">
                <a:solidFill>
                  <a:srgbClr val="6554D9"/>
                </a:solidFill>
                <a:latin typeface="Noto Sans KR"/>
                <a:ea typeface="Noto Sans KR"/>
                <a:cs typeface="Noto Sans KR"/>
              </a:defRPr>
            </a:lvl8pPr>
            <a:lvl9pPr algn="ctr">
              <a:defRPr sz="1500" b="1">
                <a:solidFill>
                  <a:srgbClr val="6554D9"/>
                </a:solidFill>
                <a:latin typeface="Noto Sans KR"/>
                <a:ea typeface="Noto Sans KR"/>
                <a:cs typeface="Noto Sans KR"/>
              </a:defRPr>
            </a:lvl9pPr>
          </a:lstStyle>
          <a:p xmlns:a="http://schemas.openxmlformats.org/drawingml/2006/main">
            <a:pPr algn="ctr">
              <a:defRPr sz="1500" b="1">
                <a:solidFill>
                  <a:srgbClr val="6554D9"/>
                </a:solidFill>
                <a:latin typeface="Noto Sans KR"/>
                <a:ea typeface="Noto Sans KR"/>
                <a:cs typeface="Noto Sans KR"/>
              </a:defRPr>
            </a:pPr>
            <a:r>
              <a:rPr sz="1500" b="1">
                <a:solidFill>
                  <a:srgbClr val="6554D9"/>
                </a:solidFill>
                <a:latin typeface="Noto Sans KR"/>
                <a:ea typeface="Noto Sans KR"/>
                <a:cs typeface="Noto Sans KR"/>
              </a:rPr>
              <a:t>근거 제한</a:t>
            </a:r>
          </a:p>
        </p:txBody>
      </p:sp>
      <p:sp>
        <p:nvSpPr>
          <p:cNvPr id="12" name="">
            <a:extLst xmlns:a="http://schemas.openxmlformats.org/drawingml/2006/main">
              <a:ext uri="{FF2B5EF4-FFF2-40B4-BE49-F238E27FC236}">
                <a16:creationId xmlns:a16="http://schemas.microsoft.com/office/drawing/2014/main" id="{21A86C07-2779-4918-8378-14C5DA6C5A2A}"/>
              </a:ext>
            </a:extLst>
          </p:cNvPr>
          <p:cNvSpPr>
            <a:spLocks xmlns:a="http://schemas.openxmlformats.org/drawingml/2006/main" noGrp="1"/>
          </p:cNvSpPr>
          <p:nvPr/>
        </p:nvSpPr>
        <p:spPr>
          <a:xfrm xmlns:a="http://schemas.openxmlformats.org/drawingml/2006/main">
            <a:off x="4552950" y="2628900"/>
            <a:ext cx="3067050" cy="2962275"/>
          </a:xfrm>
          <a:prstGeom xmlns:a="http://schemas.openxmlformats.org/drawingml/2006/main" prst="roundRect">
            <a:avLst>
              <a:gd name="adj" fmla="val 5788"/>
            </a:avLst>
          </a:prstGeom>
          <a:solidFill xmlns:a="http://schemas.openxmlformats.org/drawingml/2006/main">
            <a:srgbClr val="E4F3EF"/>
          </a:solidFill>
          <a:ln xmlns:a="http://schemas.openxmlformats.org/drawingml/2006/main" w="14288">
            <a:solidFill>
              <a:srgbClr val="CCC8DF"/>
            </a:solidFill>
          </a:ln>
        </p:spPr>
      </p:sp>
      <p:sp>
        <p:nvSpPr>
          <p:cNvPr id="13" name="지점 접근성">
            <a:extLst xmlns:a="http://schemas.openxmlformats.org/drawingml/2006/main">
              <a:ext uri="{FF2B5EF4-FFF2-40B4-BE49-F238E27FC236}">
                <a16:creationId xmlns:a16="http://schemas.microsoft.com/office/drawing/2014/main" id="{BE4DEAE7-33C9-43CD-AC07-0A3BAF222B19}"/>
              </a:ext>
            </a:extLst>
          </p:cNvPr>
          <p:cNvSpPr>
            <a:spLocks xmlns:a="http://schemas.openxmlformats.org/drawingml/2006/main" noGrp="1"/>
          </p:cNvSpPr>
          <p:nvPr/>
        </p:nvSpPr>
        <p:spPr>
          <a:xfrm xmlns:a="http://schemas.openxmlformats.org/drawingml/2006/main">
            <a:off x="4686300" y="2800350"/>
            <a:ext cx="2800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49780"/>
                </a:solidFill>
                <a:latin typeface="Noto Sans KR"/>
                <a:ea typeface="Noto Sans KR"/>
                <a:cs typeface="Noto Sans KR"/>
              </a:defRPr>
            </a:defPPr>
            <a:lvl1pPr algn="ctr">
              <a:defRPr sz="2175" b="1">
                <a:solidFill>
                  <a:srgbClr val="149780"/>
                </a:solidFill>
                <a:latin typeface="Noto Sans KR"/>
                <a:ea typeface="Noto Sans KR"/>
                <a:cs typeface="Noto Sans KR"/>
              </a:defRPr>
            </a:lvl1pPr>
            <a:lvl2pPr algn="ctr">
              <a:defRPr sz="2175" b="1">
                <a:solidFill>
                  <a:srgbClr val="149780"/>
                </a:solidFill>
                <a:latin typeface="Noto Sans KR"/>
                <a:ea typeface="Noto Sans KR"/>
                <a:cs typeface="Noto Sans KR"/>
              </a:defRPr>
            </a:lvl2pPr>
            <a:lvl3pPr algn="ctr">
              <a:defRPr sz="2175" b="1">
                <a:solidFill>
                  <a:srgbClr val="149780"/>
                </a:solidFill>
                <a:latin typeface="Noto Sans KR"/>
                <a:ea typeface="Noto Sans KR"/>
                <a:cs typeface="Noto Sans KR"/>
              </a:defRPr>
            </a:lvl3pPr>
            <a:lvl4pPr algn="ctr">
              <a:defRPr sz="2175" b="1">
                <a:solidFill>
                  <a:srgbClr val="149780"/>
                </a:solidFill>
                <a:latin typeface="Noto Sans KR"/>
                <a:ea typeface="Noto Sans KR"/>
                <a:cs typeface="Noto Sans KR"/>
              </a:defRPr>
            </a:lvl4pPr>
            <a:lvl5pPr algn="ctr">
              <a:defRPr sz="2175" b="1">
                <a:solidFill>
                  <a:srgbClr val="149780"/>
                </a:solidFill>
                <a:latin typeface="Noto Sans KR"/>
                <a:ea typeface="Noto Sans KR"/>
                <a:cs typeface="Noto Sans KR"/>
              </a:defRPr>
            </a:lvl5pPr>
            <a:lvl6pPr algn="ctr">
              <a:defRPr sz="2175" b="1">
                <a:solidFill>
                  <a:srgbClr val="149780"/>
                </a:solidFill>
                <a:latin typeface="Noto Sans KR"/>
                <a:ea typeface="Noto Sans KR"/>
                <a:cs typeface="Noto Sans KR"/>
              </a:defRPr>
            </a:lvl6pPr>
            <a:lvl7pPr algn="ctr">
              <a:defRPr sz="2175" b="1">
                <a:solidFill>
                  <a:srgbClr val="149780"/>
                </a:solidFill>
                <a:latin typeface="Noto Sans KR"/>
                <a:ea typeface="Noto Sans KR"/>
                <a:cs typeface="Noto Sans KR"/>
              </a:defRPr>
            </a:lvl7pPr>
            <a:lvl8pPr algn="ctr">
              <a:defRPr sz="2175" b="1">
                <a:solidFill>
                  <a:srgbClr val="149780"/>
                </a:solidFill>
                <a:latin typeface="Noto Sans KR"/>
                <a:ea typeface="Noto Sans KR"/>
                <a:cs typeface="Noto Sans KR"/>
              </a:defRPr>
            </a:lvl8pPr>
            <a:lvl9pPr algn="ctr">
              <a:defRPr sz="2175" b="1">
                <a:solidFill>
                  <a:srgbClr val="149780"/>
                </a:solidFill>
                <a:latin typeface="Noto Sans KR"/>
                <a:ea typeface="Noto Sans KR"/>
                <a:cs typeface="Noto Sans KR"/>
              </a:defRPr>
            </a:lvl9pPr>
          </a:lstStyle>
          <a:p xmlns:a="http://schemas.openxmlformats.org/drawingml/2006/main">
            <a:pPr algn="ctr">
              <a:defRPr sz="2175" b="1">
                <a:solidFill>
                  <a:srgbClr val="149780"/>
                </a:solidFill>
                <a:latin typeface="Noto Sans KR"/>
                <a:ea typeface="Noto Sans KR"/>
                <a:cs typeface="Noto Sans KR"/>
              </a:defRPr>
            </a:pPr>
            <a:r>
              <a:rPr sz="2175" b="1">
                <a:solidFill>
                  <a:srgbClr val="149780"/>
                </a:solidFill>
                <a:latin typeface="Noto Sans KR"/>
                <a:ea typeface="Noto Sans KR"/>
                <a:cs typeface="Noto Sans KR"/>
              </a:rPr>
              <a:t>지점 접근성</a:t>
            </a:r>
          </a:p>
        </p:txBody>
      </p:sp>
      <p:sp>
        <p:nvSpPr>
          <p:cNvPr id="14" name="100호점">
            <a:extLst xmlns:a="http://schemas.openxmlformats.org/drawingml/2006/main">
              <a:ext uri="{FF2B5EF4-FFF2-40B4-BE49-F238E27FC236}">
                <a16:creationId xmlns:a16="http://schemas.microsoft.com/office/drawing/2014/main" id="{4F94100E-79DA-463B-9659-FC68B26267B2}"/>
              </a:ext>
            </a:extLst>
          </p:cNvPr>
          <p:cNvSpPr>
            <a:spLocks xmlns:a="http://schemas.openxmlformats.org/drawingml/2006/main" noGrp="1"/>
          </p:cNvSpPr>
          <p:nvPr/>
        </p:nvSpPr>
        <p:spPr>
          <a:xfrm xmlns:a="http://schemas.openxmlformats.org/drawingml/2006/main">
            <a:off x="4676775" y="3362325"/>
            <a:ext cx="2819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375" b="1">
                <a:solidFill>
                  <a:srgbClr val="149780"/>
                </a:solidFill>
                <a:latin typeface="Noto Sans KR"/>
                <a:ea typeface="Noto Sans KR"/>
                <a:cs typeface="Noto Sans KR"/>
              </a:defRPr>
            </a:defPPr>
            <a:lvl1pPr algn="ctr">
              <a:defRPr sz="3375" b="1">
                <a:solidFill>
                  <a:srgbClr val="149780"/>
                </a:solidFill>
                <a:latin typeface="Noto Sans KR"/>
                <a:ea typeface="Noto Sans KR"/>
                <a:cs typeface="Noto Sans KR"/>
              </a:defRPr>
            </a:lvl1pPr>
            <a:lvl2pPr algn="ctr">
              <a:defRPr sz="3375" b="1">
                <a:solidFill>
                  <a:srgbClr val="149780"/>
                </a:solidFill>
                <a:latin typeface="Noto Sans KR"/>
                <a:ea typeface="Noto Sans KR"/>
                <a:cs typeface="Noto Sans KR"/>
              </a:defRPr>
            </a:lvl2pPr>
            <a:lvl3pPr algn="ctr">
              <a:defRPr sz="3375" b="1">
                <a:solidFill>
                  <a:srgbClr val="149780"/>
                </a:solidFill>
                <a:latin typeface="Noto Sans KR"/>
                <a:ea typeface="Noto Sans KR"/>
                <a:cs typeface="Noto Sans KR"/>
              </a:defRPr>
            </a:lvl3pPr>
            <a:lvl4pPr algn="ctr">
              <a:defRPr sz="3375" b="1">
                <a:solidFill>
                  <a:srgbClr val="149780"/>
                </a:solidFill>
                <a:latin typeface="Noto Sans KR"/>
                <a:ea typeface="Noto Sans KR"/>
                <a:cs typeface="Noto Sans KR"/>
              </a:defRPr>
            </a:lvl4pPr>
            <a:lvl5pPr algn="ctr">
              <a:defRPr sz="3375" b="1">
                <a:solidFill>
                  <a:srgbClr val="149780"/>
                </a:solidFill>
                <a:latin typeface="Noto Sans KR"/>
                <a:ea typeface="Noto Sans KR"/>
                <a:cs typeface="Noto Sans KR"/>
              </a:defRPr>
            </a:lvl5pPr>
            <a:lvl6pPr algn="ctr">
              <a:defRPr sz="3375" b="1">
                <a:solidFill>
                  <a:srgbClr val="149780"/>
                </a:solidFill>
                <a:latin typeface="Noto Sans KR"/>
                <a:ea typeface="Noto Sans KR"/>
                <a:cs typeface="Noto Sans KR"/>
              </a:defRPr>
            </a:lvl6pPr>
            <a:lvl7pPr algn="ctr">
              <a:defRPr sz="3375" b="1">
                <a:solidFill>
                  <a:srgbClr val="149780"/>
                </a:solidFill>
                <a:latin typeface="Noto Sans KR"/>
                <a:ea typeface="Noto Sans KR"/>
                <a:cs typeface="Noto Sans KR"/>
              </a:defRPr>
            </a:lvl7pPr>
            <a:lvl8pPr algn="ctr">
              <a:defRPr sz="3375" b="1">
                <a:solidFill>
                  <a:srgbClr val="149780"/>
                </a:solidFill>
                <a:latin typeface="Noto Sans KR"/>
                <a:ea typeface="Noto Sans KR"/>
                <a:cs typeface="Noto Sans KR"/>
              </a:defRPr>
            </a:lvl8pPr>
            <a:lvl9pPr algn="ctr">
              <a:defRPr sz="3375" b="1">
                <a:solidFill>
                  <a:srgbClr val="149780"/>
                </a:solidFill>
                <a:latin typeface="Noto Sans KR"/>
                <a:ea typeface="Noto Sans KR"/>
                <a:cs typeface="Noto Sans KR"/>
              </a:defRPr>
            </a:lvl9pPr>
          </a:lstStyle>
          <a:p xmlns:a="http://schemas.openxmlformats.org/drawingml/2006/main">
            <a:pPr algn="ctr">
              <a:defRPr sz="3375" b="1">
                <a:solidFill>
                  <a:srgbClr val="149780"/>
                </a:solidFill>
                <a:latin typeface="Noto Sans KR"/>
                <a:ea typeface="Noto Sans KR"/>
                <a:cs typeface="Noto Sans KR"/>
              </a:defRPr>
            </a:pPr>
            <a:r>
              <a:rPr sz="3375" b="1">
                <a:solidFill>
                  <a:srgbClr val="149780"/>
                </a:solidFill>
                <a:latin typeface="Noto Sans KR"/>
                <a:ea typeface="Noto Sans KR"/>
                <a:cs typeface="Noto Sans KR"/>
              </a:rPr>
              <a:t>100호점</a:t>
            </a:r>
          </a:p>
        </p:txBody>
      </p:sp>
      <p:sp>
        <p:nvSpPr>
          <p:cNvPr id="15" name="원본이 인용한 2024년 기사">
            <a:extLst xmlns:a="http://schemas.openxmlformats.org/drawingml/2006/main">
              <a:ext uri="{FF2B5EF4-FFF2-40B4-BE49-F238E27FC236}">
                <a16:creationId xmlns:a16="http://schemas.microsoft.com/office/drawing/2014/main" id="{4D45303F-63CD-4509-92CB-9E34C9071AB9}"/>
              </a:ext>
            </a:extLst>
          </p:cNvPr>
          <p:cNvSpPr>
            <a:spLocks xmlns:a="http://schemas.openxmlformats.org/drawingml/2006/main" noGrp="1"/>
          </p:cNvSpPr>
          <p:nvPr/>
        </p:nvSpPr>
        <p:spPr>
          <a:xfrm xmlns:a="http://schemas.openxmlformats.org/drawingml/2006/main">
            <a:off x="4667250" y="4029075"/>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738096"/>
                </a:solidFill>
                <a:latin typeface="Noto Sans KR"/>
                <a:ea typeface="Noto Sans KR"/>
                <a:cs typeface="Noto Sans KR"/>
              </a:defRPr>
            </a:defPPr>
            <a:lvl1pPr algn="ctr">
              <a:defRPr sz="1350" b="0">
                <a:solidFill>
                  <a:srgbClr val="738096"/>
                </a:solidFill>
                <a:latin typeface="Noto Sans KR"/>
                <a:ea typeface="Noto Sans KR"/>
                <a:cs typeface="Noto Sans KR"/>
              </a:defRPr>
            </a:lvl1pPr>
            <a:lvl2pPr algn="ctr">
              <a:defRPr sz="1350" b="0">
                <a:solidFill>
                  <a:srgbClr val="738096"/>
                </a:solidFill>
                <a:latin typeface="Noto Sans KR"/>
                <a:ea typeface="Noto Sans KR"/>
                <a:cs typeface="Noto Sans KR"/>
              </a:defRPr>
            </a:lvl2pPr>
            <a:lvl3pPr algn="ctr">
              <a:defRPr sz="1350" b="0">
                <a:solidFill>
                  <a:srgbClr val="738096"/>
                </a:solidFill>
                <a:latin typeface="Noto Sans KR"/>
                <a:ea typeface="Noto Sans KR"/>
                <a:cs typeface="Noto Sans KR"/>
              </a:defRPr>
            </a:lvl3pPr>
            <a:lvl4pPr algn="ctr">
              <a:defRPr sz="1350" b="0">
                <a:solidFill>
                  <a:srgbClr val="738096"/>
                </a:solidFill>
                <a:latin typeface="Noto Sans KR"/>
                <a:ea typeface="Noto Sans KR"/>
                <a:cs typeface="Noto Sans KR"/>
              </a:defRPr>
            </a:lvl4pPr>
            <a:lvl5pPr algn="ctr">
              <a:defRPr sz="1350" b="0">
                <a:solidFill>
                  <a:srgbClr val="738096"/>
                </a:solidFill>
                <a:latin typeface="Noto Sans KR"/>
                <a:ea typeface="Noto Sans KR"/>
                <a:cs typeface="Noto Sans KR"/>
              </a:defRPr>
            </a:lvl5pPr>
            <a:lvl6pPr algn="ctr">
              <a:defRPr sz="1350" b="0">
                <a:solidFill>
                  <a:srgbClr val="738096"/>
                </a:solidFill>
                <a:latin typeface="Noto Sans KR"/>
                <a:ea typeface="Noto Sans KR"/>
                <a:cs typeface="Noto Sans KR"/>
              </a:defRPr>
            </a:lvl6pPr>
            <a:lvl7pPr algn="ctr">
              <a:defRPr sz="1350" b="0">
                <a:solidFill>
                  <a:srgbClr val="738096"/>
                </a:solidFill>
                <a:latin typeface="Noto Sans KR"/>
                <a:ea typeface="Noto Sans KR"/>
                <a:cs typeface="Noto Sans KR"/>
              </a:defRPr>
            </a:lvl7pPr>
            <a:lvl8pPr algn="ctr">
              <a:defRPr sz="1350" b="0">
                <a:solidFill>
                  <a:srgbClr val="738096"/>
                </a:solidFill>
                <a:latin typeface="Noto Sans KR"/>
                <a:ea typeface="Noto Sans KR"/>
                <a:cs typeface="Noto Sans KR"/>
              </a:defRPr>
            </a:lvl8pPr>
            <a:lvl9pPr algn="ctr">
              <a:defRPr sz="1350" b="0">
                <a:solidFill>
                  <a:srgbClr val="738096"/>
                </a:solidFill>
                <a:latin typeface="Noto Sans KR"/>
                <a:ea typeface="Noto Sans KR"/>
                <a:cs typeface="Noto Sans KR"/>
              </a:defRPr>
            </a:lvl9pPr>
          </a:lstStyle>
          <a:p xmlns:a="http://schemas.openxmlformats.org/drawingml/2006/main">
            <a:pPr algn="ctr">
              <a:defRPr sz="1350" b="0">
                <a:solidFill>
                  <a:srgbClr val="738096"/>
                </a:solidFill>
                <a:latin typeface="Noto Sans KR"/>
                <a:ea typeface="Noto Sans KR"/>
                <a:cs typeface="Noto Sans KR"/>
              </a:defRPr>
            </a:pPr>
            <a:r>
              <a:rPr sz="1350" b="0">
                <a:solidFill>
                  <a:srgbClr val="738096"/>
                </a:solidFill>
                <a:latin typeface="Noto Sans KR"/>
                <a:ea typeface="Noto Sans KR"/>
                <a:cs typeface="Noto Sans KR"/>
              </a:rPr>
              <a:t>원본이 인용한 2024년 기사</a:t>
            </a:r>
          </a:p>
        </p:txBody>
      </p:sp>
      <p:sp>
        <p:nvSpPr>
          <p:cNvPr id="16" name="2023년 11~12월과&#10;자료 시점이 다름">
            <a:extLst xmlns:a="http://schemas.openxmlformats.org/drawingml/2006/main">
              <a:ext uri="{FF2B5EF4-FFF2-40B4-BE49-F238E27FC236}">
                <a16:creationId xmlns:a16="http://schemas.microsoft.com/office/drawing/2014/main" id="{E3555FA7-78F1-4F28-9456-07F7DCEE28EE}"/>
              </a:ext>
            </a:extLst>
          </p:cNvPr>
          <p:cNvSpPr>
            <a:spLocks xmlns:a="http://schemas.openxmlformats.org/drawingml/2006/main" noGrp="1"/>
          </p:cNvSpPr>
          <p:nvPr/>
        </p:nvSpPr>
        <p:spPr>
          <a:xfrm xmlns:a="http://schemas.openxmlformats.org/drawingml/2006/main">
            <a:off x="4733925" y="4457700"/>
            <a:ext cx="2705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92035"/>
                </a:solidFill>
                <a:latin typeface="Noto Sans KR"/>
                <a:ea typeface="Noto Sans KR"/>
                <a:cs typeface="Noto Sans KR"/>
              </a:defRPr>
            </a:defPPr>
            <a:lvl1pPr algn="ctr">
              <a:defRPr sz="1725" b="0">
                <a:solidFill>
                  <a:srgbClr val="192035"/>
                </a:solidFill>
                <a:latin typeface="Noto Sans KR"/>
                <a:ea typeface="Noto Sans KR"/>
                <a:cs typeface="Noto Sans KR"/>
              </a:defRPr>
            </a:lvl1pPr>
            <a:lvl2pPr algn="ctr">
              <a:defRPr sz="1725" b="0">
                <a:solidFill>
                  <a:srgbClr val="192035"/>
                </a:solidFill>
                <a:latin typeface="Noto Sans KR"/>
                <a:ea typeface="Noto Sans KR"/>
                <a:cs typeface="Noto Sans KR"/>
              </a:defRPr>
            </a:lvl2pPr>
            <a:lvl3pPr algn="ctr">
              <a:defRPr sz="1725" b="0">
                <a:solidFill>
                  <a:srgbClr val="192035"/>
                </a:solidFill>
                <a:latin typeface="Noto Sans KR"/>
                <a:ea typeface="Noto Sans KR"/>
                <a:cs typeface="Noto Sans KR"/>
              </a:defRPr>
            </a:lvl3pPr>
            <a:lvl4pPr algn="ctr">
              <a:defRPr sz="1725" b="0">
                <a:solidFill>
                  <a:srgbClr val="192035"/>
                </a:solidFill>
                <a:latin typeface="Noto Sans KR"/>
                <a:ea typeface="Noto Sans KR"/>
                <a:cs typeface="Noto Sans KR"/>
              </a:defRPr>
            </a:lvl4pPr>
            <a:lvl5pPr algn="ctr">
              <a:defRPr sz="1725" b="0">
                <a:solidFill>
                  <a:srgbClr val="192035"/>
                </a:solidFill>
                <a:latin typeface="Noto Sans KR"/>
                <a:ea typeface="Noto Sans KR"/>
                <a:cs typeface="Noto Sans KR"/>
              </a:defRPr>
            </a:lvl5pPr>
            <a:lvl6pPr algn="ctr">
              <a:defRPr sz="1725" b="0">
                <a:solidFill>
                  <a:srgbClr val="192035"/>
                </a:solidFill>
                <a:latin typeface="Noto Sans KR"/>
                <a:ea typeface="Noto Sans KR"/>
                <a:cs typeface="Noto Sans KR"/>
              </a:defRPr>
            </a:lvl6pPr>
            <a:lvl7pPr algn="ctr">
              <a:defRPr sz="1725" b="0">
                <a:solidFill>
                  <a:srgbClr val="192035"/>
                </a:solidFill>
                <a:latin typeface="Noto Sans KR"/>
                <a:ea typeface="Noto Sans KR"/>
                <a:cs typeface="Noto Sans KR"/>
              </a:defRPr>
            </a:lvl7pPr>
            <a:lvl8pPr algn="ctr">
              <a:defRPr sz="1725" b="0">
                <a:solidFill>
                  <a:srgbClr val="192035"/>
                </a:solidFill>
                <a:latin typeface="Noto Sans KR"/>
                <a:ea typeface="Noto Sans KR"/>
                <a:cs typeface="Noto Sans KR"/>
              </a:defRPr>
            </a:lvl8pPr>
            <a:lvl9pPr algn="ctr">
              <a:defRPr sz="1725" b="0">
                <a:solidFill>
                  <a:srgbClr val="192035"/>
                </a:solidFill>
                <a:latin typeface="Noto Sans KR"/>
                <a:ea typeface="Noto Sans KR"/>
                <a:cs typeface="Noto Sans KR"/>
              </a:defRPr>
            </a:lvl9pPr>
          </a:lstStyle>
          <a:p xmlns:a="http://schemas.openxmlformats.org/drawingml/2006/main">
            <a:pPr algn="ctr">
              <a:defRPr sz="1725" b="0">
                <a:solidFill>
                  <a:srgbClr val="192035"/>
                </a:solidFill>
                <a:latin typeface="Noto Sans KR"/>
                <a:ea typeface="Noto Sans KR"/>
                <a:cs typeface="Noto Sans KR"/>
              </a:defRPr>
            </a:pPr>
            <a:r>
              <a:rPr sz="1725" b="0">
                <a:solidFill>
                  <a:srgbClr val="192035"/>
                </a:solidFill>
                <a:latin typeface="Noto Sans KR"/>
                <a:ea typeface="Noto Sans KR"/>
                <a:cs typeface="Noto Sans KR"/>
              </a:rPr>
              <a:t>2023년 11~12월과</a:t>
            </a:r>
          </a:p>
          <a:p xmlns:a="http://schemas.openxmlformats.org/drawingml/2006/main">
            <a:pPr algn="ctr">
              <a:defRPr sz="1725" b="0">
                <a:solidFill>
                  <a:srgbClr val="192035"/>
                </a:solidFill>
                <a:latin typeface="Noto Sans KR"/>
                <a:ea typeface="Noto Sans KR"/>
                <a:cs typeface="Noto Sans KR"/>
              </a:defRPr>
            </a:pPr>
            <a:r>
              <a:rPr sz="1725" b="0">
                <a:solidFill>
                  <a:srgbClr val="192035"/>
                </a:solidFill>
                <a:latin typeface="Noto Sans KR"/>
                <a:ea typeface="Noto Sans KR"/>
                <a:cs typeface="Noto Sans KR"/>
              </a:rPr>
              <a:t>자료 시점이 다름</a:t>
            </a:r>
          </a:p>
        </p:txBody>
      </p:sp>
      <p:sp>
        <p:nvSpPr>
          <p:cNvPr id="17" name="시점 불일치">
            <a:extLst xmlns:a="http://schemas.openxmlformats.org/drawingml/2006/main">
              <a:ext uri="{FF2B5EF4-FFF2-40B4-BE49-F238E27FC236}">
                <a16:creationId xmlns:a16="http://schemas.microsoft.com/office/drawing/2014/main" id="{FDB5B37A-F928-44CE-BF33-950E50F0B176}"/>
              </a:ext>
            </a:extLst>
          </p:cNvPr>
          <p:cNvSpPr>
            <a:spLocks xmlns:a="http://schemas.openxmlformats.org/drawingml/2006/main" noGrp="1"/>
          </p:cNvSpPr>
          <p:nvPr/>
        </p:nvSpPr>
        <p:spPr>
          <a:xfrm xmlns:a="http://schemas.openxmlformats.org/drawingml/2006/main">
            <a:off x="4724400" y="5191125"/>
            <a:ext cx="2724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149780"/>
                </a:solidFill>
                <a:latin typeface="Noto Sans KR"/>
                <a:ea typeface="Noto Sans KR"/>
                <a:cs typeface="Noto Sans KR"/>
              </a:defRPr>
            </a:defPPr>
            <a:lvl1pPr algn="ctr">
              <a:defRPr sz="1500" b="1">
                <a:solidFill>
                  <a:srgbClr val="149780"/>
                </a:solidFill>
                <a:latin typeface="Noto Sans KR"/>
                <a:ea typeface="Noto Sans KR"/>
                <a:cs typeface="Noto Sans KR"/>
              </a:defRPr>
            </a:lvl1pPr>
            <a:lvl2pPr algn="ctr">
              <a:defRPr sz="1500" b="1">
                <a:solidFill>
                  <a:srgbClr val="149780"/>
                </a:solidFill>
                <a:latin typeface="Noto Sans KR"/>
                <a:ea typeface="Noto Sans KR"/>
                <a:cs typeface="Noto Sans KR"/>
              </a:defRPr>
            </a:lvl2pPr>
            <a:lvl3pPr algn="ctr">
              <a:defRPr sz="1500" b="1">
                <a:solidFill>
                  <a:srgbClr val="149780"/>
                </a:solidFill>
                <a:latin typeface="Noto Sans KR"/>
                <a:ea typeface="Noto Sans KR"/>
                <a:cs typeface="Noto Sans KR"/>
              </a:defRPr>
            </a:lvl3pPr>
            <a:lvl4pPr algn="ctr">
              <a:defRPr sz="1500" b="1">
                <a:solidFill>
                  <a:srgbClr val="149780"/>
                </a:solidFill>
                <a:latin typeface="Noto Sans KR"/>
                <a:ea typeface="Noto Sans KR"/>
                <a:cs typeface="Noto Sans KR"/>
              </a:defRPr>
            </a:lvl4pPr>
            <a:lvl5pPr algn="ctr">
              <a:defRPr sz="1500" b="1">
                <a:solidFill>
                  <a:srgbClr val="149780"/>
                </a:solidFill>
                <a:latin typeface="Noto Sans KR"/>
                <a:ea typeface="Noto Sans KR"/>
                <a:cs typeface="Noto Sans KR"/>
              </a:defRPr>
            </a:lvl5pPr>
            <a:lvl6pPr algn="ctr">
              <a:defRPr sz="1500" b="1">
                <a:solidFill>
                  <a:srgbClr val="149780"/>
                </a:solidFill>
                <a:latin typeface="Noto Sans KR"/>
                <a:ea typeface="Noto Sans KR"/>
                <a:cs typeface="Noto Sans KR"/>
              </a:defRPr>
            </a:lvl6pPr>
            <a:lvl7pPr algn="ctr">
              <a:defRPr sz="1500" b="1">
                <a:solidFill>
                  <a:srgbClr val="149780"/>
                </a:solidFill>
                <a:latin typeface="Noto Sans KR"/>
                <a:ea typeface="Noto Sans KR"/>
                <a:cs typeface="Noto Sans KR"/>
              </a:defRPr>
            </a:lvl7pPr>
            <a:lvl8pPr algn="ctr">
              <a:defRPr sz="1500" b="1">
                <a:solidFill>
                  <a:srgbClr val="149780"/>
                </a:solidFill>
                <a:latin typeface="Noto Sans KR"/>
                <a:ea typeface="Noto Sans KR"/>
                <a:cs typeface="Noto Sans KR"/>
              </a:defRPr>
            </a:lvl8pPr>
            <a:lvl9pPr algn="ctr">
              <a:defRPr sz="1500" b="1">
                <a:solidFill>
                  <a:srgbClr val="149780"/>
                </a:solidFill>
                <a:latin typeface="Noto Sans KR"/>
                <a:ea typeface="Noto Sans KR"/>
                <a:cs typeface="Noto Sans KR"/>
              </a:defRPr>
            </a:lvl9pPr>
          </a:lstStyle>
          <a:p xmlns:a="http://schemas.openxmlformats.org/drawingml/2006/main">
            <a:pPr algn="ctr">
              <a:defRPr sz="1500" b="1">
                <a:solidFill>
                  <a:srgbClr val="149780"/>
                </a:solidFill>
                <a:latin typeface="Noto Sans KR"/>
                <a:ea typeface="Noto Sans KR"/>
                <a:cs typeface="Noto Sans KR"/>
              </a:defRPr>
            </a:pPr>
            <a:r>
              <a:rPr sz="1500" b="1">
                <a:solidFill>
                  <a:srgbClr val="149780"/>
                </a:solidFill>
                <a:latin typeface="Noto Sans KR"/>
                <a:ea typeface="Noto Sans KR"/>
                <a:cs typeface="Noto Sans KR"/>
              </a:rPr>
              <a:t>시점 불일치</a:t>
            </a:r>
          </a:p>
        </p:txBody>
      </p:sp>
      <p:sp>
        <p:nvSpPr>
          <p:cNvPr id="18" name="">
            <a:extLst xmlns:a="http://schemas.openxmlformats.org/drawingml/2006/main">
              <a:ext uri="{FF2B5EF4-FFF2-40B4-BE49-F238E27FC236}">
                <a16:creationId xmlns:a16="http://schemas.microsoft.com/office/drawing/2014/main" id="{5A839542-FF44-4A1A-9335-EFF274271179}"/>
              </a:ext>
            </a:extLst>
          </p:cNvPr>
          <p:cNvSpPr>
            <a:spLocks xmlns:a="http://schemas.openxmlformats.org/drawingml/2006/main" noGrp="1"/>
          </p:cNvSpPr>
          <p:nvPr/>
        </p:nvSpPr>
        <p:spPr>
          <a:xfrm xmlns:a="http://schemas.openxmlformats.org/drawingml/2006/main">
            <a:off x="8039100" y="2628900"/>
            <a:ext cx="3067050" cy="2962275"/>
          </a:xfrm>
          <a:prstGeom xmlns:a="http://schemas.openxmlformats.org/drawingml/2006/main" prst="roundRect">
            <a:avLst>
              <a:gd name="adj" fmla="val 5788"/>
            </a:avLst>
          </a:prstGeom>
          <a:solidFill xmlns:a="http://schemas.openxmlformats.org/drawingml/2006/main">
            <a:srgbClr val="F0EDF9"/>
          </a:solidFill>
          <a:ln xmlns:a="http://schemas.openxmlformats.org/drawingml/2006/main" w="14288">
            <a:solidFill>
              <a:srgbClr val="CCC8DF"/>
            </a:solidFill>
          </a:ln>
        </p:spPr>
      </p:sp>
      <p:sp>
        <p:nvSpPr>
          <p:cNvPr id="19" name="할인 프로모션">
            <a:extLst xmlns:a="http://schemas.openxmlformats.org/drawingml/2006/main">
              <a:ext uri="{FF2B5EF4-FFF2-40B4-BE49-F238E27FC236}">
                <a16:creationId xmlns:a16="http://schemas.microsoft.com/office/drawing/2014/main" id="{4CFF7B81-6F5D-43FC-85FD-59D167AB4F5E}"/>
              </a:ext>
            </a:extLst>
          </p:cNvPr>
          <p:cNvSpPr>
            <a:spLocks xmlns:a="http://schemas.openxmlformats.org/drawingml/2006/main" noGrp="1"/>
          </p:cNvSpPr>
          <p:nvPr/>
        </p:nvSpPr>
        <p:spPr>
          <a:xfrm xmlns:a="http://schemas.openxmlformats.org/drawingml/2006/main">
            <a:off x="8172450" y="2800350"/>
            <a:ext cx="2800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6554D9"/>
                </a:solidFill>
                <a:latin typeface="Noto Sans KR"/>
                <a:ea typeface="Noto Sans KR"/>
                <a:cs typeface="Noto Sans KR"/>
              </a:defRPr>
            </a:defPPr>
            <a:lvl1pPr algn="ctr">
              <a:defRPr sz="2175" b="1">
                <a:solidFill>
                  <a:srgbClr val="6554D9"/>
                </a:solidFill>
                <a:latin typeface="Noto Sans KR"/>
                <a:ea typeface="Noto Sans KR"/>
                <a:cs typeface="Noto Sans KR"/>
              </a:defRPr>
            </a:lvl1pPr>
            <a:lvl2pPr algn="ctr">
              <a:defRPr sz="2175" b="1">
                <a:solidFill>
                  <a:srgbClr val="6554D9"/>
                </a:solidFill>
                <a:latin typeface="Noto Sans KR"/>
                <a:ea typeface="Noto Sans KR"/>
                <a:cs typeface="Noto Sans KR"/>
              </a:defRPr>
            </a:lvl2pPr>
            <a:lvl3pPr algn="ctr">
              <a:defRPr sz="2175" b="1">
                <a:solidFill>
                  <a:srgbClr val="6554D9"/>
                </a:solidFill>
                <a:latin typeface="Noto Sans KR"/>
                <a:ea typeface="Noto Sans KR"/>
                <a:cs typeface="Noto Sans KR"/>
              </a:defRPr>
            </a:lvl3pPr>
            <a:lvl4pPr algn="ctr">
              <a:defRPr sz="2175" b="1">
                <a:solidFill>
                  <a:srgbClr val="6554D9"/>
                </a:solidFill>
                <a:latin typeface="Noto Sans KR"/>
                <a:ea typeface="Noto Sans KR"/>
                <a:cs typeface="Noto Sans KR"/>
              </a:defRPr>
            </a:lvl4pPr>
            <a:lvl5pPr algn="ctr">
              <a:defRPr sz="2175" b="1">
                <a:solidFill>
                  <a:srgbClr val="6554D9"/>
                </a:solidFill>
                <a:latin typeface="Noto Sans KR"/>
                <a:ea typeface="Noto Sans KR"/>
                <a:cs typeface="Noto Sans KR"/>
              </a:defRPr>
            </a:lvl5pPr>
            <a:lvl6pPr algn="ctr">
              <a:defRPr sz="2175" b="1">
                <a:solidFill>
                  <a:srgbClr val="6554D9"/>
                </a:solidFill>
                <a:latin typeface="Noto Sans KR"/>
                <a:ea typeface="Noto Sans KR"/>
                <a:cs typeface="Noto Sans KR"/>
              </a:defRPr>
            </a:lvl6pPr>
            <a:lvl7pPr algn="ctr">
              <a:defRPr sz="2175" b="1">
                <a:solidFill>
                  <a:srgbClr val="6554D9"/>
                </a:solidFill>
                <a:latin typeface="Noto Sans KR"/>
                <a:ea typeface="Noto Sans KR"/>
                <a:cs typeface="Noto Sans KR"/>
              </a:defRPr>
            </a:lvl7pPr>
            <a:lvl8pPr algn="ctr">
              <a:defRPr sz="2175" b="1">
                <a:solidFill>
                  <a:srgbClr val="6554D9"/>
                </a:solidFill>
                <a:latin typeface="Noto Sans KR"/>
                <a:ea typeface="Noto Sans KR"/>
                <a:cs typeface="Noto Sans KR"/>
              </a:defRPr>
            </a:lvl8pPr>
            <a:lvl9pPr algn="ctr">
              <a:defRPr sz="2175" b="1">
                <a:solidFill>
                  <a:srgbClr val="6554D9"/>
                </a:solidFill>
                <a:latin typeface="Noto Sans KR"/>
                <a:ea typeface="Noto Sans KR"/>
                <a:cs typeface="Noto Sans KR"/>
              </a:defRPr>
            </a:lvl9pPr>
          </a:lstStyle>
          <a:p xmlns:a="http://schemas.openxmlformats.org/drawingml/2006/main">
            <a:pPr algn="ctr">
              <a:defRPr sz="2175" b="1">
                <a:solidFill>
                  <a:srgbClr val="6554D9"/>
                </a:solidFill>
                <a:latin typeface="Noto Sans KR"/>
                <a:ea typeface="Noto Sans KR"/>
                <a:cs typeface="Noto Sans KR"/>
              </a:defRPr>
            </a:pPr>
            <a:r>
              <a:rPr sz="2175" b="1">
                <a:solidFill>
                  <a:srgbClr val="6554D9"/>
                </a:solidFill>
                <a:latin typeface="Noto Sans KR"/>
                <a:ea typeface="Noto Sans KR"/>
                <a:cs typeface="Noto Sans KR"/>
              </a:rPr>
              <a:t>할인 프로모션</a:t>
            </a:r>
          </a:p>
        </p:txBody>
      </p:sp>
      <p:sp>
        <p:nvSpPr>
          <p:cNvPr id="20" name="2023년">
            <a:extLst xmlns:a="http://schemas.openxmlformats.org/drawingml/2006/main">
              <a:ext uri="{FF2B5EF4-FFF2-40B4-BE49-F238E27FC236}">
                <a16:creationId xmlns:a16="http://schemas.microsoft.com/office/drawing/2014/main" id="{CF424402-2137-4601-879E-46C76646117C}"/>
              </a:ext>
            </a:extLst>
          </p:cNvPr>
          <p:cNvSpPr>
            <a:spLocks xmlns:a="http://schemas.openxmlformats.org/drawingml/2006/main" noGrp="1"/>
          </p:cNvSpPr>
          <p:nvPr/>
        </p:nvSpPr>
        <p:spPr>
          <a:xfrm xmlns:a="http://schemas.openxmlformats.org/drawingml/2006/main">
            <a:off x="8162925" y="3362325"/>
            <a:ext cx="2819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375" b="1">
                <a:solidFill>
                  <a:srgbClr val="6554D9"/>
                </a:solidFill>
                <a:latin typeface="Noto Sans KR"/>
                <a:ea typeface="Noto Sans KR"/>
                <a:cs typeface="Noto Sans KR"/>
              </a:defRPr>
            </a:defPPr>
            <a:lvl1pPr algn="ctr">
              <a:defRPr sz="3375" b="1">
                <a:solidFill>
                  <a:srgbClr val="6554D9"/>
                </a:solidFill>
                <a:latin typeface="Noto Sans KR"/>
                <a:ea typeface="Noto Sans KR"/>
                <a:cs typeface="Noto Sans KR"/>
              </a:defRPr>
            </a:lvl1pPr>
            <a:lvl2pPr algn="ctr">
              <a:defRPr sz="3375" b="1">
                <a:solidFill>
                  <a:srgbClr val="6554D9"/>
                </a:solidFill>
                <a:latin typeface="Noto Sans KR"/>
                <a:ea typeface="Noto Sans KR"/>
                <a:cs typeface="Noto Sans KR"/>
              </a:defRPr>
            </a:lvl2pPr>
            <a:lvl3pPr algn="ctr">
              <a:defRPr sz="3375" b="1">
                <a:solidFill>
                  <a:srgbClr val="6554D9"/>
                </a:solidFill>
                <a:latin typeface="Noto Sans KR"/>
                <a:ea typeface="Noto Sans KR"/>
                <a:cs typeface="Noto Sans KR"/>
              </a:defRPr>
            </a:lvl3pPr>
            <a:lvl4pPr algn="ctr">
              <a:defRPr sz="3375" b="1">
                <a:solidFill>
                  <a:srgbClr val="6554D9"/>
                </a:solidFill>
                <a:latin typeface="Noto Sans KR"/>
                <a:ea typeface="Noto Sans KR"/>
                <a:cs typeface="Noto Sans KR"/>
              </a:defRPr>
            </a:lvl4pPr>
            <a:lvl5pPr algn="ctr">
              <a:defRPr sz="3375" b="1">
                <a:solidFill>
                  <a:srgbClr val="6554D9"/>
                </a:solidFill>
                <a:latin typeface="Noto Sans KR"/>
                <a:ea typeface="Noto Sans KR"/>
                <a:cs typeface="Noto Sans KR"/>
              </a:defRPr>
            </a:lvl5pPr>
            <a:lvl6pPr algn="ctr">
              <a:defRPr sz="3375" b="1">
                <a:solidFill>
                  <a:srgbClr val="6554D9"/>
                </a:solidFill>
                <a:latin typeface="Noto Sans KR"/>
                <a:ea typeface="Noto Sans KR"/>
                <a:cs typeface="Noto Sans KR"/>
              </a:defRPr>
            </a:lvl6pPr>
            <a:lvl7pPr algn="ctr">
              <a:defRPr sz="3375" b="1">
                <a:solidFill>
                  <a:srgbClr val="6554D9"/>
                </a:solidFill>
                <a:latin typeface="Noto Sans KR"/>
                <a:ea typeface="Noto Sans KR"/>
                <a:cs typeface="Noto Sans KR"/>
              </a:defRPr>
            </a:lvl7pPr>
            <a:lvl8pPr algn="ctr">
              <a:defRPr sz="3375" b="1">
                <a:solidFill>
                  <a:srgbClr val="6554D9"/>
                </a:solidFill>
                <a:latin typeface="Noto Sans KR"/>
                <a:ea typeface="Noto Sans KR"/>
                <a:cs typeface="Noto Sans KR"/>
              </a:defRPr>
            </a:lvl8pPr>
            <a:lvl9pPr algn="ctr">
              <a:defRPr sz="3375" b="1">
                <a:solidFill>
                  <a:srgbClr val="6554D9"/>
                </a:solidFill>
                <a:latin typeface="Noto Sans KR"/>
                <a:ea typeface="Noto Sans KR"/>
                <a:cs typeface="Noto Sans KR"/>
              </a:defRPr>
            </a:lvl9pPr>
          </a:lstStyle>
          <a:p xmlns:a="http://schemas.openxmlformats.org/drawingml/2006/main">
            <a:pPr algn="ctr">
              <a:defRPr sz="3375" b="1">
                <a:solidFill>
                  <a:srgbClr val="6554D9"/>
                </a:solidFill>
                <a:latin typeface="Noto Sans KR"/>
                <a:ea typeface="Noto Sans KR"/>
                <a:cs typeface="Noto Sans KR"/>
              </a:defRPr>
            </a:pPr>
            <a:r>
              <a:rPr sz="3375" b="1">
                <a:solidFill>
                  <a:srgbClr val="6554D9"/>
                </a:solidFill>
                <a:latin typeface="Noto Sans KR"/>
                <a:ea typeface="Noto Sans KR"/>
                <a:cs typeface="Noto Sans KR"/>
              </a:rPr>
              <a:t>2023년</a:t>
            </a:r>
          </a:p>
        </p:txBody>
      </p:sp>
      <p:sp>
        <p:nvSpPr>
          <p:cNvPr id="21" name="동시기 할인 행사 정황">
            <a:extLst xmlns:a="http://schemas.openxmlformats.org/drawingml/2006/main">
              <a:ext uri="{FF2B5EF4-FFF2-40B4-BE49-F238E27FC236}">
                <a16:creationId xmlns:a16="http://schemas.microsoft.com/office/drawing/2014/main" id="{52678B42-E518-452B-9702-EF0ABA954BBE}"/>
              </a:ext>
            </a:extLst>
          </p:cNvPr>
          <p:cNvSpPr>
            <a:spLocks xmlns:a="http://schemas.openxmlformats.org/drawingml/2006/main" noGrp="1"/>
          </p:cNvSpPr>
          <p:nvPr/>
        </p:nvSpPr>
        <p:spPr>
          <a:xfrm xmlns:a="http://schemas.openxmlformats.org/drawingml/2006/main">
            <a:off x="8153400" y="4029075"/>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738096"/>
                </a:solidFill>
                <a:latin typeface="Noto Sans KR"/>
                <a:ea typeface="Noto Sans KR"/>
                <a:cs typeface="Noto Sans KR"/>
              </a:defRPr>
            </a:defPPr>
            <a:lvl1pPr algn="ctr">
              <a:defRPr sz="1350" b="0">
                <a:solidFill>
                  <a:srgbClr val="738096"/>
                </a:solidFill>
                <a:latin typeface="Noto Sans KR"/>
                <a:ea typeface="Noto Sans KR"/>
                <a:cs typeface="Noto Sans KR"/>
              </a:defRPr>
            </a:lvl1pPr>
            <a:lvl2pPr algn="ctr">
              <a:defRPr sz="1350" b="0">
                <a:solidFill>
                  <a:srgbClr val="738096"/>
                </a:solidFill>
                <a:latin typeface="Noto Sans KR"/>
                <a:ea typeface="Noto Sans KR"/>
                <a:cs typeface="Noto Sans KR"/>
              </a:defRPr>
            </a:lvl2pPr>
            <a:lvl3pPr algn="ctr">
              <a:defRPr sz="1350" b="0">
                <a:solidFill>
                  <a:srgbClr val="738096"/>
                </a:solidFill>
                <a:latin typeface="Noto Sans KR"/>
                <a:ea typeface="Noto Sans KR"/>
                <a:cs typeface="Noto Sans KR"/>
              </a:defRPr>
            </a:lvl3pPr>
            <a:lvl4pPr algn="ctr">
              <a:defRPr sz="1350" b="0">
                <a:solidFill>
                  <a:srgbClr val="738096"/>
                </a:solidFill>
                <a:latin typeface="Noto Sans KR"/>
                <a:ea typeface="Noto Sans KR"/>
                <a:cs typeface="Noto Sans KR"/>
              </a:defRPr>
            </a:lvl4pPr>
            <a:lvl5pPr algn="ctr">
              <a:defRPr sz="1350" b="0">
                <a:solidFill>
                  <a:srgbClr val="738096"/>
                </a:solidFill>
                <a:latin typeface="Noto Sans KR"/>
                <a:ea typeface="Noto Sans KR"/>
                <a:cs typeface="Noto Sans KR"/>
              </a:defRPr>
            </a:lvl5pPr>
            <a:lvl6pPr algn="ctr">
              <a:defRPr sz="1350" b="0">
                <a:solidFill>
                  <a:srgbClr val="738096"/>
                </a:solidFill>
                <a:latin typeface="Noto Sans KR"/>
                <a:ea typeface="Noto Sans KR"/>
                <a:cs typeface="Noto Sans KR"/>
              </a:defRPr>
            </a:lvl6pPr>
            <a:lvl7pPr algn="ctr">
              <a:defRPr sz="1350" b="0">
                <a:solidFill>
                  <a:srgbClr val="738096"/>
                </a:solidFill>
                <a:latin typeface="Noto Sans KR"/>
                <a:ea typeface="Noto Sans KR"/>
                <a:cs typeface="Noto Sans KR"/>
              </a:defRPr>
            </a:lvl7pPr>
            <a:lvl8pPr algn="ctr">
              <a:defRPr sz="1350" b="0">
                <a:solidFill>
                  <a:srgbClr val="738096"/>
                </a:solidFill>
                <a:latin typeface="Noto Sans KR"/>
                <a:ea typeface="Noto Sans KR"/>
                <a:cs typeface="Noto Sans KR"/>
              </a:defRPr>
            </a:lvl8pPr>
            <a:lvl9pPr algn="ctr">
              <a:defRPr sz="1350" b="0">
                <a:solidFill>
                  <a:srgbClr val="738096"/>
                </a:solidFill>
                <a:latin typeface="Noto Sans KR"/>
                <a:ea typeface="Noto Sans KR"/>
                <a:cs typeface="Noto Sans KR"/>
              </a:defRPr>
            </a:lvl9pPr>
          </a:lstStyle>
          <a:p xmlns:a="http://schemas.openxmlformats.org/drawingml/2006/main">
            <a:pPr algn="ctr">
              <a:defRPr sz="1350" b="0">
                <a:solidFill>
                  <a:srgbClr val="738096"/>
                </a:solidFill>
                <a:latin typeface="Noto Sans KR"/>
                <a:ea typeface="Noto Sans KR"/>
                <a:cs typeface="Noto Sans KR"/>
              </a:defRPr>
            </a:pPr>
            <a:r>
              <a:rPr sz="1350" b="0">
                <a:solidFill>
                  <a:srgbClr val="738096"/>
                </a:solidFill>
                <a:latin typeface="Noto Sans KR"/>
                <a:ea typeface="Noto Sans KR"/>
                <a:cs typeface="Noto Sans KR"/>
              </a:rPr>
              <a:t>동시기 할인 행사 정황</a:t>
            </a:r>
          </a:p>
        </p:txBody>
      </p:sp>
      <p:sp>
        <p:nvSpPr>
          <p:cNvPr id="22" name="공식 행사 기록과&#10;고객별 노출·이용 확인 필요">
            <a:extLst xmlns:a="http://schemas.openxmlformats.org/drawingml/2006/main">
              <a:ext uri="{FF2B5EF4-FFF2-40B4-BE49-F238E27FC236}">
                <a16:creationId xmlns:a16="http://schemas.microsoft.com/office/drawing/2014/main" id="{1C332AEE-5B77-4FBE-B130-3BAD44C83105}"/>
              </a:ext>
            </a:extLst>
          </p:cNvPr>
          <p:cNvSpPr>
            <a:spLocks xmlns:a="http://schemas.openxmlformats.org/drawingml/2006/main" noGrp="1"/>
          </p:cNvSpPr>
          <p:nvPr/>
        </p:nvSpPr>
        <p:spPr>
          <a:xfrm xmlns:a="http://schemas.openxmlformats.org/drawingml/2006/main">
            <a:off x="8220075" y="4457700"/>
            <a:ext cx="2705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92035"/>
                </a:solidFill>
                <a:latin typeface="Noto Sans KR"/>
                <a:ea typeface="Noto Sans KR"/>
                <a:cs typeface="Noto Sans KR"/>
              </a:defRPr>
            </a:defPPr>
            <a:lvl1pPr algn="ctr">
              <a:defRPr sz="1725" b="0">
                <a:solidFill>
                  <a:srgbClr val="192035"/>
                </a:solidFill>
                <a:latin typeface="Noto Sans KR"/>
                <a:ea typeface="Noto Sans KR"/>
                <a:cs typeface="Noto Sans KR"/>
              </a:defRPr>
            </a:lvl1pPr>
            <a:lvl2pPr algn="ctr">
              <a:defRPr sz="1725" b="0">
                <a:solidFill>
                  <a:srgbClr val="192035"/>
                </a:solidFill>
                <a:latin typeface="Noto Sans KR"/>
                <a:ea typeface="Noto Sans KR"/>
                <a:cs typeface="Noto Sans KR"/>
              </a:defRPr>
            </a:lvl2pPr>
            <a:lvl3pPr algn="ctr">
              <a:defRPr sz="1725" b="0">
                <a:solidFill>
                  <a:srgbClr val="192035"/>
                </a:solidFill>
                <a:latin typeface="Noto Sans KR"/>
                <a:ea typeface="Noto Sans KR"/>
                <a:cs typeface="Noto Sans KR"/>
              </a:defRPr>
            </a:lvl3pPr>
            <a:lvl4pPr algn="ctr">
              <a:defRPr sz="1725" b="0">
                <a:solidFill>
                  <a:srgbClr val="192035"/>
                </a:solidFill>
                <a:latin typeface="Noto Sans KR"/>
                <a:ea typeface="Noto Sans KR"/>
                <a:cs typeface="Noto Sans KR"/>
              </a:defRPr>
            </a:lvl4pPr>
            <a:lvl5pPr algn="ctr">
              <a:defRPr sz="1725" b="0">
                <a:solidFill>
                  <a:srgbClr val="192035"/>
                </a:solidFill>
                <a:latin typeface="Noto Sans KR"/>
                <a:ea typeface="Noto Sans KR"/>
                <a:cs typeface="Noto Sans KR"/>
              </a:defRPr>
            </a:lvl5pPr>
            <a:lvl6pPr algn="ctr">
              <a:defRPr sz="1725" b="0">
                <a:solidFill>
                  <a:srgbClr val="192035"/>
                </a:solidFill>
                <a:latin typeface="Noto Sans KR"/>
                <a:ea typeface="Noto Sans KR"/>
                <a:cs typeface="Noto Sans KR"/>
              </a:defRPr>
            </a:lvl6pPr>
            <a:lvl7pPr algn="ctr">
              <a:defRPr sz="1725" b="0">
                <a:solidFill>
                  <a:srgbClr val="192035"/>
                </a:solidFill>
                <a:latin typeface="Noto Sans KR"/>
                <a:ea typeface="Noto Sans KR"/>
                <a:cs typeface="Noto Sans KR"/>
              </a:defRPr>
            </a:lvl7pPr>
            <a:lvl8pPr algn="ctr">
              <a:defRPr sz="1725" b="0">
                <a:solidFill>
                  <a:srgbClr val="192035"/>
                </a:solidFill>
                <a:latin typeface="Noto Sans KR"/>
                <a:ea typeface="Noto Sans KR"/>
                <a:cs typeface="Noto Sans KR"/>
              </a:defRPr>
            </a:lvl8pPr>
            <a:lvl9pPr algn="ctr">
              <a:defRPr sz="1725" b="0">
                <a:solidFill>
                  <a:srgbClr val="192035"/>
                </a:solidFill>
                <a:latin typeface="Noto Sans KR"/>
                <a:ea typeface="Noto Sans KR"/>
                <a:cs typeface="Noto Sans KR"/>
              </a:defRPr>
            </a:lvl9pPr>
          </a:lstStyle>
          <a:p xmlns:a="http://schemas.openxmlformats.org/drawingml/2006/main">
            <a:pPr algn="ctr">
              <a:defRPr sz="1725" b="0">
                <a:solidFill>
                  <a:srgbClr val="192035"/>
                </a:solidFill>
                <a:latin typeface="Noto Sans KR"/>
                <a:ea typeface="Noto Sans KR"/>
                <a:cs typeface="Noto Sans KR"/>
              </a:defRPr>
            </a:pPr>
            <a:r>
              <a:rPr sz="1725" b="0">
                <a:solidFill>
                  <a:srgbClr val="192035"/>
                </a:solidFill>
                <a:latin typeface="Noto Sans KR"/>
                <a:ea typeface="Noto Sans KR"/>
                <a:cs typeface="Noto Sans KR"/>
              </a:rPr>
              <a:t>공식 행사 기록과</a:t>
            </a:r>
          </a:p>
          <a:p xmlns:a="http://schemas.openxmlformats.org/drawingml/2006/main">
            <a:pPr algn="ctr">
              <a:defRPr sz="1725" b="0">
                <a:solidFill>
                  <a:srgbClr val="192035"/>
                </a:solidFill>
                <a:latin typeface="Noto Sans KR"/>
                <a:ea typeface="Noto Sans KR"/>
                <a:cs typeface="Noto Sans KR"/>
              </a:defRPr>
            </a:pPr>
            <a:r>
              <a:rPr sz="1725" b="0">
                <a:solidFill>
                  <a:srgbClr val="192035"/>
                </a:solidFill>
                <a:latin typeface="Noto Sans KR"/>
                <a:ea typeface="Noto Sans KR"/>
                <a:cs typeface="Noto Sans KR"/>
              </a:rPr>
              <a:t>고객별 노출·이용 확인 필요</a:t>
            </a:r>
          </a:p>
        </p:txBody>
      </p:sp>
      <p:sp>
        <p:nvSpPr>
          <p:cNvPr id="23" name="추가 확인">
            <a:extLst xmlns:a="http://schemas.openxmlformats.org/drawingml/2006/main">
              <a:ext uri="{FF2B5EF4-FFF2-40B4-BE49-F238E27FC236}">
                <a16:creationId xmlns:a16="http://schemas.microsoft.com/office/drawing/2014/main" id="{5118564D-FF82-4972-B72C-5666716A210F}"/>
              </a:ext>
            </a:extLst>
          </p:cNvPr>
          <p:cNvSpPr>
            <a:spLocks xmlns:a="http://schemas.openxmlformats.org/drawingml/2006/main" noGrp="1"/>
          </p:cNvSpPr>
          <p:nvPr/>
        </p:nvSpPr>
        <p:spPr>
          <a:xfrm xmlns:a="http://schemas.openxmlformats.org/drawingml/2006/main">
            <a:off x="8210550" y="5191125"/>
            <a:ext cx="2724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6554D9"/>
                </a:solidFill>
                <a:latin typeface="Noto Sans KR"/>
                <a:ea typeface="Noto Sans KR"/>
                <a:cs typeface="Noto Sans KR"/>
              </a:defRPr>
            </a:defPPr>
            <a:lvl1pPr algn="ctr">
              <a:defRPr sz="1500" b="1">
                <a:solidFill>
                  <a:srgbClr val="6554D9"/>
                </a:solidFill>
                <a:latin typeface="Noto Sans KR"/>
                <a:ea typeface="Noto Sans KR"/>
                <a:cs typeface="Noto Sans KR"/>
              </a:defRPr>
            </a:lvl1pPr>
            <a:lvl2pPr algn="ctr">
              <a:defRPr sz="1500" b="1">
                <a:solidFill>
                  <a:srgbClr val="6554D9"/>
                </a:solidFill>
                <a:latin typeface="Noto Sans KR"/>
                <a:ea typeface="Noto Sans KR"/>
                <a:cs typeface="Noto Sans KR"/>
              </a:defRPr>
            </a:lvl2pPr>
            <a:lvl3pPr algn="ctr">
              <a:defRPr sz="1500" b="1">
                <a:solidFill>
                  <a:srgbClr val="6554D9"/>
                </a:solidFill>
                <a:latin typeface="Noto Sans KR"/>
                <a:ea typeface="Noto Sans KR"/>
                <a:cs typeface="Noto Sans KR"/>
              </a:defRPr>
            </a:lvl3pPr>
            <a:lvl4pPr algn="ctr">
              <a:defRPr sz="1500" b="1">
                <a:solidFill>
                  <a:srgbClr val="6554D9"/>
                </a:solidFill>
                <a:latin typeface="Noto Sans KR"/>
                <a:ea typeface="Noto Sans KR"/>
                <a:cs typeface="Noto Sans KR"/>
              </a:defRPr>
            </a:lvl4pPr>
            <a:lvl5pPr algn="ctr">
              <a:defRPr sz="1500" b="1">
                <a:solidFill>
                  <a:srgbClr val="6554D9"/>
                </a:solidFill>
                <a:latin typeface="Noto Sans KR"/>
                <a:ea typeface="Noto Sans KR"/>
                <a:cs typeface="Noto Sans KR"/>
              </a:defRPr>
            </a:lvl5pPr>
            <a:lvl6pPr algn="ctr">
              <a:defRPr sz="1500" b="1">
                <a:solidFill>
                  <a:srgbClr val="6554D9"/>
                </a:solidFill>
                <a:latin typeface="Noto Sans KR"/>
                <a:ea typeface="Noto Sans KR"/>
                <a:cs typeface="Noto Sans KR"/>
              </a:defRPr>
            </a:lvl6pPr>
            <a:lvl7pPr algn="ctr">
              <a:defRPr sz="1500" b="1">
                <a:solidFill>
                  <a:srgbClr val="6554D9"/>
                </a:solidFill>
                <a:latin typeface="Noto Sans KR"/>
                <a:ea typeface="Noto Sans KR"/>
                <a:cs typeface="Noto Sans KR"/>
              </a:defRPr>
            </a:lvl7pPr>
            <a:lvl8pPr algn="ctr">
              <a:defRPr sz="1500" b="1">
                <a:solidFill>
                  <a:srgbClr val="6554D9"/>
                </a:solidFill>
                <a:latin typeface="Noto Sans KR"/>
                <a:ea typeface="Noto Sans KR"/>
                <a:cs typeface="Noto Sans KR"/>
              </a:defRPr>
            </a:lvl8pPr>
            <a:lvl9pPr algn="ctr">
              <a:defRPr sz="1500" b="1">
                <a:solidFill>
                  <a:srgbClr val="6554D9"/>
                </a:solidFill>
                <a:latin typeface="Noto Sans KR"/>
                <a:ea typeface="Noto Sans KR"/>
                <a:cs typeface="Noto Sans KR"/>
              </a:defRPr>
            </a:lvl9pPr>
          </a:lstStyle>
          <a:p xmlns:a="http://schemas.openxmlformats.org/drawingml/2006/main">
            <a:pPr algn="ctr">
              <a:defRPr sz="1500" b="1">
                <a:solidFill>
                  <a:srgbClr val="6554D9"/>
                </a:solidFill>
                <a:latin typeface="Noto Sans KR"/>
                <a:ea typeface="Noto Sans KR"/>
                <a:cs typeface="Noto Sans KR"/>
              </a:defRPr>
            </a:pPr>
            <a:r>
              <a:rPr sz="1500" b="1">
                <a:solidFill>
                  <a:srgbClr val="6554D9"/>
                </a:solidFill>
                <a:latin typeface="Noto Sans KR"/>
                <a:ea typeface="Noto Sans KR"/>
                <a:cs typeface="Noto Sans KR"/>
              </a:rPr>
              <a:t>추가 확인</a:t>
            </a:r>
          </a:p>
        </p:txBody>
      </p:sp>
      <p:sp>
        <p:nvSpPr>
          <p:cNvPr id="24" name="">
            <a:extLst xmlns:a="http://schemas.openxmlformats.org/drawingml/2006/main">
              <a:ext uri="{FF2B5EF4-FFF2-40B4-BE49-F238E27FC236}">
                <a16:creationId xmlns:a16="http://schemas.microsoft.com/office/drawing/2014/main" id="{E1BDBD0D-EB9F-4246-9A77-6552529C9A03}"/>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ln>
        </p:spPr>
      </p:sp>
      <p:sp>
        <p:nvSpPr>
          <p:cNvPr id="25" name="경쟁사 요인은 원인 후보이며, 결제율 하락의 원인 확정에는 고객별 검증이 필">
            <a:extLst xmlns:a="http://schemas.openxmlformats.org/drawingml/2006/main">
              <a:ext uri="{FF2B5EF4-FFF2-40B4-BE49-F238E27FC236}">
                <a16:creationId xmlns:a16="http://schemas.microsoft.com/office/drawing/2014/main" id="{3E89A0F2-EF0E-4096-90DA-EBBF125B7FAB}"/>
              </a:ext>
            </a:extLst>
          </p:cNvPr>
          <p:cNvSpPr>
            <a:spLocks xmlns:a="http://schemas.openxmlformats.org/drawingml/2006/main" noGrp="1"/>
          </p:cNvSpPr>
          <p:nvPr/>
        </p:nvSpPr>
        <p:spPr>
          <a:xfrm xmlns:a="http://schemas.openxmlformats.org/drawingml/2006/main">
            <a:off x="1304925" y="5934075"/>
            <a:ext cx="9582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192035"/>
                </a:solidFill>
                <a:latin typeface="Noto Sans KR"/>
                <a:ea typeface="Noto Sans KR"/>
                <a:cs typeface="Noto Sans KR"/>
              </a:defRPr>
            </a:defPPr>
            <a:lvl1pPr algn="ctr">
              <a:defRPr sz="1725" b="1">
                <a:solidFill>
                  <a:srgbClr val="192035"/>
                </a:solidFill>
                <a:latin typeface="Noto Sans KR"/>
                <a:ea typeface="Noto Sans KR"/>
                <a:cs typeface="Noto Sans KR"/>
              </a:defRPr>
            </a:lvl1pPr>
            <a:lvl2pPr algn="ctr">
              <a:defRPr sz="1725" b="1">
                <a:solidFill>
                  <a:srgbClr val="192035"/>
                </a:solidFill>
                <a:latin typeface="Noto Sans KR"/>
                <a:ea typeface="Noto Sans KR"/>
                <a:cs typeface="Noto Sans KR"/>
              </a:defRPr>
            </a:lvl2pPr>
            <a:lvl3pPr algn="ctr">
              <a:defRPr sz="1725" b="1">
                <a:solidFill>
                  <a:srgbClr val="192035"/>
                </a:solidFill>
                <a:latin typeface="Noto Sans KR"/>
                <a:ea typeface="Noto Sans KR"/>
                <a:cs typeface="Noto Sans KR"/>
              </a:defRPr>
            </a:lvl3pPr>
            <a:lvl4pPr algn="ctr">
              <a:defRPr sz="1725" b="1">
                <a:solidFill>
                  <a:srgbClr val="192035"/>
                </a:solidFill>
                <a:latin typeface="Noto Sans KR"/>
                <a:ea typeface="Noto Sans KR"/>
                <a:cs typeface="Noto Sans KR"/>
              </a:defRPr>
            </a:lvl4pPr>
            <a:lvl5pPr algn="ctr">
              <a:defRPr sz="1725" b="1">
                <a:solidFill>
                  <a:srgbClr val="192035"/>
                </a:solidFill>
                <a:latin typeface="Noto Sans KR"/>
                <a:ea typeface="Noto Sans KR"/>
                <a:cs typeface="Noto Sans KR"/>
              </a:defRPr>
            </a:lvl5pPr>
            <a:lvl6pPr algn="ctr">
              <a:defRPr sz="1725" b="1">
                <a:solidFill>
                  <a:srgbClr val="192035"/>
                </a:solidFill>
                <a:latin typeface="Noto Sans KR"/>
                <a:ea typeface="Noto Sans KR"/>
                <a:cs typeface="Noto Sans KR"/>
              </a:defRPr>
            </a:lvl6pPr>
            <a:lvl7pPr algn="ctr">
              <a:defRPr sz="1725" b="1">
                <a:solidFill>
                  <a:srgbClr val="192035"/>
                </a:solidFill>
                <a:latin typeface="Noto Sans KR"/>
                <a:ea typeface="Noto Sans KR"/>
                <a:cs typeface="Noto Sans KR"/>
              </a:defRPr>
            </a:lvl7pPr>
            <a:lvl8pPr algn="ctr">
              <a:defRPr sz="1725" b="1">
                <a:solidFill>
                  <a:srgbClr val="192035"/>
                </a:solidFill>
                <a:latin typeface="Noto Sans KR"/>
                <a:ea typeface="Noto Sans KR"/>
                <a:cs typeface="Noto Sans KR"/>
              </a:defRPr>
            </a:lvl8pPr>
            <a:lvl9pPr algn="ctr">
              <a:defRPr sz="1725" b="1">
                <a:solidFill>
                  <a:srgbClr val="192035"/>
                </a:solidFill>
                <a:latin typeface="Noto Sans KR"/>
                <a:ea typeface="Noto Sans KR"/>
                <a:cs typeface="Noto Sans KR"/>
              </a:defRPr>
            </a:lvl9pPr>
          </a:lstStyle>
          <a:p xmlns:a="http://schemas.openxmlformats.org/drawingml/2006/main">
            <a:pPr algn="ctr">
              <a:defRPr sz="1575" b="1">
                <a:solidFill>
                  <a:srgbClr val="192035"/>
                </a:solidFill>
                <a:latin typeface="Noto Sans KR"/>
                <a:ea typeface="Noto Sans KR"/>
                <a:cs typeface="Noto Sans KR"/>
              </a:defRPr>
            </a:pPr>
            <a:r>
              <a:rPr sz="1725" b="1">
                <a:solidFill>
                  <a:srgbClr val="192035"/>
                </a:solidFill>
                <a:latin typeface="Noto Sans KR"/>
                <a:ea typeface="Noto Sans KR"/>
                <a:cs typeface="Noto Sans KR"/>
              </a:rPr>
              <a:t>경쟁사 이용 여부와 가격·혜택 노출을 고객별로 확인해야 한다</a:t>
            </a:r>
          </a:p>
        </p:txBody>
      </p:sp>
    </p:spTree>
    <p:extLst>
      <p:ext uri="{BB962C8B-B14F-4D97-AF65-F5344CB8AC3E}">
        <p14:creationId xmlns:p14="http://schemas.microsoft.com/office/powerpoint/2010/main" val="1011483661"/>
      </p:ext>
    </p:extLst>
  </p:cSld>
</p:sld>
</file>

<file path=ppt/slides/slide9.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3A916A9-68A0-4691-97CA-4B4172F0C3F3}"/>
              </a:ext>
            </a:extLst>
          </p:cNvPr>
          <p:cNvPicPr>
            <a:picLocks xmlns:a="http://schemas.openxmlformats.org/drawingml/2006/main" noChangeAspect="1"/>
          </p:cNvPicPr>
          <p:nvPr/>
        </p:nvPicPr>
        <p:blipFill>
          <a:blip xmlns:r="http://schemas.openxmlformats.org/officeDocument/2006/relationships" xmlns:a="http://schemas.openxmlformats.org/drawingml/2006/main" r:embed="R37e3f0917bec4fe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원인 확정을 위해 더 확인할 세 가지">
            <a:extLst xmlns:a="http://schemas.openxmlformats.org/drawingml/2006/main">
              <a:ext uri="{FF2B5EF4-FFF2-40B4-BE49-F238E27FC236}">
                <a16:creationId xmlns:a16="http://schemas.microsoft.com/office/drawing/2014/main" id="{FFA06828-49EF-49E4-A343-BF42AE194259}"/>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192035"/>
                </a:solidFill>
                <a:latin typeface="Noto Sans KR"/>
                <a:ea typeface="Noto Sans KR"/>
                <a:cs typeface="Noto Sans KR"/>
              </a:defRPr>
            </a:defPPr>
            <a:lvl1pPr algn="ctr">
              <a:defRPr sz="3000" b="1">
                <a:solidFill>
                  <a:srgbClr val="192035"/>
                </a:solidFill>
                <a:latin typeface="Noto Sans KR"/>
                <a:ea typeface="Noto Sans KR"/>
                <a:cs typeface="Noto Sans KR"/>
              </a:defRPr>
            </a:lvl1pPr>
            <a:lvl2pPr algn="ctr">
              <a:defRPr sz="3000" b="1">
                <a:solidFill>
                  <a:srgbClr val="192035"/>
                </a:solidFill>
                <a:latin typeface="Noto Sans KR"/>
                <a:ea typeface="Noto Sans KR"/>
                <a:cs typeface="Noto Sans KR"/>
              </a:defRPr>
            </a:lvl2pPr>
            <a:lvl3pPr algn="ctr">
              <a:defRPr sz="3000" b="1">
                <a:solidFill>
                  <a:srgbClr val="192035"/>
                </a:solidFill>
                <a:latin typeface="Noto Sans KR"/>
                <a:ea typeface="Noto Sans KR"/>
                <a:cs typeface="Noto Sans KR"/>
              </a:defRPr>
            </a:lvl3pPr>
            <a:lvl4pPr algn="ctr">
              <a:defRPr sz="3000" b="1">
                <a:solidFill>
                  <a:srgbClr val="192035"/>
                </a:solidFill>
                <a:latin typeface="Noto Sans KR"/>
                <a:ea typeface="Noto Sans KR"/>
                <a:cs typeface="Noto Sans KR"/>
              </a:defRPr>
            </a:lvl4pPr>
            <a:lvl5pPr algn="ctr">
              <a:defRPr sz="3000" b="1">
                <a:solidFill>
                  <a:srgbClr val="192035"/>
                </a:solidFill>
                <a:latin typeface="Noto Sans KR"/>
                <a:ea typeface="Noto Sans KR"/>
                <a:cs typeface="Noto Sans KR"/>
              </a:defRPr>
            </a:lvl5pPr>
            <a:lvl6pPr algn="ctr">
              <a:defRPr sz="3000" b="1">
                <a:solidFill>
                  <a:srgbClr val="192035"/>
                </a:solidFill>
                <a:latin typeface="Noto Sans KR"/>
                <a:ea typeface="Noto Sans KR"/>
                <a:cs typeface="Noto Sans KR"/>
              </a:defRPr>
            </a:lvl6pPr>
            <a:lvl7pPr algn="ctr">
              <a:defRPr sz="3000" b="1">
                <a:solidFill>
                  <a:srgbClr val="192035"/>
                </a:solidFill>
                <a:latin typeface="Noto Sans KR"/>
                <a:ea typeface="Noto Sans KR"/>
                <a:cs typeface="Noto Sans KR"/>
              </a:defRPr>
            </a:lvl7pPr>
            <a:lvl8pPr algn="ctr">
              <a:defRPr sz="3000" b="1">
                <a:solidFill>
                  <a:srgbClr val="192035"/>
                </a:solidFill>
                <a:latin typeface="Noto Sans KR"/>
                <a:ea typeface="Noto Sans KR"/>
                <a:cs typeface="Noto Sans KR"/>
              </a:defRPr>
            </a:lvl8pPr>
            <a:lvl9pPr algn="ctr">
              <a:defRPr sz="3000" b="1">
                <a:solidFill>
                  <a:srgbClr val="192035"/>
                </a:solidFill>
                <a:latin typeface="Noto Sans KR"/>
                <a:ea typeface="Noto Sans KR"/>
                <a:cs typeface="Noto Sans KR"/>
              </a:defRPr>
            </a:lvl9pPr>
          </a:lstStyle>
          <a:p xmlns:a="http://schemas.openxmlformats.org/drawingml/2006/main">
            <a:pPr algn="ctr">
              <a:defRPr sz="3000" b="1">
                <a:solidFill>
                  <a:srgbClr val="F1F5F9"/>
                </a:solidFill>
                <a:latin typeface="Noto Sans KR"/>
                <a:ea typeface="Noto Sans KR"/>
                <a:cs typeface="Noto Sans KR"/>
              </a:defRPr>
            </a:pPr>
            <a:r>
              <a:rPr sz="3000" b="1">
                <a:solidFill>
                  <a:srgbClr val="192035"/>
                </a:solidFill>
                <a:latin typeface="Noto Sans KR"/>
                <a:ea typeface="Noto Sans KR"/>
                <a:cs typeface="Noto Sans KR"/>
              </a:rPr>
              <a:t>추가 수집이 필요한 정보</a:t>
            </a:r>
          </a:p>
        </p:txBody>
      </p:sp>
      <p:sp>
        <p:nvSpPr>
          <p:cNvPr id="4" name="">
            <a:extLst xmlns:a="http://schemas.openxmlformats.org/drawingml/2006/main">
              <a:ext uri="{FF2B5EF4-FFF2-40B4-BE49-F238E27FC236}">
                <a16:creationId xmlns:a16="http://schemas.microsoft.com/office/drawing/2014/main" id="{52D46D62-F12A-4BBF-B6AB-9781C0B5FA6F}"/>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prstDash val="solid"/>
          </a:ln>
        </p:spPr>
      </p:sp>
      <p:sp>
        <p:nvSpPr>
          <p:cNvPr id="5" name="01">
            <a:extLst xmlns:a="http://schemas.openxmlformats.org/drawingml/2006/main">
              <a:ext uri="{FF2B5EF4-FFF2-40B4-BE49-F238E27FC236}">
                <a16:creationId xmlns:a16="http://schemas.microsoft.com/office/drawing/2014/main" id="{A0A0687B-0849-4C05-8D60-8187F7E71299}"/>
              </a:ext>
            </a:extLst>
          </p:cNvPr>
          <p:cNvSpPr>
            <a:spLocks xmlns:a="http://schemas.openxmlformats.org/drawingml/2006/main" noGrp="1"/>
          </p:cNvSpPr>
          <p:nvPr/>
        </p:nvSpPr>
        <p:spPr>
          <a:xfrm xmlns:a="http://schemas.openxmlformats.org/drawingml/2006/main">
            <a:off x="1076325" y="2428875"/>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6554D9"/>
                </a:solidFill>
                <a:latin typeface="Noto Sans KR"/>
                <a:ea typeface="Noto Sans KR"/>
                <a:cs typeface="Noto Sans KR"/>
              </a:defRPr>
            </a:defPPr>
            <a:lvl1pPr algn="ctr">
              <a:defRPr sz="3000" b="1">
                <a:solidFill>
                  <a:srgbClr val="6554D9"/>
                </a:solidFill>
                <a:latin typeface="Noto Sans KR"/>
                <a:ea typeface="Noto Sans KR"/>
                <a:cs typeface="Noto Sans KR"/>
              </a:defRPr>
            </a:lvl1pPr>
            <a:lvl2pPr algn="ctr">
              <a:defRPr sz="3000" b="1">
                <a:solidFill>
                  <a:srgbClr val="6554D9"/>
                </a:solidFill>
                <a:latin typeface="Noto Sans KR"/>
                <a:ea typeface="Noto Sans KR"/>
                <a:cs typeface="Noto Sans KR"/>
              </a:defRPr>
            </a:lvl2pPr>
            <a:lvl3pPr algn="ctr">
              <a:defRPr sz="3000" b="1">
                <a:solidFill>
                  <a:srgbClr val="6554D9"/>
                </a:solidFill>
                <a:latin typeface="Noto Sans KR"/>
                <a:ea typeface="Noto Sans KR"/>
                <a:cs typeface="Noto Sans KR"/>
              </a:defRPr>
            </a:lvl3pPr>
            <a:lvl4pPr algn="ctr">
              <a:defRPr sz="3000" b="1">
                <a:solidFill>
                  <a:srgbClr val="6554D9"/>
                </a:solidFill>
                <a:latin typeface="Noto Sans KR"/>
                <a:ea typeface="Noto Sans KR"/>
                <a:cs typeface="Noto Sans KR"/>
              </a:defRPr>
            </a:lvl4pPr>
            <a:lvl5pPr algn="ctr">
              <a:defRPr sz="3000" b="1">
                <a:solidFill>
                  <a:srgbClr val="6554D9"/>
                </a:solidFill>
                <a:latin typeface="Noto Sans KR"/>
                <a:ea typeface="Noto Sans KR"/>
                <a:cs typeface="Noto Sans KR"/>
              </a:defRPr>
            </a:lvl5pPr>
            <a:lvl6pPr algn="ctr">
              <a:defRPr sz="3000" b="1">
                <a:solidFill>
                  <a:srgbClr val="6554D9"/>
                </a:solidFill>
                <a:latin typeface="Noto Sans KR"/>
                <a:ea typeface="Noto Sans KR"/>
                <a:cs typeface="Noto Sans KR"/>
              </a:defRPr>
            </a:lvl6pPr>
            <a:lvl7pPr algn="ctr">
              <a:defRPr sz="3000" b="1">
                <a:solidFill>
                  <a:srgbClr val="6554D9"/>
                </a:solidFill>
                <a:latin typeface="Noto Sans KR"/>
                <a:ea typeface="Noto Sans KR"/>
                <a:cs typeface="Noto Sans KR"/>
              </a:defRPr>
            </a:lvl7pPr>
            <a:lvl8pPr algn="ctr">
              <a:defRPr sz="3000" b="1">
                <a:solidFill>
                  <a:srgbClr val="6554D9"/>
                </a:solidFill>
                <a:latin typeface="Noto Sans KR"/>
                <a:ea typeface="Noto Sans KR"/>
                <a:cs typeface="Noto Sans KR"/>
              </a:defRPr>
            </a:lvl8pPr>
            <a:lvl9pPr algn="ctr">
              <a:defRPr sz="3000" b="1">
                <a:solidFill>
                  <a:srgbClr val="6554D9"/>
                </a:solidFill>
                <a:latin typeface="Noto Sans KR"/>
                <a:ea typeface="Noto Sans KR"/>
                <a:cs typeface="Noto Sans KR"/>
              </a:defRPr>
            </a:lvl9pPr>
          </a:lstStyle>
          <a:p xmlns:a="http://schemas.openxmlformats.org/drawingml/2006/main">
            <a:pPr algn="ctr">
              <a:defRPr sz="3000" b="1">
                <a:solidFill>
                  <a:srgbClr val="FF9B63"/>
                </a:solidFill>
                <a:latin typeface="Noto Sans KR"/>
                <a:ea typeface="Noto Sans KR"/>
                <a:cs typeface="Noto Sans KR"/>
              </a:defRPr>
            </a:pPr>
            <a:r>
              <a:rPr sz="3000" b="1">
                <a:solidFill>
                  <a:srgbClr val="6554D9"/>
                </a:solidFill>
                <a:latin typeface="Noto Sans KR"/>
                <a:ea typeface="Noto Sans KR"/>
                <a:cs typeface="Noto Sans KR"/>
              </a:rPr>
              <a:t>01</a:t>
            </a:r>
          </a:p>
        </p:txBody>
      </p:sp>
      <p:sp>
        <p:nvSpPr>
          <p:cNvPr id="6" name="관찰기간">
            <a:extLst xmlns:a="http://schemas.openxmlformats.org/drawingml/2006/main">
              <a:ext uri="{FF2B5EF4-FFF2-40B4-BE49-F238E27FC236}">
                <a16:creationId xmlns:a16="http://schemas.microsoft.com/office/drawing/2014/main" id="{14E9BA5B-1903-4188-8C92-5B361EE4FB2A}"/>
              </a:ext>
            </a:extLst>
          </p:cNvPr>
          <p:cNvSpPr>
            <a:spLocks xmlns:a="http://schemas.openxmlformats.org/drawingml/2006/main" noGrp="1"/>
          </p:cNvSpPr>
          <p:nvPr/>
        </p:nvSpPr>
        <p:spPr>
          <a:xfrm xmlns:a="http://schemas.openxmlformats.org/drawingml/2006/main">
            <a:off x="1076325" y="3076575"/>
            <a:ext cx="3057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325" b="1">
                <a:solidFill>
                  <a:srgbClr val="192035"/>
                </a:solidFill>
                <a:latin typeface="Noto Sans KR"/>
                <a:ea typeface="Noto Sans KR"/>
                <a:cs typeface="Noto Sans KR"/>
              </a:defRPr>
            </a:defPPr>
            <a:lvl1pPr algn="ctr">
              <a:defRPr sz="2325" b="1">
                <a:solidFill>
                  <a:srgbClr val="192035"/>
                </a:solidFill>
                <a:latin typeface="Noto Sans KR"/>
                <a:ea typeface="Noto Sans KR"/>
                <a:cs typeface="Noto Sans KR"/>
              </a:defRPr>
            </a:lvl1pPr>
            <a:lvl2pPr algn="ctr">
              <a:defRPr sz="2325" b="1">
                <a:solidFill>
                  <a:srgbClr val="192035"/>
                </a:solidFill>
                <a:latin typeface="Noto Sans KR"/>
                <a:ea typeface="Noto Sans KR"/>
                <a:cs typeface="Noto Sans KR"/>
              </a:defRPr>
            </a:lvl2pPr>
            <a:lvl3pPr algn="ctr">
              <a:defRPr sz="2325" b="1">
                <a:solidFill>
                  <a:srgbClr val="192035"/>
                </a:solidFill>
                <a:latin typeface="Noto Sans KR"/>
                <a:ea typeface="Noto Sans KR"/>
                <a:cs typeface="Noto Sans KR"/>
              </a:defRPr>
            </a:lvl3pPr>
            <a:lvl4pPr algn="ctr">
              <a:defRPr sz="2325" b="1">
                <a:solidFill>
                  <a:srgbClr val="192035"/>
                </a:solidFill>
                <a:latin typeface="Noto Sans KR"/>
                <a:ea typeface="Noto Sans KR"/>
                <a:cs typeface="Noto Sans KR"/>
              </a:defRPr>
            </a:lvl4pPr>
            <a:lvl5pPr algn="ctr">
              <a:defRPr sz="2325" b="1">
                <a:solidFill>
                  <a:srgbClr val="192035"/>
                </a:solidFill>
                <a:latin typeface="Noto Sans KR"/>
                <a:ea typeface="Noto Sans KR"/>
                <a:cs typeface="Noto Sans KR"/>
              </a:defRPr>
            </a:lvl5pPr>
            <a:lvl6pPr algn="ctr">
              <a:defRPr sz="2325" b="1">
                <a:solidFill>
                  <a:srgbClr val="192035"/>
                </a:solidFill>
                <a:latin typeface="Noto Sans KR"/>
                <a:ea typeface="Noto Sans KR"/>
                <a:cs typeface="Noto Sans KR"/>
              </a:defRPr>
            </a:lvl6pPr>
            <a:lvl7pPr algn="ctr">
              <a:defRPr sz="2325" b="1">
                <a:solidFill>
                  <a:srgbClr val="192035"/>
                </a:solidFill>
                <a:latin typeface="Noto Sans KR"/>
                <a:ea typeface="Noto Sans KR"/>
                <a:cs typeface="Noto Sans KR"/>
              </a:defRPr>
            </a:lvl7pPr>
            <a:lvl8pPr algn="ctr">
              <a:defRPr sz="2325" b="1">
                <a:solidFill>
                  <a:srgbClr val="192035"/>
                </a:solidFill>
                <a:latin typeface="Noto Sans KR"/>
                <a:ea typeface="Noto Sans KR"/>
                <a:cs typeface="Noto Sans KR"/>
              </a:defRPr>
            </a:lvl8pPr>
            <a:lvl9pPr algn="ctr">
              <a:defRPr sz="2325" b="1">
                <a:solidFill>
                  <a:srgbClr val="192035"/>
                </a:solidFill>
                <a:latin typeface="Noto Sans KR"/>
                <a:ea typeface="Noto Sans KR"/>
                <a:cs typeface="Noto Sans KR"/>
              </a:defRPr>
            </a:lvl9pPr>
          </a:lstStyle>
          <a:p xmlns:a="http://schemas.openxmlformats.org/drawingml/2006/main">
            <a:pPr algn="ctr">
              <a:defRPr sz="2325" b="1">
                <a:solidFill>
                  <a:srgbClr val="F1F5F9"/>
                </a:solidFill>
                <a:latin typeface="Noto Sans KR"/>
                <a:ea typeface="Noto Sans KR"/>
                <a:cs typeface="Noto Sans KR"/>
              </a:defRPr>
            </a:pPr>
            <a:r>
              <a:rPr sz="2325" b="1">
                <a:solidFill>
                  <a:srgbClr val="192035"/>
                </a:solidFill>
                <a:latin typeface="Noto Sans KR"/>
                <a:ea typeface="Noto Sans KR"/>
                <a:cs typeface="Noto Sans KR"/>
              </a:rPr>
              <a:t>관찰기간</a:t>
            </a:r>
          </a:p>
        </p:txBody>
      </p:sp>
      <p:sp>
        <p:nvSpPr>
          <p:cNvPr id="7" name="">
            <a:extLst xmlns:a="http://schemas.openxmlformats.org/drawingml/2006/main">
              <a:ext uri="{FF2B5EF4-FFF2-40B4-BE49-F238E27FC236}">
                <a16:creationId xmlns:a16="http://schemas.microsoft.com/office/drawing/2014/main" id="{81483ED3-75B4-4B94-8545-A08D64B86F65}"/>
              </a:ext>
            </a:extLst>
          </p:cNvPr>
          <p:cNvSpPr>
            <a:spLocks xmlns:a="http://schemas.openxmlformats.org/drawingml/2006/main" noGrp="1"/>
          </p:cNvSpPr>
          <p:nvPr/>
        </p:nvSpPr>
        <p:spPr>
          <a:xfrm xmlns:a="http://schemas.openxmlformats.org/drawingml/2006/main">
            <a:off x="1123950" y="3752850"/>
            <a:ext cx="2962275" cy="523875"/>
          </a:xfrm>
          <a:prstGeom xmlns:a="http://schemas.openxmlformats.org/drawingml/2006/main" prst="roundRect">
            <a:avLst>
              <a:gd name="adj" fmla="val 32727"/>
            </a:avLst>
          </a:prstGeom>
          <a:solidFill xmlns:a="http://schemas.openxmlformats.org/drawingml/2006/main">
            <a:srgbClr val="F0EDF9"/>
          </a:solidFill>
          <a:ln xmlns:a="http://schemas.openxmlformats.org/drawingml/2006/main" w="14288">
            <a:solidFill>
              <a:srgbClr val="CCC8DF"/>
            </a:solidFill>
            <a:prstDash val="solid"/>
          </a:ln>
        </p:spPr>
      </p:sp>
      <p:sp>
        <p:nvSpPr>
          <p:cNvPr id="8" name="12월 체험">
            <a:extLst xmlns:a="http://schemas.openxmlformats.org/drawingml/2006/main">
              <a:ext uri="{FF2B5EF4-FFF2-40B4-BE49-F238E27FC236}">
                <a16:creationId xmlns:a16="http://schemas.microsoft.com/office/drawing/2014/main" id="{C9059BAB-2EE7-4500-A0A6-B03A5B8D1908}"/>
              </a:ext>
            </a:extLst>
          </p:cNvPr>
          <p:cNvSpPr>
            <a:spLocks xmlns:a="http://schemas.openxmlformats.org/drawingml/2006/main" noGrp="1"/>
          </p:cNvSpPr>
          <p:nvPr/>
        </p:nvSpPr>
        <p:spPr>
          <a:xfrm xmlns:a="http://schemas.openxmlformats.org/drawingml/2006/main">
            <a:off x="1219200" y="3810000"/>
            <a:ext cx="2771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92035"/>
                </a:solidFill>
                <a:latin typeface="Noto Sans KR"/>
                <a:ea typeface="Noto Sans KR"/>
                <a:cs typeface="Noto Sans KR"/>
              </a:defRPr>
            </a:defPPr>
            <a:lvl1pPr algn="ctr">
              <a:defRPr sz="1800" b="1">
                <a:solidFill>
                  <a:srgbClr val="192035"/>
                </a:solidFill>
                <a:latin typeface="Noto Sans KR"/>
                <a:ea typeface="Noto Sans KR"/>
                <a:cs typeface="Noto Sans KR"/>
              </a:defRPr>
            </a:lvl1pPr>
            <a:lvl2pPr algn="ctr">
              <a:defRPr sz="1800" b="1">
                <a:solidFill>
                  <a:srgbClr val="192035"/>
                </a:solidFill>
                <a:latin typeface="Noto Sans KR"/>
                <a:ea typeface="Noto Sans KR"/>
                <a:cs typeface="Noto Sans KR"/>
              </a:defRPr>
            </a:lvl2pPr>
            <a:lvl3pPr algn="ctr">
              <a:defRPr sz="1800" b="1">
                <a:solidFill>
                  <a:srgbClr val="192035"/>
                </a:solidFill>
                <a:latin typeface="Noto Sans KR"/>
                <a:ea typeface="Noto Sans KR"/>
                <a:cs typeface="Noto Sans KR"/>
              </a:defRPr>
            </a:lvl3pPr>
            <a:lvl4pPr algn="ctr">
              <a:defRPr sz="1800" b="1">
                <a:solidFill>
                  <a:srgbClr val="192035"/>
                </a:solidFill>
                <a:latin typeface="Noto Sans KR"/>
                <a:ea typeface="Noto Sans KR"/>
                <a:cs typeface="Noto Sans KR"/>
              </a:defRPr>
            </a:lvl4pPr>
            <a:lvl5pPr algn="ctr">
              <a:defRPr sz="1800" b="1">
                <a:solidFill>
                  <a:srgbClr val="192035"/>
                </a:solidFill>
                <a:latin typeface="Noto Sans KR"/>
                <a:ea typeface="Noto Sans KR"/>
                <a:cs typeface="Noto Sans KR"/>
              </a:defRPr>
            </a:lvl5pPr>
            <a:lvl6pPr algn="ctr">
              <a:defRPr sz="1800" b="1">
                <a:solidFill>
                  <a:srgbClr val="192035"/>
                </a:solidFill>
                <a:latin typeface="Noto Sans KR"/>
                <a:ea typeface="Noto Sans KR"/>
                <a:cs typeface="Noto Sans KR"/>
              </a:defRPr>
            </a:lvl6pPr>
            <a:lvl7pPr algn="ctr">
              <a:defRPr sz="1800" b="1">
                <a:solidFill>
                  <a:srgbClr val="192035"/>
                </a:solidFill>
                <a:latin typeface="Noto Sans KR"/>
                <a:ea typeface="Noto Sans KR"/>
                <a:cs typeface="Noto Sans KR"/>
              </a:defRPr>
            </a:lvl7pPr>
            <a:lvl8pPr algn="ctr">
              <a:defRPr sz="1800" b="1">
                <a:solidFill>
                  <a:srgbClr val="192035"/>
                </a:solidFill>
                <a:latin typeface="Noto Sans KR"/>
                <a:ea typeface="Noto Sans KR"/>
                <a:cs typeface="Noto Sans KR"/>
              </a:defRPr>
            </a:lvl8pPr>
            <a:lvl9pPr algn="ctr">
              <a:defRPr sz="1800" b="1">
                <a:solidFill>
                  <a:srgbClr val="192035"/>
                </a:solidFill>
                <a:latin typeface="Noto Sans KR"/>
                <a:ea typeface="Noto Sans KR"/>
                <a:cs typeface="Noto Sans KR"/>
              </a:defRPr>
            </a:lvl9pPr>
          </a:lstStyle>
          <a:p xmlns:a="http://schemas.openxmlformats.org/drawingml/2006/main">
            <a:pPr algn="ctr">
              <a:defRPr sz="1800" b="1">
                <a:solidFill>
                  <a:srgbClr val="F1F5F9"/>
                </a:solidFill>
                <a:latin typeface="Noto Sans KR"/>
                <a:ea typeface="Noto Sans KR"/>
                <a:cs typeface="Noto Sans KR"/>
              </a:defRPr>
            </a:pPr>
            <a:r>
              <a:rPr sz="1800" b="1">
                <a:solidFill>
                  <a:srgbClr val="192035"/>
                </a:solidFill>
                <a:latin typeface="Noto Sans KR"/>
                <a:ea typeface="Noto Sans KR"/>
                <a:cs typeface="Noto Sans KR"/>
              </a:rPr>
              <a:t>12월 체험</a:t>
            </a:r>
          </a:p>
        </p:txBody>
      </p:sp>
      <p:sp>
        <p:nvSpPr>
          <p:cNvPr id="9" name="↓">
            <a:extLst xmlns:a="http://schemas.openxmlformats.org/drawingml/2006/main">
              <a:ext uri="{FF2B5EF4-FFF2-40B4-BE49-F238E27FC236}">
                <a16:creationId xmlns:a16="http://schemas.microsoft.com/office/drawing/2014/main" id="{58C641DE-6405-4B44-AB69-AB0922BBFFA3}"/>
              </a:ext>
            </a:extLst>
          </p:cNvPr>
          <p:cNvSpPr>
            <a:spLocks xmlns:a="http://schemas.openxmlformats.org/drawingml/2006/main" noGrp="1"/>
          </p:cNvSpPr>
          <p:nvPr/>
        </p:nvSpPr>
        <p:spPr>
          <a:xfrm xmlns:a="http://schemas.openxmlformats.org/drawingml/2006/main">
            <a:off x="2143125" y="4286250"/>
            <a:ext cx="942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49780"/>
                </a:solidFill>
                <a:latin typeface="Noto Sans KR"/>
                <a:ea typeface="Noto Sans KR"/>
                <a:cs typeface="Noto Sans KR"/>
              </a:defRPr>
            </a:defPPr>
            <a:lvl1pPr algn="ctr">
              <a:defRPr sz="2250" b="1">
                <a:solidFill>
                  <a:srgbClr val="149780"/>
                </a:solidFill>
                <a:latin typeface="Noto Sans KR"/>
                <a:ea typeface="Noto Sans KR"/>
                <a:cs typeface="Noto Sans KR"/>
              </a:defRPr>
            </a:lvl1pPr>
            <a:lvl2pPr algn="ctr">
              <a:defRPr sz="2250" b="1">
                <a:solidFill>
                  <a:srgbClr val="149780"/>
                </a:solidFill>
                <a:latin typeface="Noto Sans KR"/>
                <a:ea typeface="Noto Sans KR"/>
                <a:cs typeface="Noto Sans KR"/>
              </a:defRPr>
            </a:lvl2pPr>
            <a:lvl3pPr algn="ctr">
              <a:defRPr sz="2250" b="1">
                <a:solidFill>
                  <a:srgbClr val="149780"/>
                </a:solidFill>
                <a:latin typeface="Noto Sans KR"/>
                <a:ea typeface="Noto Sans KR"/>
                <a:cs typeface="Noto Sans KR"/>
              </a:defRPr>
            </a:lvl3pPr>
            <a:lvl4pPr algn="ctr">
              <a:defRPr sz="2250" b="1">
                <a:solidFill>
                  <a:srgbClr val="149780"/>
                </a:solidFill>
                <a:latin typeface="Noto Sans KR"/>
                <a:ea typeface="Noto Sans KR"/>
                <a:cs typeface="Noto Sans KR"/>
              </a:defRPr>
            </a:lvl4pPr>
            <a:lvl5pPr algn="ctr">
              <a:defRPr sz="2250" b="1">
                <a:solidFill>
                  <a:srgbClr val="149780"/>
                </a:solidFill>
                <a:latin typeface="Noto Sans KR"/>
                <a:ea typeface="Noto Sans KR"/>
                <a:cs typeface="Noto Sans KR"/>
              </a:defRPr>
            </a:lvl5pPr>
            <a:lvl6pPr algn="ctr">
              <a:defRPr sz="2250" b="1">
                <a:solidFill>
                  <a:srgbClr val="149780"/>
                </a:solidFill>
                <a:latin typeface="Noto Sans KR"/>
                <a:ea typeface="Noto Sans KR"/>
                <a:cs typeface="Noto Sans KR"/>
              </a:defRPr>
            </a:lvl6pPr>
            <a:lvl7pPr algn="ctr">
              <a:defRPr sz="2250" b="1">
                <a:solidFill>
                  <a:srgbClr val="149780"/>
                </a:solidFill>
                <a:latin typeface="Noto Sans KR"/>
                <a:ea typeface="Noto Sans KR"/>
                <a:cs typeface="Noto Sans KR"/>
              </a:defRPr>
            </a:lvl7pPr>
            <a:lvl8pPr algn="ctr">
              <a:defRPr sz="2250" b="1">
                <a:solidFill>
                  <a:srgbClr val="149780"/>
                </a:solidFill>
                <a:latin typeface="Noto Sans KR"/>
                <a:ea typeface="Noto Sans KR"/>
                <a:cs typeface="Noto Sans KR"/>
              </a:defRPr>
            </a:lvl8pPr>
            <a:lvl9pPr algn="ctr">
              <a:defRPr sz="2250" b="1">
                <a:solidFill>
                  <a:srgbClr val="149780"/>
                </a:solidFill>
                <a:latin typeface="Noto Sans KR"/>
                <a:ea typeface="Noto Sans KR"/>
                <a:cs typeface="Noto Sans KR"/>
              </a:defRPr>
            </a:lvl9pPr>
          </a:lstStyle>
          <a:p xmlns:a="http://schemas.openxmlformats.org/drawingml/2006/main">
            <a:pPr algn="ctr">
              <a:defRPr sz="2250" b="1">
                <a:solidFill>
                  <a:srgbClr val="3CDD8A"/>
                </a:solidFill>
                <a:latin typeface="Noto Sans KR"/>
                <a:ea typeface="Noto Sans KR"/>
                <a:cs typeface="Noto Sans KR"/>
              </a:defRPr>
            </a:pPr>
            <a:r>
              <a:rPr sz="2250" b="1">
                <a:solidFill>
                  <a:srgbClr val="149780"/>
                </a:solidFill>
                <a:latin typeface="Noto Sans KR"/>
                <a:ea typeface="Noto Sans KR"/>
                <a:cs typeface="Noto Sans KR"/>
              </a:rPr>
              <a:t>↓</a:t>
            </a:r>
          </a:p>
        </p:txBody>
      </p:sp>
      <p:sp>
        <p:nvSpPr>
          <p:cNvPr id="10" name="">
            <a:extLst xmlns:a="http://schemas.openxmlformats.org/drawingml/2006/main">
              <a:ext uri="{FF2B5EF4-FFF2-40B4-BE49-F238E27FC236}">
                <a16:creationId xmlns:a16="http://schemas.microsoft.com/office/drawing/2014/main" id="{A9D9325D-5E92-486C-8903-CB83B348D214}"/>
              </a:ext>
            </a:extLst>
          </p:cNvPr>
          <p:cNvSpPr>
            <a:spLocks xmlns:a="http://schemas.openxmlformats.org/drawingml/2006/main" noGrp="1"/>
          </p:cNvSpPr>
          <p:nvPr/>
        </p:nvSpPr>
        <p:spPr>
          <a:xfrm xmlns:a="http://schemas.openxmlformats.org/drawingml/2006/main">
            <a:off x="1123950" y="4714875"/>
            <a:ext cx="2962275" cy="523875"/>
          </a:xfrm>
          <a:prstGeom xmlns:a="http://schemas.openxmlformats.org/drawingml/2006/main" prst="roundRect">
            <a:avLst>
              <a:gd name="adj" fmla="val 32727"/>
            </a:avLst>
          </a:prstGeom>
          <a:solidFill xmlns:a="http://schemas.openxmlformats.org/drawingml/2006/main">
            <a:srgbClr val="F0EDF9"/>
          </a:solidFill>
          <a:ln xmlns:a="http://schemas.openxmlformats.org/drawingml/2006/main" w="14288">
            <a:solidFill>
              <a:srgbClr val="CCC8DF"/>
            </a:solidFill>
            <a:prstDash val="solid"/>
          </a:ln>
        </p:spPr>
      </p:sp>
      <p:sp>
        <p:nvSpPr>
          <p:cNvPr id="11" name="다음 해 1월 결제">
            <a:extLst xmlns:a="http://schemas.openxmlformats.org/drawingml/2006/main">
              <a:ext uri="{FF2B5EF4-FFF2-40B4-BE49-F238E27FC236}">
                <a16:creationId xmlns:a16="http://schemas.microsoft.com/office/drawing/2014/main" id="{B05DDEA0-79C9-4AE3-A2F1-945B6CB1B56D}"/>
              </a:ext>
            </a:extLst>
          </p:cNvPr>
          <p:cNvSpPr>
            <a:spLocks xmlns:a="http://schemas.openxmlformats.org/drawingml/2006/main" noGrp="1"/>
          </p:cNvSpPr>
          <p:nvPr/>
        </p:nvSpPr>
        <p:spPr>
          <a:xfrm xmlns:a="http://schemas.openxmlformats.org/drawingml/2006/main">
            <a:off x="1219200" y="4772025"/>
            <a:ext cx="2771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92035"/>
                </a:solidFill>
                <a:latin typeface="Noto Sans KR"/>
                <a:ea typeface="Noto Sans KR"/>
                <a:cs typeface="Noto Sans KR"/>
              </a:defRPr>
            </a:defPPr>
            <a:lvl1pPr algn="ctr">
              <a:defRPr sz="1800" b="1">
                <a:solidFill>
                  <a:srgbClr val="192035"/>
                </a:solidFill>
                <a:latin typeface="Noto Sans KR"/>
                <a:ea typeface="Noto Sans KR"/>
                <a:cs typeface="Noto Sans KR"/>
              </a:defRPr>
            </a:lvl1pPr>
            <a:lvl2pPr algn="ctr">
              <a:defRPr sz="1800" b="1">
                <a:solidFill>
                  <a:srgbClr val="192035"/>
                </a:solidFill>
                <a:latin typeface="Noto Sans KR"/>
                <a:ea typeface="Noto Sans KR"/>
                <a:cs typeface="Noto Sans KR"/>
              </a:defRPr>
            </a:lvl2pPr>
            <a:lvl3pPr algn="ctr">
              <a:defRPr sz="1800" b="1">
                <a:solidFill>
                  <a:srgbClr val="192035"/>
                </a:solidFill>
                <a:latin typeface="Noto Sans KR"/>
                <a:ea typeface="Noto Sans KR"/>
                <a:cs typeface="Noto Sans KR"/>
              </a:defRPr>
            </a:lvl3pPr>
            <a:lvl4pPr algn="ctr">
              <a:defRPr sz="1800" b="1">
                <a:solidFill>
                  <a:srgbClr val="192035"/>
                </a:solidFill>
                <a:latin typeface="Noto Sans KR"/>
                <a:ea typeface="Noto Sans KR"/>
                <a:cs typeface="Noto Sans KR"/>
              </a:defRPr>
            </a:lvl4pPr>
            <a:lvl5pPr algn="ctr">
              <a:defRPr sz="1800" b="1">
                <a:solidFill>
                  <a:srgbClr val="192035"/>
                </a:solidFill>
                <a:latin typeface="Noto Sans KR"/>
                <a:ea typeface="Noto Sans KR"/>
                <a:cs typeface="Noto Sans KR"/>
              </a:defRPr>
            </a:lvl5pPr>
            <a:lvl6pPr algn="ctr">
              <a:defRPr sz="1800" b="1">
                <a:solidFill>
                  <a:srgbClr val="192035"/>
                </a:solidFill>
                <a:latin typeface="Noto Sans KR"/>
                <a:ea typeface="Noto Sans KR"/>
                <a:cs typeface="Noto Sans KR"/>
              </a:defRPr>
            </a:lvl6pPr>
            <a:lvl7pPr algn="ctr">
              <a:defRPr sz="1800" b="1">
                <a:solidFill>
                  <a:srgbClr val="192035"/>
                </a:solidFill>
                <a:latin typeface="Noto Sans KR"/>
                <a:ea typeface="Noto Sans KR"/>
                <a:cs typeface="Noto Sans KR"/>
              </a:defRPr>
            </a:lvl7pPr>
            <a:lvl8pPr algn="ctr">
              <a:defRPr sz="1800" b="1">
                <a:solidFill>
                  <a:srgbClr val="192035"/>
                </a:solidFill>
                <a:latin typeface="Noto Sans KR"/>
                <a:ea typeface="Noto Sans KR"/>
                <a:cs typeface="Noto Sans KR"/>
              </a:defRPr>
            </a:lvl8pPr>
            <a:lvl9pPr algn="ctr">
              <a:defRPr sz="1800" b="1">
                <a:solidFill>
                  <a:srgbClr val="192035"/>
                </a:solidFill>
                <a:latin typeface="Noto Sans KR"/>
                <a:ea typeface="Noto Sans KR"/>
                <a:cs typeface="Noto Sans KR"/>
              </a:defRPr>
            </a:lvl9pPr>
          </a:lstStyle>
          <a:p xmlns:a="http://schemas.openxmlformats.org/drawingml/2006/main">
            <a:pPr algn="ctr">
              <a:defRPr sz="1800" b="1">
                <a:solidFill>
                  <a:srgbClr val="F1F5F9"/>
                </a:solidFill>
                <a:latin typeface="Noto Sans KR"/>
                <a:ea typeface="Noto Sans KR"/>
                <a:cs typeface="Noto Sans KR"/>
              </a:defRPr>
            </a:pPr>
            <a:r>
              <a:rPr sz="1800" b="1">
                <a:solidFill>
                  <a:srgbClr val="192035"/>
                </a:solidFill>
                <a:latin typeface="Noto Sans KR"/>
                <a:ea typeface="Noto Sans KR"/>
                <a:cs typeface="Noto Sans KR"/>
              </a:rPr>
              <a:t>다음 해 1월 결제</a:t>
            </a:r>
          </a:p>
        </p:txBody>
      </p:sp>
      <p:sp>
        <p:nvSpPr>
          <p:cNvPr id="12" name="추적 누락 가능">
            <a:extLst xmlns:a="http://schemas.openxmlformats.org/drawingml/2006/main">
              <a:ext uri="{FF2B5EF4-FFF2-40B4-BE49-F238E27FC236}">
                <a16:creationId xmlns:a16="http://schemas.microsoft.com/office/drawing/2014/main" id="{875B57BE-A550-4FD7-9F8D-FE0CC8E892AD}"/>
              </a:ext>
            </a:extLst>
          </p:cNvPr>
          <p:cNvSpPr>
            <a:spLocks xmlns:a="http://schemas.openxmlformats.org/drawingml/2006/main" noGrp="1"/>
          </p:cNvSpPr>
          <p:nvPr/>
        </p:nvSpPr>
        <p:spPr>
          <a:xfrm xmlns:a="http://schemas.openxmlformats.org/drawingml/2006/main">
            <a:off x="1076325" y="5381625"/>
            <a:ext cx="3057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738096"/>
                </a:solidFill>
                <a:latin typeface="Noto Sans KR"/>
                <a:ea typeface="Noto Sans KR"/>
                <a:cs typeface="Noto Sans KR"/>
              </a:defRPr>
            </a:defPPr>
            <a:lvl1pPr algn="ctr">
              <a:defRPr sz="1500" b="0">
                <a:solidFill>
                  <a:srgbClr val="738096"/>
                </a:solidFill>
                <a:latin typeface="Noto Sans KR"/>
                <a:ea typeface="Noto Sans KR"/>
                <a:cs typeface="Noto Sans KR"/>
              </a:defRPr>
            </a:lvl1pPr>
            <a:lvl2pPr algn="ctr">
              <a:defRPr sz="1500" b="0">
                <a:solidFill>
                  <a:srgbClr val="738096"/>
                </a:solidFill>
                <a:latin typeface="Noto Sans KR"/>
                <a:ea typeface="Noto Sans KR"/>
                <a:cs typeface="Noto Sans KR"/>
              </a:defRPr>
            </a:lvl2pPr>
            <a:lvl3pPr algn="ctr">
              <a:defRPr sz="1500" b="0">
                <a:solidFill>
                  <a:srgbClr val="738096"/>
                </a:solidFill>
                <a:latin typeface="Noto Sans KR"/>
                <a:ea typeface="Noto Sans KR"/>
                <a:cs typeface="Noto Sans KR"/>
              </a:defRPr>
            </a:lvl3pPr>
            <a:lvl4pPr algn="ctr">
              <a:defRPr sz="1500" b="0">
                <a:solidFill>
                  <a:srgbClr val="738096"/>
                </a:solidFill>
                <a:latin typeface="Noto Sans KR"/>
                <a:ea typeface="Noto Sans KR"/>
                <a:cs typeface="Noto Sans KR"/>
              </a:defRPr>
            </a:lvl4pPr>
            <a:lvl5pPr algn="ctr">
              <a:defRPr sz="1500" b="0">
                <a:solidFill>
                  <a:srgbClr val="738096"/>
                </a:solidFill>
                <a:latin typeface="Noto Sans KR"/>
                <a:ea typeface="Noto Sans KR"/>
                <a:cs typeface="Noto Sans KR"/>
              </a:defRPr>
            </a:lvl5pPr>
            <a:lvl6pPr algn="ctr">
              <a:defRPr sz="1500" b="0">
                <a:solidFill>
                  <a:srgbClr val="738096"/>
                </a:solidFill>
                <a:latin typeface="Noto Sans KR"/>
                <a:ea typeface="Noto Sans KR"/>
                <a:cs typeface="Noto Sans KR"/>
              </a:defRPr>
            </a:lvl6pPr>
            <a:lvl7pPr algn="ctr">
              <a:defRPr sz="1500" b="0">
                <a:solidFill>
                  <a:srgbClr val="738096"/>
                </a:solidFill>
                <a:latin typeface="Noto Sans KR"/>
                <a:ea typeface="Noto Sans KR"/>
                <a:cs typeface="Noto Sans KR"/>
              </a:defRPr>
            </a:lvl7pPr>
            <a:lvl8pPr algn="ctr">
              <a:defRPr sz="1500" b="0">
                <a:solidFill>
                  <a:srgbClr val="738096"/>
                </a:solidFill>
                <a:latin typeface="Noto Sans KR"/>
                <a:ea typeface="Noto Sans KR"/>
                <a:cs typeface="Noto Sans KR"/>
              </a:defRPr>
            </a:lvl8pPr>
            <a:lvl9pPr algn="ctr">
              <a:defRPr sz="1500" b="0">
                <a:solidFill>
                  <a:srgbClr val="738096"/>
                </a:solidFill>
                <a:latin typeface="Noto Sans KR"/>
                <a:ea typeface="Noto Sans KR"/>
                <a:cs typeface="Noto Sans KR"/>
              </a:defRPr>
            </a:lvl9pPr>
          </a:lstStyle>
          <a:p xmlns:a="http://schemas.openxmlformats.org/drawingml/2006/main">
            <a:pPr algn="ctr">
              <a:defRPr sz="1500" b="0">
                <a:solidFill>
                  <a:srgbClr val="BAC5D8"/>
                </a:solidFill>
                <a:latin typeface="Noto Sans KR"/>
                <a:ea typeface="Noto Sans KR"/>
                <a:cs typeface="Noto Sans KR"/>
              </a:defRPr>
            </a:pPr>
            <a:r>
              <a:rPr sz="1500" b="0">
                <a:solidFill>
                  <a:srgbClr val="738096"/>
                </a:solidFill>
                <a:latin typeface="Noto Sans KR"/>
                <a:ea typeface="Noto Sans KR"/>
                <a:cs typeface="Noto Sans KR"/>
              </a:rPr>
              <a:t>추적 누락 가능</a:t>
            </a:r>
          </a:p>
        </p:txBody>
      </p:sp>
      <p:sp>
        <p:nvSpPr>
          <p:cNvPr id="13" name="02">
            <a:extLst xmlns:a="http://schemas.openxmlformats.org/drawingml/2006/main">
              <a:ext uri="{FF2B5EF4-FFF2-40B4-BE49-F238E27FC236}">
                <a16:creationId xmlns:a16="http://schemas.microsoft.com/office/drawing/2014/main" id="{28D07336-C761-4957-B7EB-9E94F08D01C3}"/>
              </a:ext>
            </a:extLst>
          </p:cNvPr>
          <p:cNvSpPr>
            <a:spLocks xmlns:a="http://schemas.openxmlformats.org/drawingml/2006/main" noGrp="1"/>
          </p:cNvSpPr>
          <p:nvPr/>
        </p:nvSpPr>
        <p:spPr>
          <a:xfrm xmlns:a="http://schemas.openxmlformats.org/drawingml/2006/main">
            <a:off x="4562475" y="2428875"/>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6554D9"/>
                </a:solidFill>
                <a:latin typeface="Noto Sans KR"/>
                <a:ea typeface="Noto Sans KR"/>
                <a:cs typeface="Noto Sans KR"/>
              </a:defRPr>
            </a:defPPr>
            <a:lvl1pPr algn="ctr">
              <a:defRPr sz="3000" b="1">
                <a:solidFill>
                  <a:srgbClr val="6554D9"/>
                </a:solidFill>
                <a:latin typeface="Noto Sans KR"/>
                <a:ea typeface="Noto Sans KR"/>
                <a:cs typeface="Noto Sans KR"/>
              </a:defRPr>
            </a:lvl1pPr>
            <a:lvl2pPr algn="ctr">
              <a:defRPr sz="3000" b="1">
                <a:solidFill>
                  <a:srgbClr val="6554D9"/>
                </a:solidFill>
                <a:latin typeface="Noto Sans KR"/>
                <a:ea typeface="Noto Sans KR"/>
                <a:cs typeface="Noto Sans KR"/>
              </a:defRPr>
            </a:lvl2pPr>
            <a:lvl3pPr algn="ctr">
              <a:defRPr sz="3000" b="1">
                <a:solidFill>
                  <a:srgbClr val="6554D9"/>
                </a:solidFill>
                <a:latin typeface="Noto Sans KR"/>
                <a:ea typeface="Noto Sans KR"/>
                <a:cs typeface="Noto Sans KR"/>
              </a:defRPr>
            </a:lvl3pPr>
            <a:lvl4pPr algn="ctr">
              <a:defRPr sz="3000" b="1">
                <a:solidFill>
                  <a:srgbClr val="6554D9"/>
                </a:solidFill>
                <a:latin typeface="Noto Sans KR"/>
                <a:ea typeface="Noto Sans KR"/>
                <a:cs typeface="Noto Sans KR"/>
              </a:defRPr>
            </a:lvl4pPr>
            <a:lvl5pPr algn="ctr">
              <a:defRPr sz="3000" b="1">
                <a:solidFill>
                  <a:srgbClr val="6554D9"/>
                </a:solidFill>
                <a:latin typeface="Noto Sans KR"/>
                <a:ea typeface="Noto Sans KR"/>
                <a:cs typeface="Noto Sans KR"/>
              </a:defRPr>
            </a:lvl5pPr>
            <a:lvl6pPr algn="ctr">
              <a:defRPr sz="3000" b="1">
                <a:solidFill>
                  <a:srgbClr val="6554D9"/>
                </a:solidFill>
                <a:latin typeface="Noto Sans KR"/>
                <a:ea typeface="Noto Sans KR"/>
                <a:cs typeface="Noto Sans KR"/>
              </a:defRPr>
            </a:lvl6pPr>
            <a:lvl7pPr algn="ctr">
              <a:defRPr sz="3000" b="1">
                <a:solidFill>
                  <a:srgbClr val="6554D9"/>
                </a:solidFill>
                <a:latin typeface="Noto Sans KR"/>
                <a:ea typeface="Noto Sans KR"/>
                <a:cs typeface="Noto Sans KR"/>
              </a:defRPr>
            </a:lvl7pPr>
            <a:lvl8pPr algn="ctr">
              <a:defRPr sz="3000" b="1">
                <a:solidFill>
                  <a:srgbClr val="6554D9"/>
                </a:solidFill>
                <a:latin typeface="Noto Sans KR"/>
                <a:ea typeface="Noto Sans KR"/>
                <a:cs typeface="Noto Sans KR"/>
              </a:defRPr>
            </a:lvl8pPr>
            <a:lvl9pPr algn="ctr">
              <a:defRPr sz="3000" b="1">
                <a:solidFill>
                  <a:srgbClr val="6554D9"/>
                </a:solidFill>
                <a:latin typeface="Noto Sans KR"/>
                <a:ea typeface="Noto Sans KR"/>
                <a:cs typeface="Noto Sans KR"/>
              </a:defRPr>
            </a:lvl9pPr>
          </a:lstStyle>
          <a:p xmlns:a="http://schemas.openxmlformats.org/drawingml/2006/main">
            <a:pPr algn="ctr">
              <a:defRPr sz="3000" b="1">
                <a:solidFill>
                  <a:srgbClr val="FF9B63"/>
                </a:solidFill>
                <a:latin typeface="Noto Sans KR"/>
                <a:ea typeface="Noto Sans KR"/>
                <a:cs typeface="Noto Sans KR"/>
              </a:defRPr>
            </a:pPr>
            <a:r>
              <a:rPr sz="3000" b="1">
                <a:solidFill>
                  <a:srgbClr val="6554D9"/>
                </a:solidFill>
                <a:latin typeface="Noto Sans KR"/>
                <a:ea typeface="Noto Sans KR"/>
                <a:cs typeface="Noto Sans KR"/>
              </a:rPr>
              <a:t>02</a:t>
            </a:r>
          </a:p>
        </p:txBody>
      </p:sp>
      <p:sp>
        <p:nvSpPr>
          <p:cNvPr id="14" name="시간 순서">
            <a:extLst xmlns:a="http://schemas.openxmlformats.org/drawingml/2006/main">
              <a:ext uri="{FF2B5EF4-FFF2-40B4-BE49-F238E27FC236}">
                <a16:creationId xmlns:a16="http://schemas.microsoft.com/office/drawing/2014/main" id="{1A31E79D-A8D4-4D5A-954C-BFE8C40D526D}"/>
              </a:ext>
            </a:extLst>
          </p:cNvPr>
          <p:cNvSpPr>
            <a:spLocks xmlns:a="http://schemas.openxmlformats.org/drawingml/2006/main" noGrp="1"/>
          </p:cNvSpPr>
          <p:nvPr/>
        </p:nvSpPr>
        <p:spPr>
          <a:xfrm xmlns:a="http://schemas.openxmlformats.org/drawingml/2006/main">
            <a:off x="4562475" y="3076575"/>
            <a:ext cx="3057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325" b="1">
                <a:solidFill>
                  <a:srgbClr val="192035"/>
                </a:solidFill>
                <a:latin typeface="Noto Sans KR"/>
                <a:ea typeface="Noto Sans KR"/>
                <a:cs typeface="Noto Sans KR"/>
              </a:defRPr>
            </a:defPPr>
            <a:lvl1pPr algn="ctr">
              <a:defRPr sz="2325" b="1">
                <a:solidFill>
                  <a:srgbClr val="192035"/>
                </a:solidFill>
                <a:latin typeface="Noto Sans KR"/>
                <a:ea typeface="Noto Sans KR"/>
                <a:cs typeface="Noto Sans KR"/>
              </a:defRPr>
            </a:lvl1pPr>
            <a:lvl2pPr algn="ctr">
              <a:defRPr sz="2325" b="1">
                <a:solidFill>
                  <a:srgbClr val="192035"/>
                </a:solidFill>
                <a:latin typeface="Noto Sans KR"/>
                <a:ea typeface="Noto Sans KR"/>
                <a:cs typeface="Noto Sans KR"/>
              </a:defRPr>
            </a:lvl2pPr>
            <a:lvl3pPr algn="ctr">
              <a:defRPr sz="2325" b="1">
                <a:solidFill>
                  <a:srgbClr val="192035"/>
                </a:solidFill>
                <a:latin typeface="Noto Sans KR"/>
                <a:ea typeface="Noto Sans KR"/>
                <a:cs typeface="Noto Sans KR"/>
              </a:defRPr>
            </a:lvl3pPr>
            <a:lvl4pPr algn="ctr">
              <a:defRPr sz="2325" b="1">
                <a:solidFill>
                  <a:srgbClr val="192035"/>
                </a:solidFill>
                <a:latin typeface="Noto Sans KR"/>
                <a:ea typeface="Noto Sans KR"/>
                <a:cs typeface="Noto Sans KR"/>
              </a:defRPr>
            </a:lvl4pPr>
            <a:lvl5pPr algn="ctr">
              <a:defRPr sz="2325" b="1">
                <a:solidFill>
                  <a:srgbClr val="192035"/>
                </a:solidFill>
                <a:latin typeface="Noto Sans KR"/>
                <a:ea typeface="Noto Sans KR"/>
                <a:cs typeface="Noto Sans KR"/>
              </a:defRPr>
            </a:lvl5pPr>
            <a:lvl6pPr algn="ctr">
              <a:defRPr sz="2325" b="1">
                <a:solidFill>
                  <a:srgbClr val="192035"/>
                </a:solidFill>
                <a:latin typeface="Noto Sans KR"/>
                <a:ea typeface="Noto Sans KR"/>
                <a:cs typeface="Noto Sans KR"/>
              </a:defRPr>
            </a:lvl6pPr>
            <a:lvl7pPr algn="ctr">
              <a:defRPr sz="2325" b="1">
                <a:solidFill>
                  <a:srgbClr val="192035"/>
                </a:solidFill>
                <a:latin typeface="Noto Sans KR"/>
                <a:ea typeface="Noto Sans KR"/>
                <a:cs typeface="Noto Sans KR"/>
              </a:defRPr>
            </a:lvl7pPr>
            <a:lvl8pPr algn="ctr">
              <a:defRPr sz="2325" b="1">
                <a:solidFill>
                  <a:srgbClr val="192035"/>
                </a:solidFill>
                <a:latin typeface="Noto Sans KR"/>
                <a:ea typeface="Noto Sans KR"/>
                <a:cs typeface="Noto Sans KR"/>
              </a:defRPr>
            </a:lvl8pPr>
            <a:lvl9pPr algn="ctr">
              <a:defRPr sz="2325" b="1">
                <a:solidFill>
                  <a:srgbClr val="192035"/>
                </a:solidFill>
                <a:latin typeface="Noto Sans KR"/>
                <a:ea typeface="Noto Sans KR"/>
                <a:cs typeface="Noto Sans KR"/>
              </a:defRPr>
            </a:lvl9pPr>
          </a:lstStyle>
          <a:p xmlns:a="http://schemas.openxmlformats.org/drawingml/2006/main">
            <a:pPr algn="ctr">
              <a:defRPr sz="2325" b="1">
                <a:solidFill>
                  <a:srgbClr val="F1F5F9"/>
                </a:solidFill>
                <a:latin typeface="Noto Sans KR"/>
                <a:ea typeface="Noto Sans KR"/>
                <a:cs typeface="Noto Sans KR"/>
              </a:defRPr>
            </a:pPr>
            <a:r>
              <a:rPr sz="2325" b="1">
                <a:solidFill>
                  <a:srgbClr val="192035"/>
                </a:solidFill>
                <a:latin typeface="Noto Sans KR"/>
                <a:ea typeface="Noto Sans KR"/>
                <a:cs typeface="Noto Sans KR"/>
              </a:rPr>
              <a:t>시간 순서</a:t>
            </a:r>
          </a:p>
        </p:txBody>
      </p:sp>
      <p:sp>
        <p:nvSpPr>
          <p:cNvPr id="15" name="">
            <a:extLst xmlns:a="http://schemas.openxmlformats.org/drawingml/2006/main">
              <a:ext uri="{FF2B5EF4-FFF2-40B4-BE49-F238E27FC236}">
                <a16:creationId xmlns:a16="http://schemas.microsoft.com/office/drawing/2014/main" id="{35201514-5603-480F-84C2-014AFE5DE76B}"/>
              </a:ext>
            </a:extLst>
          </p:cNvPr>
          <p:cNvSpPr>
            <a:spLocks xmlns:a="http://schemas.openxmlformats.org/drawingml/2006/main" noGrp="1"/>
          </p:cNvSpPr>
          <p:nvPr/>
        </p:nvSpPr>
        <p:spPr>
          <a:xfrm xmlns:a="http://schemas.openxmlformats.org/drawingml/2006/main">
            <a:off x="4610100" y="3752850"/>
            <a:ext cx="2962275" cy="523875"/>
          </a:xfrm>
          <a:prstGeom xmlns:a="http://schemas.openxmlformats.org/drawingml/2006/main" prst="roundRect">
            <a:avLst>
              <a:gd name="adj" fmla="val 32727"/>
            </a:avLst>
          </a:prstGeom>
          <a:solidFill xmlns:a="http://schemas.openxmlformats.org/drawingml/2006/main">
            <a:srgbClr val="F0EDF9"/>
          </a:solidFill>
          <a:ln xmlns:a="http://schemas.openxmlformats.org/drawingml/2006/main" w="14288">
            <a:solidFill>
              <a:srgbClr val="CCC8DF"/>
            </a:solidFill>
            <a:prstDash val="solid"/>
          </a:ln>
        </p:spPr>
      </p:sp>
      <p:sp>
        <p:nvSpPr>
          <p:cNvPr id="16" name="방문·체류">
            <a:extLst xmlns:a="http://schemas.openxmlformats.org/drawingml/2006/main">
              <a:ext uri="{FF2B5EF4-FFF2-40B4-BE49-F238E27FC236}">
                <a16:creationId xmlns:a16="http://schemas.microsoft.com/office/drawing/2014/main" id="{94E76119-CC04-40D0-AD99-A0D7E80753B9}"/>
              </a:ext>
            </a:extLst>
          </p:cNvPr>
          <p:cNvSpPr>
            <a:spLocks xmlns:a="http://schemas.openxmlformats.org/drawingml/2006/main" noGrp="1"/>
          </p:cNvSpPr>
          <p:nvPr/>
        </p:nvSpPr>
        <p:spPr>
          <a:xfrm xmlns:a="http://schemas.openxmlformats.org/drawingml/2006/main">
            <a:off x="4705350" y="3810000"/>
            <a:ext cx="2771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92035"/>
                </a:solidFill>
                <a:latin typeface="Noto Sans KR"/>
                <a:ea typeface="Noto Sans KR"/>
                <a:cs typeface="Noto Sans KR"/>
              </a:defRPr>
            </a:defPPr>
            <a:lvl1pPr algn="ctr">
              <a:defRPr sz="1800" b="1">
                <a:solidFill>
                  <a:srgbClr val="192035"/>
                </a:solidFill>
                <a:latin typeface="Noto Sans KR"/>
                <a:ea typeface="Noto Sans KR"/>
                <a:cs typeface="Noto Sans KR"/>
              </a:defRPr>
            </a:lvl1pPr>
            <a:lvl2pPr algn="ctr">
              <a:defRPr sz="1800" b="1">
                <a:solidFill>
                  <a:srgbClr val="192035"/>
                </a:solidFill>
                <a:latin typeface="Noto Sans KR"/>
                <a:ea typeface="Noto Sans KR"/>
                <a:cs typeface="Noto Sans KR"/>
              </a:defRPr>
            </a:lvl2pPr>
            <a:lvl3pPr algn="ctr">
              <a:defRPr sz="1800" b="1">
                <a:solidFill>
                  <a:srgbClr val="192035"/>
                </a:solidFill>
                <a:latin typeface="Noto Sans KR"/>
                <a:ea typeface="Noto Sans KR"/>
                <a:cs typeface="Noto Sans KR"/>
              </a:defRPr>
            </a:lvl3pPr>
            <a:lvl4pPr algn="ctr">
              <a:defRPr sz="1800" b="1">
                <a:solidFill>
                  <a:srgbClr val="192035"/>
                </a:solidFill>
                <a:latin typeface="Noto Sans KR"/>
                <a:ea typeface="Noto Sans KR"/>
                <a:cs typeface="Noto Sans KR"/>
              </a:defRPr>
            </a:lvl4pPr>
            <a:lvl5pPr algn="ctr">
              <a:defRPr sz="1800" b="1">
                <a:solidFill>
                  <a:srgbClr val="192035"/>
                </a:solidFill>
                <a:latin typeface="Noto Sans KR"/>
                <a:ea typeface="Noto Sans KR"/>
                <a:cs typeface="Noto Sans KR"/>
              </a:defRPr>
            </a:lvl5pPr>
            <a:lvl6pPr algn="ctr">
              <a:defRPr sz="1800" b="1">
                <a:solidFill>
                  <a:srgbClr val="192035"/>
                </a:solidFill>
                <a:latin typeface="Noto Sans KR"/>
                <a:ea typeface="Noto Sans KR"/>
                <a:cs typeface="Noto Sans KR"/>
              </a:defRPr>
            </a:lvl6pPr>
            <a:lvl7pPr algn="ctr">
              <a:defRPr sz="1800" b="1">
                <a:solidFill>
                  <a:srgbClr val="192035"/>
                </a:solidFill>
                <a:latin typeface="Noto Sans KR"/>
                <a:ea typeface="Noto Sans KR"/>
                <a:cs typeface="Noto Sans KR"/>
              </a:defRPr>
            </a:lvl7pPr>
            <a:lvl8pPr algn="ctr">
              <a:defRPr sz="1800" b="1">
                <a:solidFill>
                  <a:srgbClr val="192035"/>
                </a:solidFill>
                <a:latin typeface="Noto Sans KR"/>
                <a:ea typeface="Noto Sans KR"/>
                <a:cs typeface="Noto Sans KR"/>
              </a:defRPr>
            </a:lvl8pPr>
            <a:lvl9pPr algn="ctr">
              <a:defRPr sz="1800" b="1">
                <a:solidFill>
                  <a:srgbClr val="192035"/>
                </a:solidFill>
                <a:latin typeface="Noto Sans KR"/>
                <a:ea typeface="Noto Sans KR"/>
                <a:cs typeface="Noto Sans KR"/>
              </a:defRPr>
            </a:lvl9pPr>
          </a:lstStyle>
          <a:p xmlns:a="http://schemas.openxmlformats.org/drawingml/2006/main">
            <a:pPr algn="ctr">
              <a:defRPr sz="1800" b="1">
                <a:solidFill>
                  <a:srgbClr val="F1F5F9"/>
                </a:solidFill>
                <a:latin typeface="Noto Sans KR"/>
                <a:ea typeface="Noto Sans KR"/>
                <a:cs typeface="Noto Sans KR"/>
              </a:defRPr>
            </a:pPr>
            <a:r>
              <a:rPr sz="1800" b="1">
                <a:solidFill>
                  <a:srgbClr val="192035"/>
                </a:solidFill>
                <a:latin typeface="Noto Sans KR"/>
                <a:ea typeface="Noto Sans KR"/>
                <a:cs typeface="Noto Sans KR"/>
              </a:rPr>
              <a:t>방문·체류</a:t>
            </a:r>
          </a:p>
        </p:txBody>
      </p:sp>
      <p:sp>
        <p:nvSpPr>
          <p:cNvPr id="17" name="↔">
            <a:extLst xmlns:a="http://schemas.openxmlformats.org/drawingml/2006/main">
              <a:ext uri="{FF2B5EF4-FFF2-40B4-BE49-F238E27FC236}">
                <a16:creationId xmlns:a16="http://schemas.microsoft.com/office/drawing/2014/main" id="{DC14690C-9E56-483B-828E-2A548F821A04}"/>
              </a:ext>
            </a:extLst>
          </p:cNvPr>
          <p:cNvSpPr>
            <a:spLocks xmlns:a="http://schemas.openxmlformats.org/drawingml/2006/main" noGrp="1"/>
          </p:cNvSpPr>
          <p:nvPr/>
        </p:nvSpPr>
        <p:spPr>
          <a:xfrm xmlns:a="http://schemas.openxmlformats.org/drawingml/2006/main">
            <a:off x="5629275" y="4286250"/>
            <a:ext cx="942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49780"/>
                </a:solidFill>
                <a:latin typeface="Noto Sans KR"/>
                <a:ea typeface="Noto Sans KR"/>
                <a:cs typeface="Noto Sans KR"/>
              </a:defRPr>
            </a:defPPr>
            <a:lvl1pPr algn="ctr">
              <a:defRPr sz="2250" b="1">
                <a:solidFill>
                  <a:srgbClr val="149780"/>
                </a:solidFill>
                <a:latin typeface="Noto Sans KR"/>
                <a:ea typeface="Noto Sans KR"/>
                <a:cs typeface="Noto Sans KR"/>
              </a:defRPr>
            </a:lvl1pPr>
            <a:lvl2pPr algn="ctr">
              <a:defRPr sz="2250" b="1">
                <a:solidFill>
                  <a:srgbClr val="149780"/>
                </a:solidFill>
                <a:latin typeface="Noto Sans KR"/>
                <a:ea typeface="Noto Sans KR"/>
                <a:cs typeface="Noto Sans KR"/>
              </a:defRPr>
            </a:lvl2pPr>
            <a:lvl3pPr algn="ctr">
              <a:defRPr sz="2250" b="1">
                <a:solidFill>
                  <a:srgbClr val="149780"/>
                </a:solidFill>
                <a:latin typeface="Noto Sans KR"/>
                <a:ea typeface="Noto Sans KR"/>
                <a:cs typeface="Noto Sans KR"/>
              </a:defRPr>
            </a:lvl3pPr>
            <a:lvl4pPr algn="ctr">
              <a:defRPr sz="2250" b="1">
                <a:solidFill>
                  <a:srgbClr val="149780"/>
                </a:solidFill>
                <a:latin typeface="Noto Sans KR"/>
                <a:ea typeface="Noto Sans KR"/>
                <a:cs typeface="Noto Sans KR"/>
              </a:defRPr>
            </a:lvl4pPr>
            <a:lvl5pPr algn="ctr">
              <a:defRPr sz="2250" b="1">
                <a:solidFill>
                  <a:srgbClr val="149780"/>
                </a:solidFill>
                <a:latin typeface="Noto Sans KR"/>
                <a:ea typeface="Noto Sans KR"/>
                <a:cs typeface="Noto Sans KR"/>
              </a:defRPr>
            </a:lvl5pPr>
            <a:lvl6pPr algn="ctr">
              <a:defRPr sz="2250" b="1">
                <a:solidFill>
                  <a:srgbClr val="149780"/>
                </a:solidFill>
                <a:latin typeface="Noto Sans KR"/>
                <a:ea typeface="Noto Sans KR"/>
                <a:cs typeface="Noto Sans KR"/>
              </a:defRPr>
            </a:lvl6pPr>
            <a:lvl7pPr algn="ctr">
              <a:defRPr sz="2250" b="1">
                <a:solidFill>
                  <a:srgbClr val="149780"/>
                </a:solidFill>
                <a:latin typeface="Noto Sans KR"/>
                <a:ea typeface="Noto Sans KR"/>
                <a:cs typeface="Noto Sans KR"/>
              </a:defRPr>
            </a:lvl7pPr>
            <a:lvl8pPr algn="ctr">
              <a:defRPr sz="2250" b="1">
                <a:solidFill>
                  <a:srgbClr val="149780"/>
                </a:solidFill>
                <a:latin typeface="Noto Sans KR"/>
                <a:ea typeface="Noto Sans KR"/>
                <a:cs typeface="Noto Sans KR"/>
              </a:defRPr>
            </a:lvl8pPr>
            <a:lvl9pPr algn="ctr">
              <a:defRPr sz="2250" b="1">
                <a:solidFill>
                  <a:srgbClr val="149780"/>
                </a:solidFill>
                <a:latin typeface="Noto Sans KR"/>
                <a:ea typeface="Noto Sans KR"/>
                <a:cs typeface="Noto Sans KR"/>
              </a:defRPr>
            </a:lvl9pPr>
          </a:lstStyle>
          <a:p xmlns:a="http://schemas.openxmlformats.org/drawingml/2006/main">
            <a:pPr algn="ctr">
              <a:defRPr sz="2250" b="1">
                <a:solidFill>
                  <a:srgbClr val="3CDD8A"/>
                </a:solidFill>
                <a:latin typeface="Noto Sans KR"/>
                <a:ea typeface="Noto Sans KR"/>
                <a:cs typeface="Noto Sans KR"/>
              </a:defRPr>
            </a:pPr>
            <a:r>
              <a:rPr sz="2250" b="1">
                <a:solidFill>
                  <a:srgbClr val="149780"/>
                </a:solidFill>
                <a:latin typeface="Noto Sans KR"/>
                <a:ea typeface="Noto Sans KR"/>
                <a:cs typeface="Noto Sans KR"/>
              </a:rPr>
              <a:t>↔</a:t>
            </a:r>
          </a:p>
        </p:txBody>
      </p:sp>
      <p:sp>
        <p:nvSpPr>
          <p:cNvPr id="18" name="">
            <a:extLst xmlns:a="http://schemas.openxmlformats.org/drawingml/2006/main">
              <a:ext uri="{FF2B5EF4-FFF2-40B4-BE49-F238E27FC236}">
                <a16:creationId xmlns:a16="http://schemas.microsoft.com/office/drawing/2014/main" id="{F7965227-B9E9-45F2-8A87-BA6F51090E1B}"/>
              </a:ext>
            </a:extLst>
          </p:cNvPr>
          <p:cNvSpPr>
            <a:spLocks xmlns:a="http://schemas.openxmlformats.org/drawingml/2006/main" noGrp="1"/>
          </p:cNvSpPr>
          <p:nvPr/>
        </p:nvSpPr>
        <p:spPr>
          <a:xfrm xmlns:a="http://schemas.openxmlformats.org/drawingml/2006/main">
            <a:off x="4610100" y="4714875"/>
            <a:ext cx="2962275" cy="523875"/>
          </a:xfrm>
          <a:prstGeom xmlns:a="http://schemas.openxmlformats.org/drawingml/2006/main" prst="roundRect">
            <a:avLst>
              <a:gd name="adj" fmla="val 32727"/>
            </a:avLst>
          </a:prstGeom>
          <a:solidFill xmlns:a="http://schemas.openxmlformats.org/drawingml/2006/main">
            <a:srgbClr val="F0EDF9"/>
          </a:solidFill>
          <a:ln xmlns:a="http://schemas.openxmlformats.org/drawingml/2006/main" w="14288">
            <a:solidFill>
              <a:srgbClr val="CCC8DF"/>
            </a:solidFill>
            <a:prstDash val="solid"/>
          </a:ln>
        </p:spPr>
      </p:sp>
      <p:sp>
        <p:nvSpPr>
          <p:cNvPr id="19" name="결제 시점">
            <a:extLst xmlns:a="http://schemas.openxmlformats.org/drawingml/2006/main">
              <a:ext uri="{FF2B5EF4-FFF2-40B4-BE49-F238E27FC236}">
                <a16:creationId xmlns:a16="http://schemas.microsoft.com/office/drawing/2014/main" id="{8E578509-9ECF-41CF-A094-96DF62063744}"/>
              </a:ext>
            </a:extLst>
          </p:cNvPr>
          <p:cNvSpPr>
            <a:spLocks xmlns:a="http://schemas.openxmlformats.org/drawingml/2006/main" noGrp="1"/>
          </p:cNvSpPr>
          <p:nvPr/>
        </p:nvSpPr>
        <p:spPr>
          <a:xfrm xmlns:a="http://schemas.openxmlformats.org/drawingml/2006/main">
            <a:off x="4705350" y="4772025"/>
            <a:ext cx="2771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92035"/>
                </a:solidFill>
                <a:latin typeface="Noto Sans KR"/>
                <a:ea typeface="Noto Sans KR"/>
                <a:cs typeface="Noto Sans KR"/>
              </a:defRPr>
            </a:defPPr>
            <a:lvl1pPr algn="ctr">
              <a:defRPr sz="1800" b="1">
                <a:solidFill>
                  <a:srgbClr val="192035"/>
                </a:solidFill>
                <a:latin typeface="Noto Sans KR"/>
                <a:ea typeface="Noto Sans KR"/>
                <a:cs typeface="Noto Sans KR"/>
              </a:defRPr>
            </a:lvl1pPr>
            <a:lvl2pPr algn="ctr">
              <a:defRPr sz="1800" b="1">
                <a:solidFill>
                  <a:srgbClr val="192035"/>
                </a:solidFill>
                <a:latin typeface="Noto Sans KR"/>
                <a:ea typeface="Noto Sans KR"/>
                <a:cs typeface="Noto Sans KR"/>
              </a:defRPr>
            </a:lvl2pPr>
            <a:lvl3pPr algn="ctr">
              <a:defRPr sz="1800" b="1">
                <a:solidFill>
                  <a:srgbClr val="192035"/>
                </a:solidFill>
                <a:latin typeface="Noto Sans KR"/>
                <a:ea typeface="Noto Sans KR"/>
                <a:cs typeface="Noto Sans KR"/>
              </a:defRPr>
            </a:lvl3pPr>
            <a:lvl4pPr algn="ctr">
              <a:defRPr sz="1800" b="1">
                <a:solidFill>
                  <a:srgbClr val="192035"/>
                </a:solidFill>
                <a:latin typeface="Noto Sans KR"/>
                <a:ea typeface="Noto Sans KR"/>
                <a:cs typeface="Noto Sans KR"/>
              </a:defRPr>
            </a:lvl4pPr>
            <a:lvl5pPr algn="ctr">
              <a:defRPr sz="1800" b="1">
                <a:solidFill>
                  <a:srgbClr val="192035"/>
                </a:solidFill>
                <a:latin typeface="Noto Sans KR"/>
                <a:ea typeface="Noto Sans KR"/>
                <a:cs typeface="Noto Sans KR"/>
              </a:defRPr>
            </a:lvl5pPr>
            <a:lvl6pPr algn="ctr">
              <a:defRPr sz="1800" b="1">
                <a:solidFill>
                  <a:srgbClr val="192035"/>
                </a:solidFill>
                <a:latin typeface="Noto Sans KR"/>
                <a:ea typeface="Noto Sans KR"/>
                <a:cs typeface="Noto Sans KR"/>
              </a:defRPr>
            </a:lvl6pPr>
            <a:lvl7pPr algn="ctr">
              <a:defRPr sz="1800" b="1">
                <a:solidFill>
                  <a:srgbClr val="192035"/>
                </a:solidFill>
                <a:latin typeface="Noto Sans KR"/>
                <a:ea typeface="Noto Sans KR"/>
                <a:cs typeface="Noto Sans KR"/>
              </a:defRPr>
            </a:lvl7pPr>
            <a:lvl8pPr algn="ctr">
              <a:defRPr sz="1800" b="1">
                <a:solidFill>
                  <a:srgbClr val="192035"/>
                </a:solidFill>
                <a:latin typeface="Noto Sans KR"/>
                <a:ea typeface="Noto Sans KR"/>
                <a:cs typeface="Noto Sans KR"/>
              </a:defRPr>
            </a:lvl8pPr>
            <a:lvl9pPr algn="ctr">
              <a:defRPr sz="1800" b="1">
                <a:solidFill>
                  <a:srgbClr val="192035"/>
                </a:solidFill>
                <a:latin typeface="Noto Sans KR"/>
                <a:ea typeface="Noto Sans KR"/>
                <a:cs typeface="Noto Sans KR"/>
              </a:defRPr>
            </a:lvl9pPr>
          </a:lstStyle>
          <a:p xmlns:a="http://schemas.openxmlformats.org/drawingml/2006/main">
            <a:pPr algn="ctr">
              <a:defRPr sz="1800" b="1">
                <a:solidFill>
                  <a:srgbClr val="F1F5F9"/>
                </a:solidFill>
                <a:latin typeface="Noto Sans KR"/>
                <a:ea typeface="Noto Sans KR"/>
                <a:cs typeface="Noto Sans KR"/>
              </a:defRPr>
            </a:pPr>
            <a:r>
              <a:rPr sz="1800" b="1">
                <a:solidFill>
                  <a:srgbClr val="192035"/>
                </a:solidFill>
                <a:latin typeface="Noto Sans KR"/>
                <a:ea typeface="Noto Sans KR"/>
                <a:cs typeface="Noto Sans KR"/>
              </a:rPr>
              <a:t>결제 시점</a:t>
            </a:r>
          </a:p>
        </p:txBody>
      </p:sp>
      <p:sp>
        <p:nvSpPr>
          <p:cNvPr id="20" name="결제 전·후 미구분">
            <a:extLst xmlns:a="http://schemas.openxmlformats.org/drawingml/2006/main">
              <a:ext uri="{FF2B5EF4-FFF2-40B4-BE49-F238E27FC236}">
                <a16:creationId xmlns:a16="http://schemas.microsoft.com/office/drawing/2014/main" id="{64AF0215-64C4-4E4C-8FA7-C0BE2D62F084}"/>
              </a:ext>
            </a:extLst>
          </p:cNvPr>
          <p:cNvSpPr>
            <a:spLocks xmlns:a="http://schemas.openxmlformats.org/drawingml/2006/main" noGrp="1"/>
          </p:cNvSpPr>
          <p:nvPr/>
        </p:nvSpPr>
        <p:spPr>
          <a:xfrm xmlns:a="http://schemas.openxmlformats.org/drawingml/2006/main">
            <a:off x="4562475" y="5381625"/>
            <a:ext cx="3057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738096"/>
                </a:solidFill>
                <a:latin typeface="Noto Sans KR"/>
                <a:ea typeface="Noto Sans KR"/>
                <a:cs typeface="Noto Sans KR"/>
              </a:defRPr>
            </a:defPPr>
            <a:lvl1pPr algn="ctr">
              <a:defRPr sz="1500" b="0">
                <a:solidFill>
                  <a:srgbClr val="738096"/>
                </a:solidFill>
                <a:latin typeface="Noto Sans KR"/>
                <a:ea typeface="Noto Sans KR"/>
                <a:cs typeface="Noto Sans KR"/>
              </a:defRPr>
            </a:lvl1pPr>
            <a:lvl2pPr algn="ctr">
              <a:defRPr sz="1500" b="0">
                <a:solidFill>
                  <a:srgbClr val="738096"/>
                </a:solidFill>
                <a:latin typeface="Noto Sans KR"/>
                <a:ea typeface="Noto Sans KR"/>
                <a:cs typeface="Noto Sans KR"/>
              </a:defRPr>
            </a:lvl2pPr>
            <a:lvl3pPr algn="ctr">
              <a:defRPr sz="1500" b="0">
                <a:solidFill>
                  <a:srgbClr val="738096"/>
                </a:solidFill>
                <a:latin typeface="Noto Sans KR"/>
                <a:ea typeface="Noto Sans KR"/>
                <a:cs typeface="Noto Sans KR"/>
              </a:defRPr>
            </a:lvl3pPr>
            <a:lvl4pPr algn="ctr">
              <a:defRPr sz="1500" b="0">
                <a:solidFill>
                  <a:srgbClr val="738096"/>
                </a:solidFill>
                <a:latin typeface="Noto Sans KR"/>
                <a:ea typeface="Noto Sans KR"/>
                <a:cs typeface="Noto Sans KR"/>
              </a:defRPr>
            </a:lvl4pPr>
            <a:lvl5pPr algn="ctr">
              <a:defRPr sz="1500" b="0">
                <a:solidFill>
                  <a:srgbClr val="738096"/>
                </a:solidFill>
                <a:latin typeface="Noto Sans KR"/>
                <a:ea typeface="Noto Sans KR"/>
                <a:cs typeface="Noto Sans KR"/>
              </a:defRPr>
            </a:lvl5pPr>
            <a:lvl6pPr algn="ctr">
              <a:defRPr sz="1500" b="0">
                <a:solidFill>
                  <a:srgbClr val="738096"/>
                </a:solidFill>
                <a:latin typeface="Noto Sans KR"/>
                <a:ea typeface="Noto Sans KR"/>
                <a:cs typeface="Noto Sans KR"/>
              </a:defRPr>
            </a:lvl6pPr>
            <a:lvl7pPr algn="ctr">
              <a:defRPr sz="1500" b="0">
                <a:solidFill>
                  <a:srgbClr val="738096"/>
                </a:solidFill>
                <a:latin typeface="Noto Sans KR"/>
                <a:ea typeface="Noto Sans KR"/>
                <a:cs typeface="Noto Sans KR"/>
              </a:defRPr>
            </a:lvl7pPr>
            <a:lvl8pPr algn="ctr">
              <a:defRPr sz="1500" b="0">
                <a:solidFill>
                  <a:srgbClr val="738096"/>
                </a:solidFill>
                <a:latin typeface="Noto Sans KR"/>
                <a:ea typeface="Noto Sans KR"/>
                <a:cs typeface="Noto Sans KR"/>
              </a:defRPr>
            </a:lvl8pPr>
            <a:lvl9pPr algn="ctr">
              <a:defRPr sz="1500" b="0">
                <a:solidFill>
                  <a:srgbClr val="738096"/>
                </a:solidFill>
                <a:latin typeface="Noto Sans KR"/>
                <a:ea typeface="Noto Sans KR"/>
                <a:cs typeface="Noto Sans KR"/>
              </a:defRPr>
            </a:lvl9pPr>
          </a:lstStyle>
          <a:p xmlns:a="http://schemas.openxmlformats.org/drawingml/2006/main">
            <a:pPr algn="ctr">
              <a:defRPr sz="1500" b="0">
                <a:solidFill>
                  <a:srgbClr val="BAC5D8"/>
                </a:solidFill>
                <a:latin typeface="Noto Sans KR"/>
                <a:ea typeface="Noto Sans KR"/>
                <a:cs typeface="Noto Sans KR"/>
              </a:defRPr>
            </a:pPr>
            <a:r>
              <a:rPr sz="1500" b="0">
                <a:solidFill>
                  <a:srgbClr val="738096"/>
                </a:solidFill>
                <a:latin typeface="Noto Sans KR"/>
                <a:ea typeface="Noto Sans KR"/>
                <a:cs typeface="Noto Sans KR"/>
              </a:rPr>
              <a:t>결제 전·후 미구분</a:t>
            </a:r>
          </a:p>
        </p:txBody>
      </p:sp>
      <p:sp>
        <p:nvSpPr>
          <p:cNvPr id="21" name="03">
            <a:extLst xmlns:a="http://schemas.openxmlformats.org/drawingml/2006/main">
              <a:ext uri="{FF2B5EF4-FFF2-40B4-BE49-F238E27FC236}">
                <a16:creationId xmlns:a16="http://schemas.microsoft.com/office/drawing/2014/main" id="{08018F1D-0FDB-4D5A-981E-F36971031617}"/>
              </a:ext>
            </a:extLst>
          </p:cNvPr>
          <p:cNvSpPr>
            <a:spLocks xmlns:a="http://schemas.openxmlformats.org/drawingml/2006/main" noGrp="1"/>
          </p:cNvSpPr>
          <p:nvPr/>
        </p:nvSpPr>
        <p:spPr>
          <a:xfrm xmlns:a="http://schemas.openxmlformats.org/drawingml/2006/main">
            <a:off x="8048625" y="2428875"/>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6554D9"/>
                </a:solidFill>
                <a:latin typeface="Noto Sans KR"/>
                <a:ea typeface="Noto Sans KR"/>
                <a:cs typeface="Noto Sans KR"/>
              </a:defRPr>
            </a:defPPr>
            <a:lvl1pPr algn="ctr">
              <a:defRPr sz="3000" b="1">
                <a:solidFill>
                  <a:srgbClr val="6554D9"/>
                </a:solidFill>
                <a:latin typeface="Noto Sans KR"/>
                <a:ea typeface="Noto Sans KR"/>
                <a:cs typeface="Noto Sans KR"/>
              </a:defRPr>
            </a:lvl1pPr>
            <a:lvl2pPr algn="ctr">
              <a:defRPr sz="3000" b="1">
                <a:solidFill>
                  <a:srgbClr val="6554D9"/>
                </a:solidFill>
                <a:latin typeface="Noto Sans KR"/>
                <a:ea typeface="Noto Sans KR"/>
                <a:cs typeface="Noto Sans KR"/>
              </a:defRPr>
            </a:lvl2pPr>
            <a:lvl3pPr algn="ctr">
              <a:defRPr sz="3000" b="1">
                <a:solidFill>
                  <a:srgbClr val="6554D9"/>
                </a:solidFill>
                <a:latin typeface="Noto Sans KR"/>
                <a:ea typeface="Noto Sans KR"/>
                <a:cs typeface="Noto Sans KR"/>
              </a:defRPr>
            </a:lvl3pPr>
            <a:lvl4pPr algn="ctr">
              <a:defRPr sz="3000" b="1">
                <a:solidFill>
                  <a:srgbClr val="6554D9"/>
                </a:solidFill>
                <a:latin typeface="Noto Sans KR"/>
                <a:ea typeface="Noto Sans KR"/>
                <a:cs typeface="Noto Sans KR"/>
              </a:defRPr>
            </a:lvl4pPr>
            <a:lvl5pPr algn="ctr">
              <a:defRPr sz="3000" b="1">
                <a:solidFill>
                  <a:srgbClr val="6554D9"/>
                </a:solidFill>
                <a:latin typeface="Noto Sans KR"/>
                <a:ea typeface="Noto Sans KR"/>
                <a:cs typeface="Noto Sans KR"/>
              </a:defRPr>
            </a:lvl5pPr>
            <a:lvl6pPr algn="ctr">
              <a:defRPr sz="3000" b="1">
                <a:solidFill>
                  <a:srgbClr val="6554D9"/>
                </a:solidFill>
                <a:latin typeface="Noto Sans KR"/>
                <a:ea typeface="Noto Sans KR"/>
                <a:cs typeface="Noto Sans KR"/>
              </a:defRPr>
            </a:lvl6pPr>
            <a:lvl7pPr algn="ctr">
              <a:defRPr sz="3000" b="1">
                <a:solidFill>
                  <a:srgbClr val="6554D9"/>
                </a:solidFill>
                <a:latin typeface="Noto Sans KR"/>
                <a:ea typeface="Noto Sans KR"/>
                <a:cs typeface="Noto Sans KR"/>
              </a:defRPr>
            </a:lvl7pPr>
            <a:lvl8pPr algn="ctr">
              <a:defRPr sz="3000" b="1">
                <a:solidFill>
                  <a:srgbClr val="6554D9"/>
                </a:solidFill>
                <a:latin typeface="Noto Sans KR"/>
                <a:ea typeface="Noto Sans KR"/>
                <a:cs typeface="Noto Sans KR"/>
              </a:defRPr>
            </a:lvl8pPr>
            <a:lvl9pPr algn="ctr">
              <a:defRPr sz="3000" b="1">
                <a:solidFill>
                  <a:srgbClr val="6554D9"/>
                </a:solidFill>
                <a:latin typeface="Noto Sans KR"/>
                <a:ea typeface="Noto Sans KR"/>
                <a:cs typeface="Noto Sans KR"/>
              </a:defRPr>
            </a:lvl9pPr>
          </a:lstStyle>
          <a:p xmlns:a="http://schemas.openxmlformats.org/drawingml/2006/main">
            <a:pPr algn="ctr">
              <a:defRPr sz="3000" b="1">
                <a:solidFill>
                  <a:srgbClr val="FF9B63"/>
                </a:solidFill>
                <a:latin typeface="Noto Sans KR"/>
                <a:ea typeface="Noto Sans KR"/>
                <a:cs typeface="Noto Sans KR"/>
              </a:defRPr>
            </a:pPr>
            <a:r>
              <a:rPr sz="3000" b="1">
                <a:solidFill>
                  <a:srgbClr val="6554D9"/>
                </a:solidFill>
                <a:latin typeface="Noto Sans KR"/>
                <a:ea typeface="Noto Sans KR"/>
                <a:cs typeface="Noto Sans KR"/>
              </a:rPr>
              <a:t>03</a:t>
            </a:r>
          </a:p>
        </p:txBody>
      </p:sp>
      <p:sp>
        <p:nvSpPr>
          <p:cNvPr id="22" name="고객·외부 요인">
            <a:extLst xmlns:a="http://schemas.openxmlformats.org/drawingml/2006/main">
              <a:ext uri="{FF2B5EF4-FFF2-40B4-BE49-F238E27FC236}">
                <a16:creationId xmlns:a16="http://schemas.microsoft.com/office/drawing/2014/main" id="{277F73AA-DCAB-4D5A-8995-566CF72AEA1E}"/>
              </a:ext>
            </a:extLst>
          </p:cNvPr>
          <p:cNvSpPr>
            <a:spLocks xmlns:a="http://schemas.openxmlformats.org/drawingml/2006/main" noGrp="1"/>
          </p:cNvSpPr>
          <p:nvPr/>
        </p:nvSpPr>
        <p:spPr>
          <a:xfrm xmlns:a="http://schemas.openxmlformats.org/drawingml/2006/main">
            <a:off x="8048625" y="3076575"/>
            <a:ext cx="3057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325" b="1">
                <a:solidFill>
                  <a:srgbClr val="192035"/>
                </a:solidFill>
                <a:latin typeface="Noto Sans KR"/>
                <a:ea typeface="Noto Sans KR"/>
                <a:cs typeface="Noto Sans KR"/>
              </a:defRPr>
            </a:defPPr>
            <a:lvl1pPr algn="ctr">
              <a:defRPr sz="2325" b="1">
                <a:solidFill>
                  <a:srgbClr val="192035"/>
                </a:solidFill>
                <a:latin typeface="Noto Sans KR"/>
                <a:ea typeface="Noto Sans KR"/>
                <a:cs typeface="Noto Sans KR"/>
              </a:defRPr>
            </a:lvl1pPr>
            <a:lvl2pPr algn="ctr">
              <a:defRPr sz="2325" b="1">
                <a:solidFill>
                  <a:srgbClr val="192035"/>
                </a:solidFill>
                <a:latin typeface="Noto Sans KR"/>
                <a:ea typeface="Noto Sans KR"/>
                <a:cs typeface="Noto Sans KR"/>
              </a:defRPr>
            </a:lvl2pPr>
            <a:lvl3pPr algn="ctr">
              <a:defRPr sz="2325" b="1">
                <a:solidFill>
                  <a:srgbClr val="192035"/>
                </a:solidFill>
                <a:latin typeface="Noto Sans KR"/>
                <a:ea typeface="Noto Sans KR"/>
                <a:cs typeface="Noto Sans KR"/>
              </a:defRPr>
            </a:lvl3pPr>
            <a:lvl4pPr algn="ctr">
              <a:defRPr sz="2325" b="1">
                <a:solidFill>
                  <a:srgbClr val="192035"/>
                </a:solidFill>
                <a:latin typeface="Noto Sans KR"/>
                <a:ea typeface="Noto Sans KR"/>
                <a:cs typeface="Noto Sans KR"/>
              </a:defRPr>
            </a:lvl4pPr>
            <a:lvl5pPr algn="ctr">
              <a:defRPr sz="2325" b="1">
                <a:solidFill>
                  <a:srgbClr val="192035"/>
                </a:solidFill>
                <a:latin typeface="Noto Sans KR"/>
                <a:ea typeface="Noto Sans KR"/>
                <a:cs typeface="Noto Sans KR"/>
              </a:defRPr>
            </a:lvl5pPr>
            <a:lvl6pPr algn="ctr">
              <a:defRPr sz="2325" b="1">
                <a:solidFill>
                  <a:srgbClr val="192035"/>
                </a:solidFill>
                <a:latin typeface="Noto Sans KR"/>
                <a:ea typeface="Noto Sans KR"/>
                <a:cs typeface="Noto Sans KR"/>
              </a:defRPr>
            </a:lvl6pPr>
            <a:lvl7pPr algn="ctr">
              <a:defRPr sz="2325" b="1">
                <a:solidFill>
                  <a:srgbClr val="192035"/>
                </a:solidFill>
                <a:latin typeface="Noto Sans KR"/>
                <a:ea typeface="Noto Sans KR"/>
                <a:cs typeface="Noto Sans KR"/>
              </a:defRPr>
            </a:lvl7pPr>
            <a:lvl8pPr algn="ctr">
              <a:defRPr sz="2325" b="1">
                <a:solidFill>
                  <a:srgbClr val="192035"/>
                </a:solidFill>
                <a:latin typeface="Noto Sans KR"/>
                <a:ea typeface="Noto Sans KR"/>
                <a:cs typeface="Noto Sans KR"/>
              </a:defRPr>
            </a:lvl8pPr>
            <a:lvl9pPr algn="ctr">
              <a:defRPr sz="2325" b="1">
                <a:solidFill>
                  <a:srgbClr val="192035"/>
                </a:solidFill>
                <a:latin typeface="Noto Sans KR"/>
                <a:ea typeface="Noto Sans KR"/>
                <a:cs typeface="Noto Sans KR"/>
              </a:defRPr>
            </a:lvl9pPr>
          </a:lstStyle>
          <a:p xmlns:a="http://schemas.openxmlformats.org/drawingml/2006/main">
            <a:pPr algn="ctr">
              <a:defRPr sz="2325" b="1">
                <a:solidFill>
                  <a:srgbClr val="F1F5F9"/>
                </a:solidFill>
                <a:latin typeface="Noto Sans KR"/>
                <a:ea typeface="Noto Sans KR"/>
                <a:cs typeface="Noto Sans KR"/>
              </a:defRPr>
            </a:pPr>
            <a:r>
              <a:rPr sz="2325" b="1">
                <a:solidFill>
                  <a:srgbClr val="192035"/>
                </a:solidFill>
                <a:latin typeface="Noto Sans KR"/>
                <a:ea typeface="Noto Sans KR"/>
                <a:cs typeface="Noto Sans KR"/>
              </a:rPr>
              <a:t>고객·외부 요인</a:t>
            </a:r>
          </a:p>
        </p:txBody>
      </p:sp>
      <p:sp>
        <p:nvSpPr>
          <p:cNvPr id="23" name="">
            <a:extLst xmlns:a="http://schemas.openxmlformats.org/drawingml/2006/main">
              <a:ext uri="{FF2B5EF4-FFF2-40B4-BE49-F238E27FC236}">
                <a16:creationId xmlns:a16="http://schemas.microsoft.com/office/drawing/2014/main" id="{74EF430E-12EA-4672-9583-9B8436CDDDAD}"/>
              </a:ext>
            </a:extLst>
          </p:cNvPr>
          <p:cNvSpPr>
            <a:spLocks xmlns:a="http://schemas.openxmlformats.org/drawingml/2006/main" noGrp="1"/>
          </p:cNvSpPr>
          <p:nvPr/>
        </p:nvSpPr>
        <p:spPr>
          <a:xfrm xmlns:a="http://schemas.openxmlformats.org/drawingml/2006/main">
            <a:off x="8096250" y="3752850"/>
            <a:ext cx="2962275" cy="523875"/>
          </a:xfrm>
          <a:prstGeom xmlns:a="http://schemas.openxmlformats.org/drawingml/2006/main" prst="roundRect">
            <a:avLst>
              <a:gd name="adj" fmla="val 32727"/>
            </a:avLst>
          </a:prstGeom>
          <a:solidFill xmlns:a="http://schemas.openxmlformats.org/drawingml/2006/main">
            <a:srgbClr val="F0EDF9"/>
          </a:solidFill>
          <a:ln xmlns:a="http://schemas.openxmlformats.org/drawingml/2006/main" w="14288">
            <a:solidFill>
              <a:srgbClr val="CCC8DF"/>
            </a:solidFill>
            <a:prstDash val="solid"/>
          </a:ln>
        </p:spPr>
      </p:sp>
      <p:sp>
        <p:nvSpPr>
          <p:cNvPr id="24" name="유입·가격·혜택">
            <a:extLst xmlns:a="http://schemas.openxmlformats.org/drawingml/2006/main">
              <a:ext uri="{FF2B5EF4-FFF2-40B4-BE49-F238E27FC236}">
                <a16:creationId xmlns:a16="http://schemas.microsoft.com/office/drawing/2014/main" id="{DB7C92E7-7F83-4F92-9FD6-E7D853BAF166}"/>
              </a:ext>
            </a:extLst>
          </p:cNvPr>
          <p:cNvSpPr>
            <a:spLocks xmlns:a="http://schemas.openxmlformats.org/drawingml/2006/main" noGrp="1"/>
          </p:cNvSpPr>
          <p:nvPr/>
        </p:nvSpPr>
        <p:spPr>
          <a:xfrm xmlns:a="http://schemas.openxmlformats.org/drawingml/2006/main">
            <a:off x="8191500" y="3810000"/>
            <a:ext cx="2771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92035"/>
                </a:solidFill>
                <a:latin typeface="Noto Sans KR"/>
                <a:ea typeface="Noto Sans KR"/>
                <a:cs typeface="Noto Sans KR"/>
              </a:defRPr>
            </a:defPPr>
            <a:lvl1pPr algn="ctr">
              <a:defRPr sz="1800" b="1">
                <a:solidFill>
                  <a:srgbClr val="192035"/>
                </a:solidFill>
                <a:latin typeface="Noto Sans KR"/>
                <a:ea typeface="Noto Sans KR"/>
                <a:cs typeface="Noto Sans KR"/>
              </a:defRPr>
            </a:lvl1pPr>
            <a:lvl2pPr algn="ctr">
              <a:defRPr sz="1800" b="1">
                <a:solidFill>
                  <a:srgbClr val="192035"/>
                </a:solidFill>
                <a:latin typeface="Noto Sans KR"/>
                <a:ea typeface="Noto Sans KR"/>
                <a:cs typeface="Noto Sans KR"/>
              </a:defRPr>
            </a:lvl2pPr>
            <a:lvl3pPr algn="ctr">
              <a:defRPr sz="1800" b="1">
                <a:solidFill>
                  <a:srgbClr val="192035"/>
                </a:solidFill>
                <a:latin typeface="Noto Sans KR"/>
                <a:ea typeface="Noto Sans KR"/>
                <a:cs typeface="Noto Sans KR"/>
              </a:defRPr>
            </a:lvl3pPr>
            <a:lvl4pPr algn="ctr">
              <a:defRPr sz="1800" b="1">
                <a:solidFill>
                  <a:srgbClr val="192035"/>
                </a:solidFill>
                <a:latin typeface="Noto Sans KR"/>
                <a:ea typeface="Noto Sans KR"/>
                <a:cs typeface="Noto Sans KR"/>
              </a:defRPr>
            </a:lvl4pPr>
            <a:lvl5pPr algn="ctr">
              <a:defRPr sz="1800" b="1">
                <a:solidFill>
                  <a:srgbClr val="192035"/>
                </a:solidFill>
                <a:latin typeface="Noto Sans KR"/>
                <a:ea typeface="Noto Sans KR"/>
                <a:cs typeface="Noto Sans KR"/>
              </a:defRPr>
            </a:lvl5pPr>
            <a:lvl6pPr algn="ctr">
              <a:defRPr sz="1800" b="1">
                <a:solidFill>
                  <a:srgbClr val="192035"/>
                </a:solidFill>
                <a:latin typeface="Noto Sans KR"/>
                <a:ea typeface="Noto Sans KR"/>
                <a:cs typeface="Noto Sans KR"/>
              </a:defRPr>
            </a:lvl6pPr>
            <a:lvl7pPr algn="ctr">
              <a:defRPr sz="1800" b="1">
                <a:solidFill>
                  <a:srgbClr val="192035"/>
                </a:solidFill>
                <a:latin typeface="Noto Sans KR"/>
                <a:ea typeface="Noto Sans KR"/>
                <a:cs typeface="Noto Sans KR"/>
              </a:defRPr>
            </a:lvl7pPr>
            <a:lvl8pPr algn="ctr">
              <a:defRPr sz="1800" b="1">
                <a:solidFill>
                  <a:srgbClr val="192035"/>
                </a:solidFill>
                <a:latin typeface="Noto Sans KR"/>
                <a:ea typeface="Noto Sans KR"/>
                <a:cs typeface="Noto Sans KR"/>
              </a:defRPr>
            </a:lvl8pPr>
            <a:lvl9pPr algn="ctr">
              <a:defRPr sz="1800" b="1">
                <a:solidFill>
                  <a:srgbClr val="192035"/>
                </a:solidFill>
                <a:latin typeface="Noto Sans KR"/>
                <a:ea typeface="Noto Sans KR"/>
                <a:cs typeface="Noto Sans KR"/>
              </a:defRPr>
            </a:lvl9pPr>
          </a:lstStyle>
          <a:p xmlns:a="http://schemas.openxmlformats.org/drawingml/2006/main">
            <a:pPr algn="ctr">
              <a:defRPr sz="1800" b="1">
                <a:solidFill>
                  <a:srgbClr val="F1F5F9"/>
                </a:solidFill>
                <a:latin typeface="Noto Sans KR"/>
                <a:ea typeface="Noto Sans KR"/>
                <a:cs typeface="Noto Sans KR"/>
              </a:defRPr>
            </a:pPr>
            <a:r>
              <a:rPr sz="1800" b="1">
                <a:solidFill>
                  <a:srgbClr val="192035"/>
                </a:solidFill>
                <a:latin typeface="Noto Sans KR"/>
                <a:ea typeface="Noto Sans KR"/>
                <a:cs typeface="Noto Sans KR"/>
              </a:rPr>
              <a:t>유입·가격·혜택</a:t>
            </a:r>
          </a:p>
        </p:txBody>
      </p:sp>
      <p:sp>
        <p:nvSpPr>
          <p:cNvPr id="25" name="↓">
            <a:extLst xmlns:a="http://schemas.openxmlformats.org/drawingml/2006/main">
              <a:ext uri="{FF2B5EF4-FFF2-40B4-BE49-F238E27FC236}">
                <a16:creationId xmlns:a16="http://schemas.microsoft.com/office/drawing/2014/main" id="{40EEDDCC-E4EB-4B2C-BC2D-EFA42FD3EC67}"/>
              </a:ext>
            </a:extLst>
          </p:cNvPr>
          <p:cNvSpPr>
            <a:spLocks xmlns:a="http://schemas.openxmlformats.org/drawingml/2006/main" noGrp="1"/>
          </p:cNvSpPr>
          <p:nvPr/>
        </p:nvSpPr>
        <p:spPr>
          <a:xfrm xmlns:a="http://schemas.openxmlformats.org/drawingml/2006/main">
            <a:off x="9115425" y="4286250"/>
            <a:ext cx="942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49780"/>
                </a:solidFill>
                <a:latin typeface="Noto Sans KR"/>
                <a:ea typeface="Noto Sans KR"/>
                <a:cs typeface="Noto Sans KR"/>
              </a:defRPr>
            </a:defPPr>
            <a:lvl1pPr algn="ctr">
              <a:defRPr sz="2250" b="1">
                <a:solidFill>
                  <a:srgbClr val="149780"/>
                </a:solidFill>
                <a:latin typeface="Noto Sans KR"/>
                <a:ea typeface="Noto Sans KR"/>
                <a:cs typeface="Noto Sans KR"/>
              </a:defRPr>
            </a:lvl1pPr>
            <a:lvl2pPr algn="ctr">
              <a:defRPr sz="2250" b="1">
                <a:solidFill>
                  <a:srgbClr val="149780"/>
                </a:solidFill>
                <a:latin typeface="Noto Sans KR"/>
                <a:ea typeface="Noto Sans KR"/>
                <a:cs typeface="Noto Sans KR"/>
              </a:defRPr>
            </a:lvl2pPr>
            <a:lvl3pPr algn="ctr">
              <a:defRPr sz="2250" b="1">
                <a:solidFill>
                  <a:srgbClr val="149780"/>
                </a:solidFill>
                <a:latin typeface="Noto Sans KR"/>
                <a:ea typeface="Noto Sans KR"/>
                <a:cs typeface="Noto Sans KR"/>
              </a:defRPr>
            </a:lvl3pPr>
            <a:lvl4pPr algn="ctr">
              <a:defRPr sz="2250" b="1">
                <a:solidFill>
                  <a:srgbClr val="149780"/>
                </a:solidFill>
                <a:latin typeface="Noto Sans KR"/>
                <a:ea typeface="Noto Sans KR"/>
                <a:cs typeface="Noto Sans KR"/>
              </a:defRPr>
            </a:lvl4pPr>
            <a:lvl5pPr algn="ctr">
              <a:defRPr sz="2250" b="1">
                <a:solidFill>
                  <a:srgbClr val="149780"/>
                </a:solidFill>
                <a:latin typeface="Noto Sans KR"/>
                <a:ea typeface="Noto Sans KR"/>
                <a:cs typeface="Noto Sans KR"/>
              </a:defRPr>
            </a:lvl5pPr>
            <a:lvl6pPr algn="ctr">
              <a:defRPr sz="2250" b="1">
                <a:solidFill>
                  <a:srgbClr val="149780"/>
                </a:solidFill>
                <a:latin typeface="Noto Sans KR"/>
                <a:ea typeface="Noto Sans KR"/>
                <a:cs typeface="Noto Sans KR"/>
              </a:defRPr>
            </a:lvl6pPr>
            <a:lvl7pPr algn="ctr">
              <a:defRPr sz="2250" b="1">
                <a:solidFill>
                  <a:srgbClr val="149780"/>
                </a:solidFill>
                <a:latin typeface="Noto Sans KR"/>
                <a:ea typeface="Noto Sans KR"/>
                <a:cs typeface="Noto Sans KR"/>
              </a:defRPr>
            </a:lvl7pPr>
            <a:lvl8pPr algn="ctr">
              <a:defRPr sz="2250" b="1">
                <a:solidFill>
                  <a:srgbClr val="149780"/>
                </a:solidFill>
                <a:latin typeface="Noto Sans KR"/>
                <a:ea typeface="Noto Sans KR"/>
                <a:cs typeface="Noto Sans KR"/>
              </a:defRPr>
            </a:lvl8pPr>
            <a:lvl9pPr algn="ctr">
              <a:defRPr sz="2250" b="1">
                <a:solidFill>
                  <a:srgbClr val="149780"/>
                </a:solidFill>
                <a:latin typeface="Noto Sans KR"/>
                <a:ea typeface="Noto Sans KR"/>
                <a:cs typeface="Noto Sans KR"/>
              </a:defRPr>
            </a:lvl9pPr>
          </a:lstStyle>
          <a:p xmlns:a="http://schemas.openxmlformats.org/drawingml/2006/main">
            <a:pPr algn="ctr">
              <a:defRPr sz="2250" b="1">
                <a:solidFill>
                  <a:srgbClr val="3CDD8A"/>
                </a:solidFill>
                <a:latin typeface="Noto Sans KR"/>
                <a:ea typeface="Noto Sans KR"/>
                <a:cs typeface="Noto Sans KR"/>
              </a:defRPr>
            </a:pPr>
            <a:r>
              <a:rPr sz="2250" b="1">
                <a:solidFill>
                  <a:srgbClr val="149780"/>
                </a:solidFill>
                <a:latin typeface="Noto Sans KR"/>
                <a:ea typeface="Noto Sans KR"/>
                <a:cs typeface="Noto Sans KR"/>
              </a:rPr>
              <a:t>↓</a:t>
            </a:r>
          </a:p>
        </p:txBody>
      </p:sp>
      <p:sp>
        <p:nvSpPr>
          <p:cNvPr id="26" name="">
            <a:extLst xmlns:a="http://schemas.openxmlformats.org/drawingml/2006/main">
              <a:ext uri="{FF2B5EF4-FFF2-40B4-BE49-F238E27FC236}">
                <a16:creationId xmlns:a16="http://schemas.microsoft.com/office/drawing/2014/main" id="{3D69909F-0FE4-42D0-BC5A-B61BB7583000}"/>
              </a:ext>
            </a:extLst>
          </p:cNvPr>
          <p:cNvSpPr>
            <a:spLocks xmlns:a="http://schemas.openxmlformats.org/drawingml/2006/main" noGrp="1"/>
          </p:cNvSpPr>
          <p:nvPr/>
        </p:nvSpPr>
        <p:spPr>
          <a:xfrm xmlns:a="http://schemas.openxmlformats.org/drawingml/2006/main">
            <a:off x="8096250" y="4714875"/>
            <a:ext cx="2962275" cy="523875"/>
          </a:xfrm>
          <a:prstGeom xmlns:a="http://schemas.openxmlformats.org/drawingml/2006/main" prst="roundRect">
            <a:avLst>
              <a:gd name="adj" fmla="val 32727"/>
            </a:avLst>
          </a:prstGeom>
          <a:solidFill xmlns:a="http://schemas.openxmlformats.org/drawingml/2006/main">
            <a:srgbClr val="F0EDF9"/>
          </a:solidFill>
          <a:ln xmlns:a="http://schemas.openxmlformats.org/drawingml/2006/main" w="14288">
            <a:solidFill>
              <a:srgbClr val="CCC8DF"/>
            </a:solidFill>
            <a:prstDash val="solid"/>
          </a:ln>
        </p:spPr>
      </p:sp>
      <p:sp>
        <p:nvSpPr>
          <p:cNvPr id="27" name="개인별 노출">
            <a:extLst xmlns:a="http://schemas.openxmlformats.org/drawingml/2006/main">
              <a:ext uri="{FF2B5EF4-FFF2-40B4-BE49-F238E27FC236}">
                <a16:creationId xmlns:a16="http://schemas.microsoft.com/office/drawing/2014/main" id="{C5AB3DC0-82D4-4D14-8754-CB8C8E3FD617}"/>
              </a:ext>
            </a:extLst>
          </p:cNvPr>
          <p:cNvSpPr>
            <a:spLocks xmlns:a="http://schemas.openxmlformats.org/drawingml/2006/main" noGrp="1"/>
          </p:cNvSpPr>
          <p:nvPr/>
        </p:nvSpPr>
        <p:spPr>
          <a:xfrm xmlns:a="http://schemas.openxmlformats.org/drawingml/2006/main">
            <a:off x="8191500" y="4772025"/>
            <a:ext cx="2771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92035"/>
                </a:solidFill>
                <a:latin typeface="Noto Sans KR"/>
                <a:ea typeface="Noto Sans KR"/>
                <a:cs typeface="Noto Sans KR"/>
              </a:defRPr>
            </a:defPPr>
            <a:lvl1pPr algn="ctr">
              <a:defRPr sz="1800" b="1">
                <a:solidFill>
                  <a:srgbClr val="192035"/>
                </a:solidFill>
                <a:latin typeface="Noto Sans KR"/>
                <a:ea typeface="Noto Sans KR"/>
                <a:cs typeface="Noto Sans KR"/>
              </a:defRPr>
            </a:lvl1pPr>
            <a:lvl2pPr algn="ctr">
              <a:defRPr sz="1800" b="1">
                <a:solidFill>
                  <a:srgbClr val="192035"/>
                </a:solidFill>
                <a:latin typeface="Noto Sans KR"/>
                <a:ea typeface="Noto Sans KR"/>
                <a:cs typeface="Noto Sans KR"/>
              </a:defRPr>
            </a:lvl2pPr>
            <a:lvl3pPr algn="ctr">
              <a:defRPr sz="1800" b="1">
                <a:solidFill>
                  <a:srgbClr val="192035"/>
                </a:solidFill>
                <a:latin typeface="Noto Sans KR"/>
                <a:ea typeface="Noto Sans KR"/>
                <a:cs typeface="Noto Sans KR"/>
              </a:defRPr>
            </a:lvl3pPr>
            <a:lvl4pPr algn="ctr">
              <a:defRPr sz="1800" b="1">
                <a:solidFill>
                  <a:srgbClr val="192035"/>
                </a:solidFill>
                <a:latin typeface="Noto Sans KR"/>
                <a:ea typeface="Noto Sans KR"/>
                <a:cs typeface="Noto Sans KR"/>
              </a:defRPr>
            </a:lvl4pPr>
            <a:lvl5pPr algn="ctr">
              <a:defRPr sz="1800" b="1">
                <a:solidFill>
                  <a:srgbClr val="192035"/>
                </a:solidFill>
                <a:latin typeface="Noto Sans KR"/>
                <a:ea typeface="Noto Sans KR"/>
                <a:cs typeface="Noto Sans KR"/>
              </a:defRPr>
            </a:lvl5pPr>
            <a:lvl6pPr algn="ctr">
              <a:defRPr sz="1800" b="1">
                <a:solidFill>
                  <a:srgbClr val="192035"/>
                </a:solidFill>
                <a:latin typeface="Noto Sans KR"/>
                <a:ea typeface="Noto Sans KR"/>
                <a:cs typeface="Noto Sans KR"/>
              </a:defRPr>
            </a:lvl6pPr>
            <a:lvl7pPr algn="ctr">
              <a:defRPr sz="1800" b="1">
                <a:solidFill>
                  <a:srgbClr val="192035"/>
                </a:solidFill>
                <a:latin typeface="Noto Sans KR"/>
                <a:ea typeface="Noto Sans KR"/>
                <a:cs typeface="Noto Sans KR"/>
              </a:defRPr>
            </a:lvl7pPr>
            <a:lvl8pPr algn="ctr">
              <a:defRPr sz="1800" b="1">
                <a:solidFill>
                  <a:srgbClr val="192035"/>
                </a:solidFill>
                <a:latin typeface="Noto Sans KR"/>
                <a:ea typeface="Noto Sans KR"/>
                <a:cs typeface="Noto Sans KR"/>
              </a:defRPr>
            </a:lvl8pPr>
            <a:lvl9pPr algn="ctr">
              <a:defRPr sz="1800" b="1">
                <a:solidFill>
                  <a:srgbClr val="192035"/>
                </a:solidFill>
                <a:latin typeface="Noto Sans KR"/>
                <a:ea typeface="Noto Sans KR"/>
                <a:cs typeface="Noto Sans KR"/>
              </a:defRPr>
            </a:lvl9pPr>
          </a:lstStyle>
          <a:p xmlns:a="http://schemas.openxmlformats.org/drawingml/2006/main">
            <a:pPr algn="ctr">
              <a:defRPr sz="1800" b="1">
                <a:solidFill>
                  <a:srgbClr val="F1F5F9"/>
                </a:solidFill>
                <a:latin typeface="Noto Sans KR"/>
                <a:ea typeface="Noto Sans KR"/>
                <a:cs typeface="Noto Sans KR"/>
              </a:defRPr>
            </a:pPr>
            <a:r>
              <a:rPr sz="1800" b="1">
                <a:solidFill>
                  <a:srgbClr val="192035"/>
                </a:solidFill>
                <a:latin typeface="Noto Sans KR"/>
                <a:ea typeface="Noto Sans KR"/>
                <a:cs typeface="Noto Sans KR"/>
              </a:rPr>
              <a:t>개인별 노출</a:t>
            </a:r>
          </a:p>
        </p:txBody>
      </p:sp>
      <p:sp>
        <p:nvSpPr>
          <p:cNvPr id="28" name="고객 기록과 연결 필요">
            <a:extLst xmlns:a="http://schemas.openxmlformats.org/drawingml/2006/main">
              <a:ext uri="{FF2B5EF4-FFF2-40B4-BE49-F238E27FC236}">
                <a16:creationId xmlns:a16="http://schemas.microsoft.com/office/drawing/2014/main" id="{E8D9B7CD-B181-40A7-88A0-B8516B9637A7}"/>
              </a:ext>
            </a:extLst>
          </p:cNvPr>
          <p:cNvSpPr>
            <a:spLocks xmlns:a="http://schemas.openxmlformats.org/drawingml/2006/main" noGrp="1"/>
          </p:cNvSpPr>
          <p:nvPr/>
        </p:nvSpPr>
        <p:spPr>
          <a:xfrm xmlns:a="http://schemas.openxmlformats.org/drawingml/2006/main">
            <a:off x="8048625" y="5381625"/>
            <a:ext cx="3057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738096"/>
                </a:solidFill>
                <a:latin typeface="Noto Sans KR"/>
                <a:ea typeface="Noto Sans KR"/>
                <a:cs typeface="Noto Sans KR"/>
              </a:defRPr>
            </a:defPPr>
            <a:lvl1pPr algn="ctr">
              <a:defRPr sz="1500" b="0">
                <a:solidFill>
                  <a:srgbClr val="738096"/>
                </a:solidFill>
                <a:latin typeface="Noto Sans KR"/>
                <a:ea typeface="Noto Sans KR"/>
                <a:cs typeface="Noto Sans KR"/>
              </a:defRPr>
            </a:lvl1pPr>
            <a:lvl2pPr algn="ctr">
              <a:defRPr sz="1500" b="0">
                <a:solidFill>
                  <a:srgbClr val="738096"/>
                </a:solidFill>
                <a:latin typeface="Noto Sans KR"/>
                <a:ea typeface="Noto Sans KR"/>
                <a:cs typeface="Noto Sans KR"/>
              </a:defRPr>
            </a:lvl2pPr>
            <a:lvl3pPr algn="ctr">
              <a:defRPr sz="1500" b="0">
                <a:solidFill>
                  <a:srgbClr val="738096"/>
                </a:solidFill>
                <a:latin typeface="Noto Sans KR"/>
                <a:ea typeface="Noto Sans KR"/>
                <a:cs typeface="Noto Sans KR"/>
              </a:defRPr>
            </a:lvl3pPr>
            <a:lvl4pPr algn="ctr">
              <a:defRPr sz="1500" b="0">
                <a:solidFill>
                  <a:srgbClr val="738096"/>
                </a:solidFill>
                <a:latin typeface="Noto Sans KR"/>
                <a:ea typeface="Noto Sans KR"/>
                <a:cs typeface="Noto Sans KR"/>
              </a:defRPr>
            </a:lvl4pPr>
            <a:lvl5pPr algn="ctr">
              <a:defRPr sz="1500" b="0">
                <a:solidFill>
                  <a:srgbClr val="738096"/>
                </a:solidFill>
                <a:latin typeface="Noto Sans KR"/>
                <a:ea typeface="Noto Sans KR"/>
                <a:cs typeface="Noto Sans KR"/>
              </a:defRPr>
            </a:lvl5pPr>
            <a:lvl6pPr algn="ctr">
              <a:defRPr sz="1500" b="0">
                <a:solidFill>
                  <a:srgbClr val="738096"/>
                </a:solidFill>
                <a:latin typeface="Noto Sans KR"/>
                <a:ea typeface="Noto Sans KR"/>
                <a:cs typeface="Noto Sans KR"/>
              </a:defRPr>
            </a:lvl6pPr>
            <a:lvl7pPr algn="ctr">
              <a:defRPr sz="1500" b="0">
                <a:solidFill>
                  <a:srgbClr val="738096"/>
                </a:solidFill>
                <a:latin typeface="Noto Sans KR"/>
                <a:ea typeface="Noto Sans KR"/>
                <a:cs typeface="Noto Sans KR"/>
              </a:defRPr>
            </a:lvl7pPr>
            <a:lvl8pPr algn="ctr">
              <a:defRPr sz="1500" b="0">
                <a:solidFill>
                  <a:srgbClr val="738096"/>
                </a:solidFill>
                <a:latin typeface="Noto Sans KR"/>
                <a:ea typeface="Noto Sans KR"/>
                <a:cs typeface="Noto Sans KR"/>
              </a:defRPr>
            </a:lvl8pPr>
            <a:lvl9pPr algn="ctr">
              <a:defRPr sz="1500" b="0">
                <a:solidFill>
                  <a:srgbClr val="738096"/>
                </a:solidFill>
                <a:latin typeface="Noto Sans KR"/>
                <a:ea typeface="Noto Sans KR"/>
                <a:cs typeface="Noto Sans KR"/>
              </a:defRPr>
            </a:lvl9pPr>
          </a:lstStyle>
          <a:p xmlns:a="http://schemas.openxmlformats.org/drawingml/2006/main">
            <a:pPr algn="ctr">
              <a:defRPr sz="1500" b="0">
                <a:solidFill>
                  <a:srgbClr val="BAC5D8"/>
                </a:solidFill>
                <a:latin typeface="Noto Sans KR"/>
                <a:ea typeface="Noto Sans KR"/>
                <a:cs typeface="Noto Sans KR"/>
              </a:defRPr>
            </a:pPr>
            <a:r>
              <a:rPr sz="1500" b="0">
                <a:solidFill>
                  <a:srgbClr val="738096"/>
                </a:solidFill>
                <a:latin typeface="Noto Sans KR"/>
                <a:ea typeface="Noto Sans KR"/>
                <a:cs typeface="Noto Sans KR"/>
              </a:rPr>
              <a:t>고객 기록과 연결 필요</a:t>
            </a:r>
          </a:p>
        </p:txBody>
      </p:sp>
      <p:sp>
        <p:nvSpPr>
          <p:cNvPr id="29" name="">
            <a:extLst xmlns:a="http://schemas.openxmlformats.org/drawingml/2006/main">
              <a:ext uri="{FF2B5EF4-FFF2-40B4-BE49-F238E27FC236}">
                <a16:creationId xmlns:a16="http://schemas.microsoft.com/office/drawing/2014/main" id="{78DA8CBE-1F98-49F9-A432-D41F094C9F8F}"/>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prstDash val="solid"/>
          </a:ln>
        </p:spPr>
      </p:sp>
      <p:sp>
        <p:nvSpPr>
          <p:cNvPr id="30" name="현재 결과는 연관성 진단이며, 원인 확정에는 추가 정보가 필요하다">
            <a:extLst xmlns:a="http://schemas.openxmlformats.org/drawingml/2006/main">
              <a:ext uri="{FF2B5EF4-FFF2-40B4-BE49-F238E27FC236}">
                <a16:creationId xmlns:a16="http://schemas.microsoft.com/office/drawing/2014/main" id="{935F133B-CE0C-4F3B-A633-D748A141C680}"/>
              </a:ext>
            </a:extLst>
          </p:cNvPr>
          <p:cNvSpPr>
            <a:spLocks xmlns:a="http://schemas.openxmlformats.org/drawingml/2006/main" noGrp="1"/>
          </p:cNvSpPr>
          <p:nvPr/>
        </p:nvSpPr>
        <p:spPr>
          <a:xfrm xmlns:a="http://schemas.openxmlformats.org/drawingml/2006/main">
            <a:off x="1323975" y="5934075"/>
            <a:ext cx="9544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92035"/>
                </a:solidFill>
                <a:latin typeface="Noto Sans KR"/>
                <a:ea typeface="Noto Sans KR"/>
                <a:cs typeface="Noto Sans KR"/>
              </a:defRPr>
            </a:defPPr>
            <a:lvl1pPr algn="ctr">
              <a:defRPr sz="1650" b="1">
                <a:solidFill>
                  <a:srgbClr val="192035"/>
                </a:solidFill>
                <a:latin typeface="Noto Sans KR"/>
                <a:ea typeface="Noto Sans KR"/>
                <a:cs typeface="Noto Sans KR"/>
              </a:defRPr>
            </a:lvl1pPr>
            <a:lvl2pPr algn="ctr">
              <a:defRPr sz="1650" b="1">
                <a:solidFill>
                  <a:srgbClr val="192035"/>
                </a:solidFill>
                <a:latin typeface="Noto Sans KR"/>
                <a:ea typeface="Noto Sans KR"/>
                <a:cs typeface="Noto Sans KR"/>
              </a:defRPr>
            </a:lvl2pPr>
            <a:lvl3pPr algn="ctr">
              <a:defRPr sz="1650" b="1">
                <a:solidFill>
                  <a:srgbClr val="192035"/>
                </a:solidFill>
                <a:latin typeface="Noto Sans KR"/>
                <a:ea typeface="Noto Sans KR"/>
                <a:cs typeface="Noto Sans KR"/>
              </a:defRPr>
            </a:lvl3pPr>
            <a:lvl4pPr algn="ctr">
              <a:defRPr sz="1650" b="1">
                <a:solidFill>
                  <a:srgbClr val="192035"/>
                </a:solidFill>
                <a:latin typeface="Noto Sans KR"/>
                <a:ea typeface="Noto Sans KR"/>
                <a:cs typeface="Noto Sans KR"/>
              </a:defRPr>
            </a:lvl4pPr>
            <a:lvl5pPr algn="ctr">
              <a:defRPr sz="1650" b="1">
                <a:solidFill>
                  <a:srgbClr val="192035"/>
                </a:solidFill>
                <a:latin typeface="Noto Sans KR"/>
                <a:ea typeface="Noto Sans KR"/>
                <a:cs typeface="Noto Sans KR"/>
              </a:defRPr>
            </a:lvl5pPr>
            <a:lvl6pPr algn="ctr">
              <a:defRPr sz="1650" b="1">
                <a:solidFill>
                  <a:srgbClr val="192035"/>
                </a:solidFill>
                <a:latin typeface="Noto Sans KR"/>
                <a:ea typeface="Noto Sans KR"/>
                <a:cs typeface="Noto Sans KR"/>
              </a:defRPr>
            </a:lvl6pPr>
            <a:lvl7pPr algn="ctr">
              <a:defRPr sz="1650" b="1">
                <a:solidFill>
                  <a:srgbClr val="192035"/>
                </a:solidFill>
                <a:latin typeface="Noto Sans KR"/>
                <a:ea typeface="Noto Sans KR"/>
                <a:cs typeface="Noto Sans KR"/>
              </a:defRPr>
            </a:lvl7pPr>
            <a:lvl8pPr algn="ctr">
              <a:defRPr sz="1650" b="1">
                <a:solidFill>
                  <a:srgbClr val="192035"/>
                </a:solidFill>
                <a:latin typeface="Noto Sans KR"/>
                <a:ea typeface="Noto Sans KR"/>
                <a:cs typeface="Noto Sans KR"/>
              </a:defRPr>
            </a:lvl8pPr>
            <a:lvl9pPr algn="ctr">
              <a:defRPr sz="1650" b="1">
                <a:solidFill>
                  <a:srgbClr val="192035"/>
                </a:solidFill>
                <a:latin typeface="Noto Sans KR"/>
                <a:ea typeface="Noto Sans KR"/>
                <a:cs typeface="Noto Sans KR"/>
              </a:defRPr>
            </a:lvl9pPr>
          </a:lstStyle>
          <a:p xmlns:a="http://schemas.openxmlformats.org/drawingml/2006/main">
            <a:pPr algn="ctr">
              <a:defRPr sz="1650" b="1">
                <a:solidFill>
                  <a:srgbClr val="F1F5F9"/>
                </a:solidFill>
                <a:latin typeface="Noto Sans KR"/>
                <a:ea typeface="Noto Sans KR"/>
                <a:cs typeface="Noto Sans KR"/>
              </a:defRPr>
            </a:pPr>
            <a:r>
              <a:rPr sz="1650" b="1">
                <a:solidFill>
                  <a:srgbClr val="192035"/>
                </a:solidFill>
                <a:latin typeface="Noto Sans KR"/>
                <a:ea typeface="Noto Sans KR"/>
                <a:cs typeface="Noto Sans KR"/>
              </a:rPr>
              <a:t>분석의 빈틈을 보완하고, 고객 응답으로 미결제 원인 후보를 좁힌다</a:t>
            </a:r>
          </a:p>
        </p:txBody>
      </p:sp>
    </p:spTree>
    <p:extLst>
      <p:ext uri="{BB962C8B-B14F-4D97-AF65-F5344CB8AC3E}">
        <p14:creationId xmlns:p14="http://schemas.microsoft.com/office/powerpoint/2010/main" val="1955997552"/>
      </p:ext>
    </p:extLst>
  </p:cSld>
</p:sld>
</file>

<file path=ppt/slides/slide10.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13DCFC3-1305-4C63-BA47-57D5150866A0}"/>
              </a:ext>
            </a:extLst>
          </p:cNvPr>
          <p:cNvPicPr>
            <a:picLocks xmlns:a="http://schemas.openxmlformats.org/drawingml/2006/main" noChangeAspect="1"/>
          </p:cNvPicPr>
          <p:nvPr/>
        </p:nvPicPr>
        <p:blipFill>
          <a:blip xmlns:r="http://schemas.openxmlformats.org/officeDocument/2006/relationships" xmlns:a="http://schemas.openxmlformats.org/drawingml/2006/main" r:embed="R3494cb57b4ea44c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먼저 고객에게 미결제 이유를 묻는다">
            <a:extLst xmlns:a="http://schemas.openxmlformats.org/drawingml/2006/main">
              <a:ext uri="{FF2B5EF4-FFF2-40B4-BE49-F238E27FC236}">
                <a16:creationId xmlns:a16="http://schemas.microsoft.com/office/drawing/2014/main" id="{C69BF689-9156-47E1-BEDC-748A6F5B2F24}"/>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75" b="1">
                <a:solidFill>
                  <a:srgbClr val="192035"/>
                </a:solidFill>
                <a:latin typeface="Noto Sans KR"/>
                <a:ea typeface="Noto Sans KR"/>
                <a:cs typeface="Noto Sans KR"/>
              </a:defRPr>
            </a:defPPr>
            <a:lvl1pPr algn="ctr">
              <a:defRPr sz="2775" b="1">
                <a:solidFill>
                  <a:srgbClr val="192035"/>
                </a:solidFill>
                <a:latin typeface="Noto Sans KR"/>
                <a:ea typeface="Noto Sans KR"/>
                <a:cs typeface="Noto Sans KR"/>
              </a:defRPr>
            </a:lvl1pPr>
            <a:lvl2pPr algn="ctr">
              <a:defRPr sz="2775" b="1">
                <a:solidFill>
                  <a:srgbClr val="192035"/>
                </a:solidFill>
                <a:latin typeface="Noto Sans KR"/>
                <a:ea typeface="Noto Sans KR"/>
                <a:cs typeface="Noto Sans KR"/>
              </a:defRPr>
            </a:lvl2pPr>
            <a:lvl3pPr algn="ctr">
              <a:defRPr sz="2775" b="1">
                <a:solidFill>
                  <a:srgbClr val="192035"/>
                </a:solidFill>
                <a:latin typeface="Noto Sans KR"/>
                <a:ea typeface="Noto Sans KR"/>
                <a:cs typeface="Noto Sans KR"/>
              </a:defRPr>
            </a:lvl3pPr>
            <a:lvl4pPr algn="ctr">
              <a:defRPr sz="2775" b="1">
                <a:solidFill>
                  <a:srgbClr val="192035"/>
                </a:solidFill>
                <a:latin typeface="Noto Sans KR"/>
                <a:ea typeface="Noto Sans KR"/>
                <a:cs typeface="Noto Sans KR"/>
              </a:defRPr>
            </a:lvl4pPr>
            <a:lvl5pPr algn="ctr">
              <a:defRPr sz="2775" b="1">
                <a:solidFill>
                  <a:srgbClr val="192035"/>
                </a:solidFill>
                <a:latin typeface="Noto Sans KR"/>
                <a:ea typeface="Noto Sans KR"/>
                <a:cs typeface="Noto Sans KR"/>
              </a:defRPr>
            </a:lvl5pPr>
            <a:lvl6pPr algn="ctr">
              <a:defRPr sz="2775" b="1">
                <a:solidFill>
                  <a:srgbClr val="192035"/>
                </a:solidFill>
                <a:latin typeface="Noto Sans KR"/>
                <a:ea typeface="Noto Sans KR"/>
                <a:cs typeface="Noto Sans KR"/>
              </a:defRPr>
            </a:lvl6pPr>
            <a:lvl7pPr algn="ctr">
              <a:defRPr sz="2775" b="1">
                <a:solidFill>
                  <a:srgbClr val="192035"/>
                </a:solidFill>
                <a:latin typeface="Noto Sans KR"/>
                <a:ea typeface="Noto Sans KR"/>
                <a:cs typeface="Noto Sans KR"/>
              </a:defRPr>
            </a:lvl7pPr>
            <a:lvl8pPr algn="ctr">
              <a:defRPr sz="2775" b="1">
                <a:solidFill>
                  <a:srgbClr val="192035"/>
                </a:solidFill>
                <a:latin typeface="Noto Sans KR"/>
                <a:ea typeface="Noto Sans KR"/>
                <a:cs typeface="Noto Sans KR"/>
              </a:defRPr>
            </a:lvl8pPr>
            <a:lvl9pPr algn="ctr">
              <a:defRPr sz="2775" b="1">
                <a:solidFill>
                  <a:srgbClr val="192035"/>
                </a:solidFill>
                <a:latin typeface="Noto Sans KR"/>
                <a:ea typeface="Noto Sans KR"/>
                <a:cs typeface="Noto Sans KR"/>
              </a:defRPr>
            </a:lvl9pPr>
          </a:lstStyle>
          <a:p xmlns:a="http://schemas.openxmlformats.org/drawingml/2006/main">
            <a:pPr algn="ctr">
              <a:defRPr sz="2775" b="1">
                <a:solidFill>
                  <a:srgbClr val="192035"/>
                </a:solidFill>
                <a:latin typeface="Noto Sans KR"/>
                <a:ea typeface="Noto Sans KR"/>
                <a:cs typeface="Noto Sans KR"/>
              </a:defRPr>
            </a:pPr>
            <a:r>
              <a:rPr sz="2775" b="1">
                <a:solidFill>
                  <a:srgbClr val="192035"/>
                </a:solidFill>
                <a:latin typeface="Noto Sans KR"/>
                <a:ea typeface="Noto Sans KR"/>
                <a:cs typeface="Noto Sans KR"/>
              </a:rPr>
              <a:t>먼저 고객에게 미결제 이유를 묻는다</a:t>
            </a:r>
          </a:p>
        </p:txBody>
      </p:sp>
      <p:sp>
        <p:nvSpPr>
          <p:cNvPr id="4" name="">
            <a:extLst xmlns:a="http://schemas.openxmlformats.org/drawingml/2006/main">
              <a:ext uri="{FF2B5EF4-FFF2-40B4-BE49-F238E27FC236}">
                <a16:creationId xmlns:a16="http://schemas.microsoft.com/office/drawing/2014/main" id="{828B541A-91F7-4AB9-82E6-76A515BF4A3E}"/>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ln>
        </p:spPr>
      </p:sp>
      <p:sp>
        <p:nvSpPr>
          <p:cNvPr id="5" name="수집 제안 · 체험 종료 후 미결제 고객 대상 투표와 추가 질문">
            <a:extLst xmlns:a="http://schemas.openxmlformats.org/drawingml/2006/main">
              <a:ext uri="{FF2B5EF4-FFF2-40B4-BE49-F238E27FC236}">
                <a16:creationId xmlns:a16="http://schemas.microsoft.com/office/drawing/2014/main" id="{7F6184A8-CE6D-40CC-ACFC-22720CF622CC}"/>
              </a:ext>
            </a:extLst>
          </p:cNvPr>
          <p:cNvSpPr>
            <a:spLocks xmlns:a="http://schemas.openxmlformats.org/drawingml/2006/main" noGrp="1"/>
          </p:cNvSpPr>
          <p:nvPr/>
        </p:nvSpPr>
        <p:spPr>
          <a:xfrm xmlns:a="http://schemas.openxmlformats.org/drawingml/2006/main">
            <a:off x="857250" y="2009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738096"/>
                </a:solidFill>
                <a:latin typeface="Noto Sans KR"/>
                <a:ea typeface="Noto Sans KR"/>
                <a:cs typeface="Noto Sans KR"/>
              </a:defRPr>
            </a:defPPr>
            <a:lvl1pPr algn="ctr">
              <a:defRPr sz="1425" b="0">
                <a:solidFill>
                  <a:srgbClr val="738096"/>
                </a:solidFill>
                <a:latin typeface="Noto Sans KR"/>
                <a:ea typeface="Noto Sans KR"/>
                <a:cs typeface="Noto Sans KR"/>
              </a:defRPr>
            </a:lvl1pPr>
            <a:lvl2pPr algn="ctr">
              <a:defRPr sz="1425" b="0">
                <a:solidFill>
                  <a:srgbClr val="738096"/>
                </a:solidFill>
                <a:latin typeface="Noto Sans KR"/>
                <a:ea typeface="Noto Sans KR"/>
                <a:cs typeface="Noto Sans KR"/>
              </a:defRPr>
            </a:lvl2pPr>
            <a:lvl3pPr algn="ctr">
              <a:defRPr sz="1425" b="0">
                <a:solidFill>
                  <a:srgbClr val="738096"/>
                </a:solidFill>
                <a:latin typeface="Noto Sans KR"/>
                <a:ea typeface="Noto Sans KR"/>
                <a:cs typeface="Noto Sans KR"/>
              </a:defRPr>
            </a:lvl3pPr>
            <a:lvl4pPr algn="ctr">
              <a:defRPr sz="1425" b="0">
                <a:solidFill>
                  <a:srgbClr val="738096"/>
                </a:solidFill>
                <a:latin typeface="Noto Sans KR"/>
                <a:ea typeface="Noto Sans KR"/>
                <a:cs typeface="Noto Sans KR"/>
              </a:defRPr>
            </a:lvl4pPr>
            <a:lvl5pPr algn="ctr">
              <a:defRPr sz="1425" b="0">
                <a:solidFill>
                  <a:srgbClr val="738096"/>
                </a:solidFill>
                <a:latin typeface="Noto Sans KR"/>
                <a:ea typeface="Noto Sans KR"/>
                <a:cs typeface="Noto Sans KR"/>
              </a:defRPr>
            </a:lvl5pPr>
            <a:lvl6pPr algn="ctr">
              <a:defRPr sz="1425" b="0">
                <a:solidFill>
                  <a:srgbClr val="738096"/>
                </a:solidFill>
                <a:latin typeface="Noto Sans KR"/>
                <a:ea typeface="Noto Sans KR"/>
                <a:cs typeface="Noto Sans KR"/>
              </a:defRPr>
            </a:lvl6pPr>
            <a:lvl7pPr algn="ctr">
              <a:defRPr sz="1425" b="0">
                <a:solidFill>
                  <a:srgbClr val="738096"/>
                </a:solidFill>
                <a:latin typeface="Noto Sans KR"/>
                <a:ea typeface="Noto Sans KR"/>
                <a:cs typeface="Noto Sans KR"/>
              </a:defRPr>
            </a:lvl7pPr>
            <a:lvl8pPr algn="ctr">
              <a:defRPr sz="1425" b="0">
                <a:solidFill>
                  <a:srgbClr val="738096"/>
                </a:solidFill>
                <a:latin typeface="Noto Sans KR"/>
                <a:ea typeface="Noto Sans KR"/>
                <a:cs typeface="Noto Sans KR"/>
              </a:defRPr>
            </a:lvl8pPr>
            <a:lvl9pPr algn="ctr">
              <a:defRPr sz="1425" b="0">
                <a:solidFill>
                  <a:srgbClr val="738096"/>
                </a:solidFill>
                <a:latin typeface="Noto Sans KR"/>
                <a:ea typeface="Noto Sans KR"/>
                <a:cs typeface="Noto Sans KR"/>
              </a:defRPr>
            </a:lvl9pPr>
          </a:lstStyle>
          <a:p xmlns:a="http://schemas.openxmlformats.org/drawingml/2006/main">
            <a:pPr algn="ctr">
              <a:defRPr sz="1425" b="0">
                <a:solidFill>
                  <a:srgbClr val="738096"/>
                </a:solidFill>
                <a:latin typeface="Noto Sans KR"/>
                <a:ea typeface="Noto Sans KR"/>
                <a:cs typeface="Noto Sans KR"/>
              </a:defRPr>
            </a:pPr>
            <a:r>
              <a:rPr sz="1425" b="0">
                <a:solidFill>
                  <a:srgbClr val="738096"/>
                </a:solidFill>
                <a:latin typeface="Noto Sans KR"/>
                <a:ea typeface="Noto Sans KR"/>
                <a:cs typeface="Noto Sans KR"/>
              </a:rPr>
              <a:t>수집 제안 · 3일 무료체험 종료 후 미결제 고객 대상</a:t>
            </a:r>
          </a:p>
        </p:txBody>
      </p:sp>
      <p:sp>
        <p:nvSpPr>
          <p:cNvPr id="6" name="">
            <a:extLst xmlns:a="http://schemas.openxmlformats.org/drawingml/2006/main">
              <a:ext uri="{FF2B5EF4-FFF2-40B4-BE49-F238E27FC236}">
                <a16:creationId xmlns:a16="http://schemas.microsoft.com/office/drawing/2014/main" id="{CF73B891-ADDB-4051-8122-8F3CE3D82C83}"/>
              </a:ext>
            </a:extLst>
          </p:cNvPr>
          <p:cNvSpPr>
            <a:spLocks xmlns:a="http://schemas.openxmlformats.org/drawingml/2006/main" noGrp="1"/>
          </p:cNvSpPr>
          <p:nvPr/>
        </p:nvSpPr>
        <p:spPr>
          <a:xfrm xmlns:a="http://schemas.openxmlformats.org/drawingml/2006/main">
            <a:off x="1066800" y="2628900"/>
            <a:ext cx="4095750" cy="2943225"/>
          </a:xfrm>
          <a:prstGeom xmlns:a="http://schemas.openxmlformats.org/drawingml/2006/main" prst="roundRect">
            <a:avLst>
              <a:gd name="adj" fmla="val 5825"/>
            </a:avLst>
          </a:prstGeom>
          <a:solidFill xmlns:a="http://schemas.openxmlformats.org/drawingml/2006/main">
            <a:srgbClr val="E4F3EF"/>
          </a:solidFill>
          <a:ln xmlns:a="http://schemas.openxmlformats.org/drawingml/2006/main" w="14288">
            <a:solidFill>
              <a:srgbClr val="CCC8DF"/>
            </a:solidFill>
          </a:ln>
        </p:spPr>
      </p:sp>
      <p:sp>
        <p:nvSpPr>
          <p:cNvPr id="7" name="">
            <a:extLst xmlns:a="http://schemas.openxmlformats.org/drawingml/2006/main">
              <a:ext uri="{FF2B5EF4-FFF2-40B4-BE49-F238E27FC236}">
                <a16:creationId xmlns:a16="http://schemas.microsoft.com/office/drawing/2014/main" id="{DCB29A0E-76EA-424F-B210-9A2AE3F5EC80}"/>
              </a:ext>
            </a:extLst>
          </p:cNvPr>
          <p:cNvSpPr>
            <a:spLocks xmlns:a="http://schemas.openxmlformats.org/drawingml/2006/main" noGrp="1"/>
          </p:cNvSpPr>
          <p:nvPr/>
        </p:nvSpPr>
        <p:spPr>
          <a:xfrm xmlns:a="http://schemas.openxmlformats.org/drawingml/2006/main">
            <a:off x="5391150" y="2628900"/>
            <a:ext cx="5734050" cy="2943225"/>
          </a:xfrm>
          <a:prstGeom xmlns:a="http://schemas.openxmlformats.org/drawingml/2006/main" prst="roundRect">
            <a:avLst>
              <a:gd name="adj" fmla="val 5825"/>
            </a:avLst>
          </a:prstGeom>
          <a:solidFill xmlns:a="http://schemas.openxmlformats.org/drawingml/2006/main">
            <a:srgbClr val="F0EDF9"/>
          </a:solidFill>
          <a:ln xmlns:a="http://schemas.openxmlformats.org/drawingml/2006/main" w="14288">
            <a:solidFill>
              <a:srgbClr val="CCC8DF"/>
            </a:solidFill>
          </a:ln>
        </p:spPr>
      </p:sp>
      <p:sp>
        <p:nvSpPr>
          <p:cNvPr id="8" name="이용 목적·환경">
            <a:extLst xmlns:a="http://schemas.openxmlformats.org/drawingml/2006/main">
              <a:ext uri="{FF2B5EF4-FFF2-40B4-BE49-F238E27FC236}">
                <a16:creationId xmlns:a16="http://schemas.microsoft.com/office/drawing/2014/main" id="{321B0EBB-5406-486E-983F-D9E69BED8968}"/>
              </a:ext>
            </a:extLst>
          </p:cNvPr>
          <p:cNvSpPr>
            <a:spLocks xmlns:a="http://schemas.openxmlformats.org/drawingml/2006/main" noGrp="1"/>
          </p:cNvSpPr>
          <p:nvPr/>
        </p:nvSpPr>
        <p:spPr>
          <a:xfrm xmlns:a="http://schemas.openxmlformats.org/drawingml/2006/main">
            <a:off x="1257300" y="280035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49780"/>
                </a:solidFill>
                <a:latin typeface="Noto Sans KR"/>
                <a:ea typeface="Noto Sans KR"/>
                <a:cs typeface="Noto Sans KR"/>
              </a:defRPr>
            </a:defPPr>
            <a:lvl1pPr algn="ctr">
              <a:defRPr sz="2175" b="1">
                <a:solidFill>
                  <a:srgbClr val="149780"/>
                </a:solidFill>
                <a:latin typeface="Noto Sans KR"/>
                <a:ea typeface="Noto Sans KR"/>
                <a:cs typeface="Noto Sans KR"/>
              </a:defRPr>
            </a:lvl1pPr>
            <a:lvl2pPr algn="ctr">
              <a:defRPr sz="2175" b="1">
                <a:solidFill>
                  <a:srgbClr val="149780"/>
                </a:solidFill>
                <a:latin typeface="Noto Sans KR"/>
                <a:ea typeface="Noto Sans KR"/>
                <a:cs typeface="Noto Sans KR"/>
              </a:defRPr>
            </a:lvl2pPr>
            <a:lvl3pPr algn="ctr">
              <a:defRPr sz="2175" b="1">
                <a:solidFill>
                  <a:srgbClr val="149780"/>
                </a:solidFill>
                <a:latin typeface="Noto Sans KR"/>
                <a:ea typeface="Noto Sans KR"/>
                <a:cs typeface="Noto Sans KR"/>
              </a:defRPr>
            </a:lvl3pPr>
            <a:lvl4pPr algn="ctr">
              <a:defRPr sz="2175" b="1">
                <a:solidFill>
                  <a:srgbClr val="149780"/>
                </a:solidFill>
                <a:latin typeface="Noto Sans KR"/>
                <a:ea typeface="Noto Sans KR"/>
                <a:cs typeface="Noto Sans KR"/>
              </a:defRPr>
            </a:lvl4pPr>
            <a:lvl5pPr algn="ctr">
              <a:defRPr sz="2175" b="1">
                <a:solidFill>
                  <a:srgbClr val="149780"/>
                </a:solidFill>
                <a:latin typeface="Noto Sans KR"/>
                <a:ea typeface="Noto Sans KR"/>
                <a:cs typeface="Noto Sans KR"/>
              </a:defRPr>
            </a:lvl5pPr>
            <a:lvl6pPr algn="ctr">
              <a:defRPr sz="2175" b="1">
                <a:solidFill>
                  <a:srgbClr val="149780"/>
                </a:solidFill>
                <a:latin typeface="Noto Sans KR"/>
                <a:ea typeface="Noto Sans KR"/>
                <a:cs typeface="Noto Sans KR"/>
              </a:defRPr>
            </a:lvl6pPr>
            <a:lvl7pPr algn="ctr">
              <a:defRPr sz="2175" b="1">
                <a:solidFill>
                  <a:srgbClr val="149780"/>
                </a:solidFill>
                <a:latin typeface="Noto Sans KR"/>
                <a:ea typeface="Noto Sans KR"/>
                <a:cs typeface="Noto Sans KR"/>
              </a:defRPr>
            </a:lvl7pPr>
            <a:lvl8pPr algn="ctr">
              <a:defRPr sz="2175" b="1">
                <a:solidFill>
                  <a:srgbClr val="149780"/>
                </a:solidFill>
                <a:latin typeface="Noto Sans KR"/>
                <a:ea typeface="Noto Sans KR"/>
                <a:cs typeface="Noto Sans KR"/>
              </a:defRPr>
            </a:lvl8pPr>
            <a:lvl9pPr algn="ctr">
              <a:defRPr sz="2175" b="1">
                <a:solidFill>
                  <a:srgbClr val="149780"/>
                </a:solidFill>
                <a:latin typeface="Noto Sans KR"/>
                <a:ea typeface="Noto Sans KR"/>
                <a:cs typeface="Noto Sans KR"/>
              </a:defRPr>
            </a:lvl9pPr>
          </a:lstStyle>
          <a:p xmlns:a="http://schemas.openxmlformats.org/drawingml/2006/main">
            <a:pPr algn="ctr">
              <a:defRPr sz="2175" b="1">
                <a:solidFill>
                  <a:srgbClr val="149780"/>
                </a:solidFill>
                <a:latin typeface="Noto Sans KR"/>
                <a:ea typeface="Noto Sans KR"/>
                <a:cs typeface="Noto Sans KR"/>
              </a:defRPr>
            </a:pPr>
            <a:r>
              <a:rPr sz="2175" b="1">
                <a:solidFill>
                  <a:srgbClr val="149780"/>
                </a:solidFill>
                <a:latin typeface="Noto Sans KR"/>
                <a:ea typeface="Noto Sans KR"/>
                <a:cs typeface="Noto Sans KR"/>
              </a:rPr>
              <a:t>이용 목적·환경</a:t>
            </a:r>
          </a:p>
        </p:txBody>
      </p:sp>
      <p:sp>
        <p:nvSpPr>
          <p:cNvPr id="9" name="주된 이용 목적">
            <a:extLst xmlns:a="http://schemas.openxmlformats.org/drawingml/2006/main">
              <a:ext uri="{FF2B5EF4-FFF2-40B4-BE49-F238E27FC236}">
                <a16:creationId xmlns:a16="http://schemas.microsoft.com/office/drawing/2014/main" id="{D1A41733-8C93-4B71-8F30-A1429FB7880C}"/>
              </a:ext>
            </a:extLst>
          </p:cNvPr>
          <p:cNvSpPr>
            <a:spLocks xmlns:a="http://schemas.openxmlformats.org/drawingml/2006/main" noGrp="1"/>
          </p:cNvSpPr>
          <p:nvPr/>
        </p:nvSpPr>
        <p:spPr>
          <a:xfrm xmlns:a="http://schemas.openxmlformats.org/drawingml/2006/main">
            <a:off x="1362075" y="3419475"/>
            <a:ext cx="3486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192035"/>
                </a:solidFill>
                <a:latin typeface="Noto Sans KR"/>
                <a:ea typeface="Noto Sans KR"/>
                <a:cs typeface="Noto Sans KR"/>
              </a:defRPr>
            </a:defPPr>
            <a:lvl1pPr algn="ctr">
              <a:defRPr sz="1725" b="1">
                <a:solidFill>
                  <a:srgbClr val="192035"/>
                </a:solidFill>
                <a:latin typeface="Noto Sans KR"/>
                <a:ea typeface="Noto Sans KR"/>
                <a:cs typeface="Noto Sans KR"/>
              </a:defRPr>
            </a:lvl1pPr>
            <a:lvl2pPr algn="ctr">
              <a:defRPr sz="1725" b="1">
                <a:solidFill>
                  <a:srgbClr val="192035"/>
                </a:solidFill>
                <a:latin typeface="Noto Sans KR"/>
                <a:ea typeface="Noto Sans KR"/>
                <a:cs typeface="Noto Sans KR"/>
              </a:defRPr>
            </a:lvl2pPr>
            <a:lvl3pPr algn="ctr">
              <a:defRPr sz="1725" b="1">
                <a:solidFill>
                  <a:srgbClr val="192035"/>
                </a:solidFill>
                <a:latin typeface="Noto Sans KR"/>
                <a:ea typeface="Noto Sans KR"/>
                <a:cs typeface="Noto Sans KR"/>
              </a:defRPr>
            </a:lvl3pPr>
            <a:lvl4pPr algn="ctr">
              <a:defRPr sz="1725" b="1">
                <a:solidFill>
                  <a:srgbClr val="192035"/>
                </a:solidFill>
                <a:latin typeface="Noto Sans KR"/>
                <a:ea typeface="Noto Sans KR"/>
                <a:cs typeface="Noto Sans KR"/>
              </a:defRPr>
            </a:lvl4pPr>
            <a:lvl5pPr algn="ctr">
              <a:defRPr sz="1725" b="1">
                <a:solidFill>
                  <a:srgbClr val="192035"/>
                </a:solidFill>
                <a:latin typeface="Noto Sans KR"/>
                <a:ea typeface="Noto Sans KR"/>
                <a:cs typeface="Noto Sans KR"/>
              </a:defRPr>
            </a:lvl5pPr>
            <a:lvl6pPr algn="ctr">
              <a:defRPr sz="1725" b="1">
                <a:solidFill>
                  <a:srgbClr val="192035"/>
                </a:solidFill>
                <a:latin typeface="Noto Sans KR"/>
                <a:ea typeface="Noto Sans KR"/>
                <a:cs typeface="Noto Sans KR"/>
              </a:defRPr>
            </a:lvl6pPr>
            <a:lvl7pPr algn="ctr">
              <a:defRPr sz="1725" b="1">
                <a:solidFill>
                  <a:srgbClr val="192035"/>
                </a:solidFill>
                <a:latin typeface="Noto Sans KR"/>
                <a:ea typeface="Noto Sans KR"/>
                <a:cs typeface="Noto Sans KR"/>
              </a:defRPr>
            </a:lvl7pPr>
            <a:lvl8pPr algn="ctr">
              <a:defRPr sz="1725" b="1">
                <a:solidFill>
                  <a:srgbClr val="192035"/>
                </a:solidFill>
                <a:latin typeface="Noto Sans KR"/>
                <a:ea typeface="Noto Sans KR"/>
                <a:cs typeface="Noto Sans KR"/>
              </a:defRPr>
            </a:lvl8pPr>
            <a:lvl9pPr algn="ctr">
              <a:defRPr sz="1725" b="1">
                <a:solidFill>
                  <a:srgbClr val="192035"/>
                </a:solidFill>
                <a:latin typeface="Noto Sans KR"/>
                <a:ea typeface="Noto Sans KR"/>
                <a:cs typeface="Noto Sans KR"/>
              </a:defRPr>
            </a:lvl9pPr>
          </a:lstStyle>
          <a:p xmlns:a="http://schemas.openxmlformats.org/drawingml/2006/main">
            <a:pPr algn="ctr">
              <a:defRPr sz="1725" b="1">
                <a:solidFill>
                  <a:srgbClr val="192035"/>
                </a:solidFill>
                <a:latin typeface="Noto Sans KR"/>
                <a:ea typeface="Noto Sans KR"/>
                <a:cs typeface="Noto Sans KR"/>
              </a:defRPr>
            </a:pPr>
            <a:r>
              <a:rPr sz="1725" b="1">
                <a:solidFill>
                  <a:srgbClr val="192035"/>
                </a:solidFill>
                <a:latin typeface="Noto Sans KR"/>
                <a:ea typeface="Noto Sans KR"/>
                <a:cs typeface="Noto Sans KR"/>
              </a:rPr>
              <a:t>주된 이용 목적</a:t>
            </a:r>
          </a:p>
        </p:txBody>
      </p:sp>
      <p:sp>
        <p:nvSpPr>
          <p:cNvPr id="10" name="개인 업무 · 회사 업무 · 공부 · 미팅">
            <a:extLst xmlns:a="http://schemas.openxmlformats.org/drawingml/2006/main">
              <a:ext uri="{FF2B5EF4-FFF2-40B4-BE49-F238E27FC236}">
                <a16:creationId xmlns:a16="http://schemas.microsoft.com/office/drawing/2014/main" id="{099DCB4D-1B58-4A1E-BACF-B440F97CEC0A}"/>
              </a:ext>
            </a:extLst>
          </p:cNvPr>
          <p:cNvSpPr>
            <a:spLocks xmlns:a="http://schemas.openxmlformats.org/drawingml/2006/main" noGrp="1"/>
          </p:cNvSpPr>
          <p:nvPr/>
        </p:nvSpPr>
        <p:spPr>
          <a:xfrm xmlns:a="http://schemas.openxmlformats.org/drawingml/2006/main">
            <a:off x="1285875" y="3771900"/>
            <a:ext cx="3657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192035"/>
                </a:solidFill>
                <a:latin typeface="Noto Sans KR"/>
                <a:ea typeface="Noto Sans KR"/>
                <a:cs typeface="Noto Sans KR"/>
              </a:defRPr>
            </a:defPPr>
            <a:lvl1pPr algn="ctr">
              <a:defRPr sz="1425" b="0">
                <a:solidFill>
                  <a:srgbClr val="192035"/>
                </a:solidFill>
                <a:latin typeface="Noto Sans KR"/>
                <a:ea typeface="Noto Sans KR"/>
                <a:cs typeface="Noto Sans KR"/>
              </a:defRPr>
            </a:lvl1pPr>
            <a:lvl2pPr algn="ctr">
              <a:defRPr sz="1425" b="0">
                <a:solidFill>
                  <a:srgbClr val="192035"/>
                </a:solidFill>
                <a:latin typeface="Noto Sans KR"/>
                <a:ea typeface="Noto Sans KR"/>
                <a:cs typeface="Noto Sans KR"/>
              </a:defRPr>
            </a:lvl2pPr>
            <a:lvl3pPr algn="ctr">
              <a:defRPr sz="1425" b="0">
                <a:solidFill>
                  <a:srgbClr val="192035"/>
                </a:solidFill>
                <a:latin typeface="Noto Sans KR"/>
                <a:ea typeface="Noto Sans KR"/>
                <a:cs typeface="Noto Sans KR"/>
              </a:defRPr>
            </a:lvl3pPr>
            <a:lvl4pPr algn="ctr">
              <a:defRPr sz="1425" b="0">
                <a:solidFill>
                  <a:srgbClr val="192035"/>
                </a:solidFill>
                <a:latin typeface="Noto Sans KR"/>
                <a:ea typeface="Noto Sans KR"/>
                <a:cs typeface="Noto Sans KR"/>
              </a:defRPr>
            </a:lvl4pPr>
            <a:lvl5pPr algn="ctr">
              <a:defRPr sz="1425" b="0">
                <a:solidFill>
                  <a:srgbClr val="192035"/>
                </a:solidFill>
                <a:latin typeface="Noto Sans KR"/>
                <a:ea typeface="Noto Sans KR"/>
                <a:cs typeface="Noto Sans KR"/>
              </a:defRPr>
            </a:lvl5pPr>
            <a:lvl6pPr algn="ctr">
              <a:defRPr sz="1425" b="0">
                <a:solidFill>
                  <a:srgbClr val="192035"/>
                </a:solidFill>
                <a:latin typeface="Noto Sans KR"/>
                <a:ea typeface="Noto Sans KR"/>
                <a:cs typeface="Noto Sans KR"/>
              </a:defRPr>
            </a:lvl6pPr>
            <a:lvl7pPr algn="ctr">
              <a:defRPr sz="1425" b="0">
                <a:solidFill>
                  <a:srgbClr val="192035"/>
                </a:solidFill>
                <a:latin typeface="Noto Sans KR"/>
                <a:ea typeface="Noto Sans KR"/>
                <a:cs typeface="Noto Sans KR"/>
              </a:defRPr>
            </a:lvl7pPr>
            <a:lvl8pPr algn="ctr">
              <a:defRPr sz="1425" b="0">
                <a:solidFill>
                  <a:srgbClr val="192035"/>
                </a:solidFill>
                <a:latin typeface="Noto Sans KR"/>
                <a:ea typeface="Noto Sans KR"/>
                <a:cs typeface="Noto Sans KR"/>
              </a:defRPr>
            </a:lvl8pPr>
            <a:lvl9pPr algn="ctr">
              <a:defRPr sz="1425" b="0">
                <a:solidFill>
                  <a:srgbClr val="192035"/>
                </a:solidFill>
                <a:latin typeface="Noto Sans KR"/>
                <a:ea typeface="Noto Sans KR"/>
                <a:cs typeface="Noto Sans KR"/>
              </a:defRPr>
            </a:lvl9pPr>
          </a:lstStyle>
          <a:p xmlns:a="http://schemas.openxmlformats.org/drawingml/2006/main">
            <a:pPr algn="ctr">
              <a:defRPr sz="1425" b="0">
                <a:solidFill>
                  <a:srgbClr val="192035"/>
                </a:solidFill>
                <a:latin typeface="Noto Sans KR"/>
                <a:ea typeface="Noto Sans KR"/>
                <a:cs typeface="Noto Sans KR"/>
              </a:defRPr>
            </a:pPr>
            <a:r>
              <a:rPr sz="1425" b="0">
                <a:solidFill>
                  <a:srgbClr val="192035"/>
                </a:solidFill>
                <a:latin typeface="Noto Sans KR"/>
                <a:ea typeface="Noto Sans KR"/>
                <a:cs typeface="Noto Sans KR"/>
              </a:rPr>
              <a:t>개인 업무 · 회사 업무 · 공부 · 미팅</a:t>
            </a:r>
          </a:p>
        </p:txBody>
      </p:sp>
      <p:sp>
        <p:nvSpPr>
          <p:cNvPr id="11" name="회사에서 이용 비용을 지원하는지">
            <a:extLst xmlns:a="http://schemas.openxmlformats.org/drawingml/2006/main">
              <a:ext uri="{FF2B5EF4-FFF2-40B4-BE49-F238E27FC236}">
                <a16:creationId xmlns:a16="http://schemas.microsoft.com/office/drawing/2014/main" id="{8AC0E814-776C-4659-8B25-22C067563956}"/>
              </a:ext>
            </a:extLst>
          </p:cNvPr>
          <p:cNvSpPr>
            <a:spLocks xmlns:a="http://schemas.openxmlformats.org/drawingml/2006/main" noGrp="1"/>
          </p:cNvSpPr>
          <p:nvPr/>
        </p:nvSpPr>
        <p:spPr>
          <a:xfrm xmlns:a="http://schemas.openxmlformats.org/drawingml/2006/main">
            <a:off x="1314450" y="4324350"/>
            <a:ext cx="3600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192035"/>
                </a:solidFill>
                <a:latin typeface="Noto Sans KR"/>
                <a:ea typeface="Noto Sans KR"/>
                <a:cs typeface="Noto Sans KR"/>
              </a:defRPr>
            </a:defPPr>
            <a:lvl1pPr algn="ctr">
              <a:defRPr sz="1650" b="0">
                <a:solidFill>
                  <a:srgbClr val="192035"/>
                </a:solidFill>
                <a:latin typeface="Noto Sans KR"/>
                <a:ea typeface="Noto Sans KR"/>
                <a:cs typeface="Noto Sans KR"/>
              </a:defRPr>
            </a:lvl1pPr>
            <a:lvl2pPr algn="ctr">
              <a:defRPr sz="1650" b="0">
                <a:solidFill>
                  <a:srgbClr val="192035"/>
                </a:solidFill>
                <a:latin typeface="Noto Sans KR"/>
                <a:ea typeface="Noto Sans KR"/>
                <a:cs typeface="Noto Sans KR"/>
              </a:defRPr>
            </a:lvl2pPr>
            <a:lvl3pPr algn="ctr">
              <a:defRPr sz="1650" b="0">
                <a:solidFill>
                  <a:srgbClr val="192035"/>
                </a:solidFill>
                <a:latin typeface="Noto Sans KR"/>
                <a:ea typeface="Noto Sans KR"/>
                <a:cs typeface="Noto Sans KR"/>
              </a:defRPr>
            </a:lvl3pPr>
            <a:lvl4pPr algn="ctr">
              <a:defRPr sz="1650" b="0">
                <a:solidFill>
                  <a:srgbClr val="192035"/>
                </a:solidFill>
                <a:latin typeface="Noto Sans KR"/>
                <a:ea typeface="Noto Sans KR"/>
                <a:cs typeface="Noto Sans KR"/>
              </a:defRPr>
            </a:lvl4pPr>
            <a:lvl5pPr algn="ctr">
              <a:defRPr sz="1650" b="0">
                <a:solidFill>
                  <a:srgbClr val="192035"/>
                </a:solidFill>
                <a:latin typeface="Noto Sans KR"/>
                <a:ea typeface="Noto Sans KR"/>
                <a:cs typeface="Noto Sans KR"/>
              </a:defRPr>
            </a:lvl5pPr>
            <a:lvl6pPr algn="ctr">
              <a:defRPr sz="1650" b="0">
                <a:solidFill>
                  <a:srgbClr val="192035"/>
                </a:solidFill>
                <a:latin typeface="Noto Sans KR"/>
                <a:ea typeface="Noto Sans KR"/>
                <a:cs typeface="Noto Sans KR"/>
              </a:defRPr>
            </a:lvl6pPr>
            <a:lvl7pPr algn="ctr">
              <a:defRPr sz="1650" b="0">
                <a:solidFill>
                  <a:srgbClr val="192035"/>
                </a:solidFill>
                <a:latin typeface="Noto Sans KR"/>
                <a:ea typeface="Noto Sans KR"/>
                <a:cs typeface="Noto Sans KR"/>
              </a:defRPr>
            </a:lvl7pPr>
            <a:lvl8pPr algn="ctr">
              <a:defRPr sz="1650" b="0">
                <a:solidFill>
                  <a:srgbClr val="192035"/>
                </a:solidFill>
                <a:latin typeface="Noto Sans KR"/>
                <a:ea typeface="Noto Sans KR"/>
                <a:cs typeface="Noto Sans KR"/>
              </a:defRPr>
            </a:lvl8pPr>
            <a:lvl9pPr algn="ctr">
              <a:defRPr sz="1650" b="0">
                <a:solidFill>
                  <a:srgbClr val="192035"/>
                </a:solidFill>
                <a:latin typeface="Noto Sans KR"/>
                <a:ea typeface="Noto Sans KR"/>
                <a:cs typeface="Noto Sans KR"/>
              </a:defRPr>
            </a:lvl9pPr>
          </a:lstStyle>
          <a:p xmlns:a="http://schemas.openxmlformats.org/drawingml/2006/main">
            <a:pPr algn="ctr">
              <a:defRPr sz="1650" b="0">
                <a:solidFill>
                  <a:srgbClr val="192035"/>
                </a:solidFill>
                <a:latin typeface="Noto Sans KR"/>
                <a:ea typeface="Noto Sans KR"/>
                <a:cs typeface="Noto Sans KR"/>
              </a:defRPr>
            </a:pPr>
            <a:r>
              <a:rPr sz="1650" b="0">
                <a:solidFill>
                  <a:srgbClr val="192035"/>
                </a:solidFill>
                <a:latin typeface="Noto Sans KR"/>
                <a:ea typeface="Noto Sans KR"/>
                <a:cs typeface="Noto Sans KR"/>
              </a:rPr>
              <a:t>회사에서 이용 비용을 지원하는지</a:t>
            </a:r>
          </a:p>
        </p:txBody>
      </p:sp>
      <p:sp>
        <p:nvSpPr>
          <p:cNvPr id="12" name="앞으로 얼마나 자주 이용할지">
            <a:extLst xmlns:a="http://schemas.openxmlformats.org/drawingml/2006/main">
              <a:ext uri="{FF2B5EF4-FFF2-40B4-BE49-F238E27FC236}">
                <a16:creationId xmlns:a16="http://schemas.microsoft.com/office/drawing/2014/main" id="{758F3217-1EDF-4C6C-89C8-63675EDEFA08}"/>
              </a:ext>
            </a:extLst>
          </p:cNvPr>
          <p:cNvSpPr>
            <a:spLocks xmlns:a="http://schemas.openxmlformats.org/drawingml/2006/main" noGrp="1"/>
          </p:cNvSpPr>
          <p:nvPr/>
        </p:nvSpPr>
        <p:spPr>
          <a:xfrm xmlns:a="http://schemas.openxmlformats.org/drawingml/2006/main">
            <a:off x="1314450" y="4914900"/>
            <a:ext cx="3600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192035"/>
                </a:solidFill>
                <a:latin typeface="Noto Sans KR"/>
                <a:ea typeface="Noto Sans KR"/>
                <a:cs typeface="Noto Sans KR"/>
              </a:defRPr>
            </a:defPPr>
            <a:lvl1pPr algn="ctr">
              <a:defRPr sz="1650" b="0">
                <a:solidFill>
                  <a:srgbClr val="192035"/>
                </a:solidFill>
                <a:latin typeface="Noto Sans KR"/>
                <a:ea typeface="Noto Sans KR"/>
                <a:cs typeface="Noto Sans KR"/>
              </a:defRPr>
            </a:lvl1pPr>
            <a:lvl2pPr algn="ctr">
              <a:defRPr sz="1650" b="0">
                <a:solidFill>
                  <a:srgbClr val="192035"/>
                </a:solidFill>
                <a:latin typeface="Noto Sans KR"/>
                <a:ea typeface="Noto Sans KR"/>
                <a:cs typeface="Noto Sans KR"/>
              </a:defRPr>
            </a:lvl2pPr>
            <a:lvl3pPr algn="ctr">
              <a:defRPr sz="1650" b="0">
                <a:solidFill>
                  <a:srgbClr val="192035"/>
                </a:solidFill>
                <a:latin typeface="Noto Sans KR"/>
                <a:ea typeface="Noto Sans KR"/>
                <a:cs typeface="Noto Sans KR"/>
              </a:defRPr>
            </a:lvl3pPr>
            <a:lvl4pPr algn="ctr">
              <a:defRPr sz="1650" b="0">
                <a:solidFill>
                  <a:srgbClr val="192035"/>
                </a:solidFill>
                <a:latin typeface="Noto Sans KR"/>
                <a:ea typeface="Noto Sans KR"/>
                <a:cs typeface="Noto Sans KR"/>
              </a:defRPr>
            </a:lvl4pPr>
            <a:lvl5pPr algn="ctr">
              <a:defRPr sz="1650" b="0">
                <a:solidFill>
                  <a:srgbClr val="192035"/>
                </a:solidFill>
                <a:latin typeface="Noto Sans KR"/>
                <a:ea typeface="Noto Sans KR"/>
                <a:cs typeface="Noto Sans KR"/>
              </a:defRPr>
            </a:lvl5pPr>
            <a:lvl6pPr algn="ctr">
              <a:defRPr sz="1650" b="0">
                <a:solidFill>
                  <a:srgbClr val="192035"/>
                </a:solidFill>
                <a:latin typeface="Noto Sans KR"/>
                <a:ea typeface="Noto Sans KR"/>
                <a:cs typeface="Noto Sans KR"/>
              </a:defRPr>
            </a:lvl6pPr>
            <a:lvl7pPr algn="ctr">
              <a:defRPr sz="1650" b="0">
                <a:solidFill>
                  <a:srgbClr val="192035"/>
                </a:solidFill>
                <a:latin typeface="Noto Sans KR"/>
                <a:ea typeface="Noto Sans KR"/>
                <a:cs typeface="Noto Sans KR"/>
              </a:defRPr>
            </a:lvl7pPr>
            <a:lvl8pPr algn="ctr">
              <a:defRPr sz="1650" b="0">
                <a:solidFill>
                  <a:srgbClr val="192035"/>
                </a:solidFill>
                <a:latin typeface="Noto Sans KR"/>
                <a:ea typeface="Noto Sans KR"/>
                <a:cs typeface="Noto Sans KR"/>
              </a:defRPr>
            </a:lvl8pPr>
            <a:lvl9pPr algn="ctr">
              <a:defRPr sz="1650" b="0">
                <a:solidFill>
                  <a:srgbClr val="192035"/>
                </a:solidFill>
                <a:latin typeface="Noto Sans KR"/>
                <a:ea typeface="Noto Sans KR"/>
                <a:cs typeface="Noto Sans KR"/>
              </a:defRPr>
            </a:lvl9pPr>
          </a:lstStyle>
          <a:p xmlns:a="http://schemas.openxmlformats.org/drawingml/2006/main">
            <a:pPr algn="ctr">
              <a:defRPr sz="1650" b="0">
                <a:solidFill>
                  <a:srgbClr val="192035"/>
                </a:solidFill>
                <a:latin typeface="Noto Sans KR"/>
                <a:ea typeface="Noto Sans KR"/>
                <a:cs typeface="Noto Sans KR"/>
              </a:defRPr>
            </a:pPr>
            <a:r>
              <a:rPr sz="1650" b="0">
                <a:solidFill>
                  <a:srgbClr val="192035"/>
                </a:solidFill>
                <a:latin typeface="Noto Sans KR"/>
                <a:ea typeface="Noto Sans KR"/>
                <a:cs typeface="Noto Sans KR"/>
              </a:rPr>
              <a:t>앞으로 얼마나 자주 이용할지</a:t>
            </a:r>
          </a:p>
        </p:txBody>
      </p:sp>
      <p:sp>
        <p:nvSpPr>
          <p:cNvPr id="13" name="미결제 이유 5가지">
            <a:extLst xmlns:a="http://schemas.openxmlformats.org/drawingml/2006/main">
              <a:ext uri="{FF2B5EF4-FFF2-40B4-BE49-F238E27FC236}">
                <a16:creationId xmlns:a16="http://schemas.microsoft.com/office/drawing/2014/main" id="{B0B2BBA9-2DBE-415D-B873-BA2031C1AED4}"/>
              </a:ext>
            </a:extLst>
          </p:cNvPr>
          <p:cNvSpPr>
            <a:spLocks xmlns:a="http://schemas.openxmlformats.org/drawingml/2006/main" noGrp="1"/>
          </p:cNvSpPr>
          <p:nvPr/>
        </p:nvSpPr>
        <p:spPr>
          <a:xfrm xmlns:a="http://schemas.openxmlformats.org/drawingml/2006/main">
            <a:off x="5581650" y="2800350"/>
            <a:ext cx="535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6554D9"/>
                </a:solidFill>
                <a:latin typeface="Noto Sans KR"/>
                <a:ea typeface="Noto Sans KR"/>
                <a:cs typeface="Noto Sans KR"/>
              </a:defRPr>
            </a:defPPr>
            <a:lvl1pPr algn="ctr">
              <a:defRPr sz="2175" b="1">
                <a:solidFill>
                  <a:srgbClr val="6554D9"/>
                </a:solidFill>
                <a:latin typeface="Noto Sans KR"/>
                <a:ea typeface="Noto Sans KR"/>
                <a:cs typeface="Noto Sans KR"/>
              </a:defRPr>
            </a:lvl1pPr>
            <a:lvl2pPr algn="ctr">
              <a:defRPr sz="2175" b="1">
                <a:solidFill>
                  <a:srgbClr val="6554D9"/>
                </a:solidFill>
                <a:latin typeface="Noto Sans KR"/>
                <a:ea typeface="Noto Sans KR"/>
                <a:cs typeface="Noto Sans KR"/>
              </a:defRPr>
            </a:lvl2pPr>
            <a:lvl3pPr algn="ctr">
              <a:defRPr sz="2175" b="1">
                <a:solidFill>
                  <a:srgbClr val="6554D9"/>
                </a:solidFill>
                <a:latin typeface="Noto Sans KR"/>
                <a:ea typeface="Noto Sans KR"/>
                <a:cs typeface="Noto Sans KR"/>
              </a:defRPr>
            </a:lvl3pPr>
            <a:lvl4pPr algn="ctr">
              <a:defRPr sz="2175" b="1">
                <a:solidFill>
                  <a:srgbClr val="6554D9"/>
                </a:solidFill>
                <a:latin typeface="Noto Sans KR"/>
                <a:ea typeface="Noto Sans KR"/>
                <a:cs typeface="Noto Sans KR"/>
              </a:defRPr>
            </a:lvl4pPr>
            <a:lvl5pPr algn="ctr">
              <a:defRPr sz="2175" b="1">
                <a:solidFill>
                  <a:srgbClr val="6554D9"/>
                </a:solidFill>
                <a:latin typeface="Noto Sans KR"/>
                <a:ea typeface="Noto Sans KR"/>
                <a:cs typeface="Noto Sans KR"/>
              </a:defRPr>
            </a:lvl5pPr>
            <a:lvl6pPr algn="ctr">
              <a:defRPr sz="2175" b="1">
                <a:solidFill>
                  <a:srgbClr val="6554D9"/>
                </a:solidFill>
                <a:latin typeface="Noto Sans KR"/>
                <a:ea typeface="Noto Sans KR"/>
                <a:cs typeface="Noto Sans KR"/>
              </a:defRPr>
            </a:lvl6pPr>
            <a:lvl7pPr algn="ctr">
              <a:defRPr sz="2175" b="1">
                <a:solidFill>
                  <a:srgbClr val="6554D9"/>
                </a:solidFill>
                <a:latin typeface="Noto Sans KR"/>
                <a:ea typeface="Noto Sans KR"/>
                <a:cs typeface="Noto Sans KR"/>
              </a:defRPr>
            </a:lvl7pPr>
            <a:lvl8pPr algn="ctr">
              <a:defRPr sz="2175" b="1">
                <a:solidFill>
                  <a:srgbClr val="6554D9"/>
                </a:solidFill>
                <a:latin typeface="Noto Sans KR"/>
                <a:ea typeface="Noto Sans KR"/>
                <a:cs typeface="Noto Sans KR"/>
              </a:defRPr>
            </a:lvl8pPr>
            <a:lvl9pPr algn="ctr">
              <a:defRPr sz="2175" b="1">
                <a:solidFill>
                  <a:srgbClr val="6554D9"/>
                </a:solidFill>
                <a:latin typeface="Noto Sans KR"/>
                <a:ea typeface="Noto Sans KR"/>
                <a:cs typeface="Noto Sans KR"/>
              </a:defRPr>
            </a:lvl9pPr>
          </a:lstStyle>
          <a:p xmlns:a="http://schemas.openxmlformats.org/drawingml/2006/main">
            <a:pPr algn="ctr">
              <a:defRPr sz="2175" b="1">
                <a:solidFill>
                  <a:srgbClr val="6554D9"/>
                </a:solidFill>
                <a:latin typeface="Noto Sans KR"/>
                <a:ea typeface="Noto Sans KR"/>
                <a:cs typeface="Noto Sans KR"/>
              </a:defRPr>
            </a:pPr>
            <a:r>
              <a:rPr sz="2175" b="1">
                <a:solidFill>
                  <a:srgbClr val="6554D9"/>
                </a:solidFill>
                <a:latin typeface="Noto Sans KR"/>
                <a:ea typeface="Noto Sans KR"/>
                <a:cs typeface="Noto Sans KR"/>
              </a:rPr>
              <a:t>미결제 이유</a:t>
            </a:r>
          </a:p>
        </p:txBody>
      </p:sp>
      <p:sp>
        <p:nvSpPr>
          <p:cNvPr id="14" name="이용권 가격 부담">
            <a:extLst xmlns:a="http://schemas.openxmlformats.org/drawingml/2006/main">
              <a:ext uri="{FF2B5EF4-FFF2-40B4-BE49-F238E27FC236}">
                <a16:creationId xmlns:a16="http://schemas.microsoft.com/office/drawing/2014/main" id="{13832457-92BD-487E-852D-EEA97E5701C6}"/>
              </a:ext>
            </a:extLst>
          </p:cNvPr>
          <p:cNvSpPr>
            <a:spLocks xmlns:a="http://schemas.openxmlformats.org/drawingml/2006/main" noGrp="1"/>
          </p:cNvSpPr>
          <p:nvPr/>
        </p:nvSpPr>
        <p:spPr>
          <a:xfrm xmlns:a="http://schemas.openxmlformats.org/drawingml/2006/main">
            <a:off x="5619750" y="3295650"/>
            <a:ext cx="5276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92035"/>
                </a:solidFill>
                <a:latin typeface="Noto Sans KR"/>
                <a:ea typeface="Noto Sans KR"/>
                <a:cs typeface="Noto Sans KR"/>
              </a:defRPr>
            </a:defPPr>
            <a:lvl1pPr algn="ctr">
              <a:defRPr sz="1725" b="0">
                <a:solidFill>
                  <a:srgbClr val="192035"/>
                </a:solidFill>
                <a:latin typeface="Noto Sans KR"/>
                <a:ea typeface="Noto Sans KR"/>
                <a:cs typeface="Noto Sans KR"/>
              </a:defRPr>
            </a:lvl1pPr>
            <a:lvl2pPr algn="ctr">
              <a:defRPr sz="1725" b="0">
                <a:solidFill>
                  <a:srgbClr val="192035"/>
                </a:solidFill>
                <a:latin typeface="Noto Sans KR"/>
                <a:ea typeface="Noto Sans KR"/>
                <a:cs typeface="Noto Sans KR"/>
              </a:defRPr>
            </a:lvl2pPr>
            <a:lvl3pPr algn="ctr">
              <a:defRPr sz="1725" b="0">
                <a:solidFill>
                  <a:srgbClr val="192035"/>
                </a:solidFill>
                <a:latin typeface="Noto Sans KR"/>
                <a:ea typeface="Noto Sans KR"/>
                <a:cs typeface="Noto Sans KR"/>
              </a:defRPr>
            </a:lvl3pPr>
            <a:lvl4pPr algn="ctr">
              <a:defRPr sz="1725" b="0">
                <a:solidFill>
                  <a:srgbClr val="192035"/>
                </a:solidFill>
                <a:latin typeface="Noto Sans KR"/>
                <a:ea typeface="Noto Sans KR"/>
                <a:cs typeface="Noto Sans KR"/>
              </a:defRPr>
            </a:lvl4pPr>
            <a:lvl5pPr algn="ctr">
              <a:defRPr sz="1725" b="0">
                <a:solidFill>
                  <a:srgbClr val="192035"/>
                </a:solidFill>
                <a:latin typeface="Noto Sans KR"/>
                <a:ea typeface="Noto Sans KR"/>
                <a:cs typeface="Noto Sans KR"/>
              </a:defRPr>
            </a:lvl5pPr>
            <a:lvl6pPr algn="ctr">
              <a:defRPr sz="1725" b="0">
                <a:solidFill>
                  <a:srgbClr val="192035"/>
                </a:solidFill>
                <a:latin typeface="Noto Sans KR"/>
                <a:ea typeface="Noto Sans KR"/>
                <a:cs typeface="Noto Sans KR"/>
              </a:defRPr>
            </a:lvl6pPr>
            <a:lvl7pPr algn="ctr">
              <a:defRPr sz="1725" b="0">
                <a:solidFill>
                  <a:srgbClr val="192035"/>
                </a:solidFill>
                <a:latin typeface="Noto Sans KR"/>
                <a:ea typeface="Noto Sans KR"/>
                <a:cs typeface="Noto Sans KR"/>
              </a:defRPr>
            </a:lvl7pPr>
            <a:lvl8pPr algn="ctr">
              <a:defRPr sz="1725" b="0">
                <a:solidFill>
                  <a:srgbClr val="192035"/>
                </a:solidFill>
                <a:latin typeface="Noto Sans KR"/>
                <a:ea typeface="Noto Sans KR"/>
                <a:cs typeface="Noto Sans KR"/>
              </a:defRPr>
            </a:lvl8pPr>
            <a:lvl9pPr algn="ctr">
              <a:defRPr sz="1725" b="0">
                <a:solidFill>
                  <a:srgbClr val="192035"/>
                </a:solidFill>
                <a:latin typeface="Noto Sans KR"/>
                <a:ea typeface="Noto Sans KR"/>
                <a:cs typeface="Noto Sans KR"/>
              </a:defRPr>
            </a:lvl9pPr>
          </a:lstStyle>
          <a:p xmlns:a="http://schemas.openxmlformats.org/drawingml/2006/main">
            <a:pPr algn="ctr">
              <a:defRPr sz="1800" b="0">
                <a:solidFill>
                  <a:srgbClr val="192035"/>
                </a:solidFill>
                <a:latin typeface="Noto Sans KR"/>
                <a:ea typeface="Noto Sans KR"/>
                <a:cs typeface="Noto Sans KR"/>
              </a:defRPr>
            </a:pPr>
            <a:r>
              <a:rPr sz="1725" b="0">
                <a:solidFill>
                  <a:srgbClr val="192035"/>
                </a:solidFill>
                <a:latin typeface="Noto Sans KR"/>
                <a:ea typeface="Noto Sans KR"/>
                <a:cs typeface="Noto Sans KR"/>
              </a:rPr>
              <a:t>이용권 가격 부담</a:t>
            </a:r>
          </a:p>
        </p:txBody>
      </p:sp>
      <p:sp>
        <p:nvSpPr>
          <p:cNvPr id="15" name="원하는 위치에 지점 없음">
            <a:extLst xmlns:a="http://schemas.openxmlformats.org/drawingml/2006/main">
              <a:ext uri="{FF2B5EF4-FFF2-40B4-BE49-F238E27FC236}">
                <a16:creationId xmlns:a16="http://schemas.microsoft.com/office/drawing/2014/main" id="{4AE0B09E-D74D-44CB-BD3A-29B5B9EE8745}"/>
              </a:ext>
            </a:extLst>
          </p:cNvPr>
          <p:cNvSpPr>
            <a:spLocks xmlns:a="http://schemas.openxmlformats.org/drawingml/2006/main" noGrp="1"/>
          </p:cNvSpPr>
          <p:nvPr/>
        </p:nvSpPr>
        <p:spPr>
          <a:xfrm xmlns:a="http://schemas.openxmlformats.org/drawingml/2006/main">
            <a:off x="5619750" y="3619500"/>
            <a:ext cx="5276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92035"/>
                </a:solidFill>
                <a:latin typeface="Noto Sans KR"/>
                <a:ea typeface="Noto Sans KR"/>
                <a:cs typeface="Noto Sans KR"/>
              </a:defRPr>
            </a:defPPr>
            <a:lvl1pPr algn="ctr">
              <a:defRPr sz="1725" b="0">
                <a:solidFill>
                  <a:srgbClr val="192035"/>
                </a:solidFill>
                <a:latin typeface="Noto Sans KR"/>
                <a:ea typeface="Noto Sans KR"/>
                <a:cs typeface="Noto Sans KR"/>
              </a:defRPr>
            </a:lvl1pPr>
            <a:lvl2pPr algn="ctr">
              <a:defRPr sz="1725" b="0">
                <a:solidFill>
                  <a:srgbClr val="192035"/>
                </a:solidFill>
                <a:latin typeface="Noto Sans KR"/>
                <a:ea typeface="Noto Sans KR"/>
                <a:cs typeface="Noto Sans KR"/>
              </a:defRPr>
            </a:lvl2pPr>
            <a:lvl3pPr algn="ctr">
              <a:defRPr sz="1725" b="0">
                <a:solidFill>
                  <a:srgbClr val="192035"/>
                </a:solidFill>
                <a:latin typeface="Noto Sans KR"/>
                <a:ea typeface="Noto Sans KR"/>
                <a:cs typeface="Noto Sans KR"/>
              </a:defRPr>
            </a:lvl3pPr>
            <a:lvl4pPr algn="ctr">
              <a:defRPr sz="1725" b="0">
                <a:solidFill>
                  <a:srgbClr val="192035"/>
                </a:solidFill>
                <a:latin typeface="Noto Sans KR"/>
                <a:ea typeface="Noto Sans KR"/>
                <a:cs typeface="Noto Sans KR"/>
              </a:defRPr>
            </a:lvl4pPr>
            <a:lvl5pPr algn="ctr">
              <a:defRPr sz="1725" b="0">
                <a:solidFill>
                  <a:srgbClr val="192035"/>
                </a:solidFill>
                <a:latin typeface="Noto Sans KR"/>
                <a:ea typeface="Noto Sans KR"/>
                <a:cs typeface="Noto Sans KR"/>
              </a:defRPr>
            </a:lvl5pPr>
            <a:lvl6pPr algn="ctr">
              <a:defRPr sz="1725" b="0">
                <a:solidFill>
                  <a:srgbClr val="192035"/>
                </a:solidFill>
                <a:latin typeface="Noto Sans KR"/>
                <a:ea typeface="Noto Sans KR"/>
                <a:cs typeface="Noto Sans KR"/>
              </a:defRPr>
            </a:lvl6pPr>
            <a:lvl7pPr algn="ctr">
              <a:defRPr sz="1725" b="0">
                <a:solidFill>
                  <a:srgbClr val="192035"/>
                </a:solidFill>
                <a:latin typeface="Noto Sans KR"/>
                <a:ea typeface="Noto Sans KR"/>
                <a:cs typeface="Noto Sans KR"/>
              </a:defRPr>
            </a:lvl7pPr>
            <a:lvl8pPr algn="ctr">
              <a:defRPr sz="1725" b="0">
                <a:solidFill>
                  <a:srgbClr val="192035"/>
                </a:solidFill>
                <a:latin typeface="Noto Sans KR"/>
                <a:ea typeface="Noto Sans KR"/>
                <a:cs typeface="Noto Sans KR"/>
              </a:defRPr>
            </a:lvl8pPr>
            <a:lvl9pPr algn="ctr">
              <a:defRPr sz="1725" b="0">
                <a:solidFill>
                  <a:srgbClr val="192035"/>
                </a:solidFill>
                <a:latin typeface="Noto Sans KR"/>
                <a:ea typeface="Noto Sans KR"/>
                <a:cs typeface="Noto Sans KR"/>
              </a:defRPr>
            </a:lvl9pPr>
          </a:lstStyle>
          <a:p xmlns:a="http://schemas.openxmlformats.org/drawingml/2006/main">
            <a:pPr algn="ctr">
              <a:defRPr sz="1800" b="0">
                <a:solidFill>
                  <a:srgbClr val="192035"/>
                </a:solidFill>
                <a:latin typeface="Noto Sans KR"/>
                <a:ea typeface="Noto Sans KR"/>
                <a:cs typeface="Noto Sans KR"/>
              </a:defRPr>
            </a:pPr>
            <a:r>
              <a:rPr sz="1725" b="0">
                <a:solidFill>
                  <a:srgbClr val="192035"/>
                </a:solidFill>
                <a:latin typeface="Noto Sans KR"/>
                <a:ea typeface="Noto Sans KR"/>
                <a:cs typeface="Noto Sans KR"/>
              </a:rPr>
              <a:t>위치·접근성 불편</a:t>
            </a:r>
          </a:p>
        </p:txBody>
      </p:sp>
      <p:sp>
        <p:nvSpPr>
          <p:cNvPr id="16" name="시설·서비스의 아쉬움">
            <a:extLst xmlns:a="http://schemas.openxmlformats.org/drawingml/2006/main">
              <a:ext uri="{FF2B5EF4-FFF2-40B4-BE49-F238E27FC236}">
                <a16:creationId xmlns:a16="http://schemas.microsoft.com/office/drawing/2014/main" id="{30C1EAC2-9067-4DA3-A3CD-AAFFF479CAE3}"/>
              </a:ext>
            </a:extLst>
          </p:cNvPr>
          <p:cNvSpPr>
            <a:spLocks xmlns:a="http://schemas.openxmlformats.org/drawingml/2006/main" noGrp="1"/>
          </p:cNvSpPr>
          <p:nvPr/>
        </p:nvSpPr>
        <p:spPr>
          <a:xfrm xmlns:a="http://schemas.openxmlformats.org/drawingml/2006/main">
            <a:off x="5619750" y="3943350"/>
            <a:ext cx="5276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92035"/>
                </a:solidFill>
                <a:latin typeface="Noto Sans KR"/>
                <a:ea typeface="Noto Sans KR"/>
                <a:cs typeface="Noto Sans KR"/>
              </a:defRPr>
            </a:defPPr>
            <a:lvl1pPr algn="ctr">
              <a:defRPr sz="1725" b="0">
                <a:solidFill>
                  <a:srgbClr val="192035"/>
                </a:solidFill>
                <a:latin typeface="Noto Sans KR"/>
                <a:ea typeface="Noto Sans KR"/>
                <a:cs typeface="Noto Sans KR"/>
              </a:defRPr>
            </a:lvl1pPr>
            <a:lvl2pPr algn="ctr">
              <a:defRPr sz="1725" b="0">
                <a:solidFill>
                  <a:srgbClr val="192035"/>
                </a:solidFill>
                <a:latin typeface="Noto Sans KR"/>
                <a:ea typeface="Noto Sans KR"/>
                <a:cs typeface="Noto Sans KR"/>
              </a:defRPr>
            </a:lvl2pPr>
            <a:lvl3pPr algn="ctr">
              <a:defRPr sz="1725" b="0">
                <a:solidFill>
                  <a:srgbClr val="192035"/>
                </a:solidFill>
                <a:latin typeface="Noto Sans KR"/>
                <a:ea typeface="Noto Sans KR"/>
                <a:cs typeface="Noto Sans KR"/>
              </a:defRPr>
            </a:lvl3pPr>
            <a:lvl4pPr algn="ctr">
              <a:defRPr sz="1725" b="0">
                <a:solidFill>
                  <a:srgbClr val="192035"/>
                </a:solidFill>
                <a:latin typeface="Noto Sans KR"/>
                <a:ea typeface="Noto Sans KR"/>
                <a:cs typeface="Noto Sans KR"/>
              </a:defRPr>
            </a:lvl4pPr>
            <a:lvl5pPr algn="ctr">
              <a:defRPr sz="1725" b="0">
                <a:solidFill>
                  <a:srgbClr val="192035"/>
                </a:solidFill>
                <a:latin typeface="Noto Sans KR"/>
                <a:ea typeface="Noto Sans KR"/>
                <a:cs typeface="Noto Sans KR"/>
              </a:defRPr>
            </a:lvl5pPr>
            <a:lvl6pPr algn="ctr">
              <a:defRPr sz="1725" b="0">
                <a:solidFill>
                  <a:srgbClr val="192035"/>
                </a:solidFill>
                <a:latin typeface="Noto Sans KR"/>
                <a:ea typeface="Noto Sans KR"/>
                <a:cs typeface="Noto Sans KR"/>
              </a:defRPr>
            </a:lvl6pPr>
            <a:lvl7pPr algn="ctr">
              <a:defRPr sz="1725" b="0">
                <a:solidFill>
                  <a:srgbClr val="192035"/>
                </a:solidFill>
                <a:latin typeface="Noto Sans KR"/>
                <a:ea typeface="Noto Sans KR"/>
                <a:cs typeface="Noto Sans KR"/>
              </a:defRPr>
            </a:lvl7pPr>
            <a:lvl8pPr algn="ctr">
              <a:defRPr sz="1725" b="0">
                <a:solidFill>
                  <a:srgbClr val="192035"/>
                </a:solidFill>
                <a:latin typeface="Noto Sans KR"/>
                <a:ea typeface="Noto Sans KR"/>
                <a:cs typeface="Noto Sans KR"/>
              </a:defRPr>
            </a:lvl8pPr>
            <a:lvl9pPr algn="ctr">
              <a:defRPr sz="1725" b="0">
                <a:solidFill>
                  <a:srgbClr val="192035"/>
                </a:solidFill>
                <a:latin typeface="Noto Sans KR"/>
                <a:ea typeface="Noto Sans KR"/>
                <a:cs typeface="Noto Sans KR"/>
              </a:defRPr>
            </a:lvl9pPr>
          </a:lstStyle>
          <a:p xmlns:a="http://schemas.openxmlformats.org/drawingml/2006/main">
            <a:pPr algn="ctr">
              <a:defRPr sz="1800" b="0">
                <a:solidFill>
                  <a:srgbClr val="192035"/>
                </a:solidFill>
                <a:latin typeface="Noto Sans KR"/>
                <a:ea typeface="Noto Sans KR"/>
                <a:cs typeface="Noto Sans KR"/>
              </a:defRPr>
            </a:pPr>
            <a:r>
              <a:rPr sz="1725" b="0">
                <a:solidFill>
                  <a:srgbClr val="192035"/>
                </a:solidFill>
                <a:latin typeface="Noto Sans KR"/>
                <a:ea typeface="Noto Sans KR"/>
                <a:cs typeface="Noto Sans KR"/>
              </a:rPr>
              <a:t>시설·서비스의 아쉬움</a:t>
            </a:r>
          </a:p>
        </p:txBody>
      </p:sp>
      <p:sp>
        <p:nvSpPr>
          <p:cNvPr id="17" name="이용 필요 감소">
            <a:extLst xmlns:a="http://schemas.openxmlformats.org/drawingml/2006/main">
              <a:ext uri="{FF2B5EF4-FFF2-40B4-BE49-F238E27FC236}">
                <a16:creationId xmlns:a16="http://schemas.microsoft.com/office/drawing/2014/main" id="{6FF34443-8DBA-45DC-862E-31740DE34CE8}"/>
              </a:ext>
            </a:extLst>
          </p:cNvPr>
          <p:cNvSpPr>
            <a:spLocks xmlns:a="http://schemas.openxmlformats.org/drawingml/2006/main" noGrp="1"/>
          </p:cNvSpPr>
          <p:nvPr/>
        </p:nvSpPr>
        <p:spPr>
          <a:xfrm xmlns:a="http://schemas.openxmlformats.org/drawingml/2006/main">
            <a:off x="5619750" y="4267200"/>
            <a:ext cx="5276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92035"/>
                </a:solidFill>
                <a:latin typeface="Noto Sans KR"/>
                <a:ea typeface="Noto Sans KR"/>
                <a:cs typeface="Noto Sans KR"/>
              </a:defRPr>
            </a:defPPr>
            <a:lvl1pPr algn="ctr">
              <a:defRPr sz="1725" b="0">
                <a:solidFill>
                  <a:srgbClr val="192035"/>
                </a:solidFill>
                <a:latin typeface="Noto Sans KR"/>
                <a:ea typeface="Noto Sans KR"/>
                <a:cs typeface="Noto Sans KR"/>
              </a:defRPr>
            </a:lvl1pPr>
            <a:lvl2pPr algn="ctr">
              <a:defRPr sz="1725" b="0">
                <a:solidFill>
                  <a:srgbClr val="192035"/>
                </a:solidFill>
                <a:latin typeface="Noto Sans KR"/>
                <a:ea typeface="Noto Sans KR"/>
                <a:cs typeface="Noto Sans KR"/>
              </a:defRPr>
            </a:lvl2pPr>
            <a:lvl3pPr algn="ctr">
              <a:defRPr sz="1725" b="0">
                <a:solidFill>
                  <a:srgbClr val="192035"/>
                </a:solidFill>
                <a:latin typeface="Noto Sans KR"/>
                <a:ea typeface="Noto Sans KR"/>
                <a:cs typeface="Noto Sans KR"/>
              </a:defRPr>
            </a:lvl3pPr>
            <a:lvl4pPr algn="ctr">
              <a:defRPr sz="1725" b="0">
                <a:solidFill>
                  <a:srgbClr val="192035"/>
                </a:solidFill>
                <a:latin typeface="Noto Sans KR"/>
                <a:ea typeface="Noto Sans KR"/>
                <a:cs typeface="Noto Sans KR"/>
              </a:defRPr>
            </a:lvl4pPr>
            <a:lvl5pPr algn="ctr">
              <a:defRPr sz="1725" b="0">
                <a:solidFill>
                  <a:srgbClr val="192035"/>
                </a:solidFill>
                <a:latin typeface="Noto Sans KR"/>
                <a:ea typeface="Noto Sans KR"/>
                <a:cs typeface="Noto Sans KR"/>
              </a:defRPr>
            </a:lvl5pPr>
            <a:lvl6pPr algn="ctr">
              <a:defRPr sz="1725" b="0">
                <a:solidFill>
                  <a:srgbClr val="192035"/>
                </a:solidFill>
                <a:latin typeface="Noto Sans KR"/>
                <a:ea typeface="Noto Sans KR"/>
                <a:cs typeface="Noto Sans KR"/>
              </a:defRPr>
            </a:lvl6pPr>
            <a:lvl7pPr algn="ctr">
              <a:defRPr sz="1725" b="0">
                <a:solidFill>
                  <a:srgbClr val="192035"/>
                </a:solidFill>
                <a:latin typeface="Noto Sans KR"/>
                <a:ea typeface="Noto Sans KR"/>
                <a:cs typeface="Noto Sans KR"/>
              </a:defRPr>
            </a:lvl7pPr>
            <a:lvl8pPr algn="ctr">
              <a:defRPr sz="1725" b="0">
                <a:solidFill>
                  <a:srgbClr val="192035"/>
                </a:solidFill>
                <a:latin typeface="Noto Sans KR"/>
                <a:ea typeface="Noto Sans KR"/>
                <a:cs typeface="Noto Sans KR"/>
              </a:defRPr>
            </a:lvl8pPr>
            <a:lvl9pPr algn="ctr">
              <a:defRPr sz="1725" b="0">
                <a:solidFill>
                  <a:srgbClr val="192035"/>
                </a:solidFill>
                <a:latin typeface="Noto Sans KR"/>
                <a:ea typeface="Noto Sans KR"/>
                <a:cs typeface="Noto Sans KR"/>
              </a:defRPr>
            </a:lvl9pPr>
          </a:lstStyle>
          <a:p xmlns:a="http://schemas.openxmlformats.org/drawingml/2006/main">
            <a:pPr algn="ctr">
              <a:defRPr sz="1800" b="0">
                <a:solidFill>
                  <a:srgbClr val="192035"/>
                </a:solidFill>
                <a:latin typeface="Noto Sans KR"/>
                <a:ea typeface="Noto Sans KR"/>
                <a:cs typeface="Noto Sans KR"/>
              </a:defRPr>
            </a:pPr>
            <a:r>
              <a:rPr sz="1725" b="0">
                <a:solidFill>
                  <a:srgbClr val="192035"/>
                </a:solidFill>
                <a:latin typeface="Noto Sans KR"/>
                <a:ea typeface="Noto Sans KR"/>
                <a:cs typeface="Noto Sans KR"/>
              </a:rPr>
              <a:t>이용 필요 감소</a:t>
            </a:r>
          </a:p>
        </p:txBody>
      </p:sp>
      <p:sp>
        <p:nvSpPr>
          <p:cNvPr id="18" name="경쟁사 이용 여부와 선택 이유">
            <a:extLst xmlns:a="http://schemas.openxmlformats.org/drawingml/2006/main">
              <a:ext uri="{FF2B5EF4-FFF2-40B4-BE49-F238E27FC236}">
                <a16:creationId xmlns:a16="http://schemas.microsoft.com/office/drawing/2014/main" id="{20153BEA-5007-4F88-BD5E-362254D25616}"/>
              </a:ext>
            </a:extLst>
          </p:cNvPr>
          <p:cNvSpPr>
            <a:spLocks xmlns:a="http://schemas.openxmlformats.org/drawingml/2006/main" noGrp="1"/>
          </p:cNvSpPr>
          <p:nvPr/>
        </p:nvSpPr>
        <p:spPr>
          <a:xfrm xmlns:a="http://schemas.openxmlformats.org/drawingml/2006/main">
            <a:off x="5619750" y="4591050"/>
            <a:ext cx="5276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92035"/>
                </a:solidFill>
                <a:latin typeface="Noto Sans KR"/>
                <a:ea typeface="Noto Sans KR"/>
                <a:cs typeface="Noto Sans KR"/>
              </a:defRPr>
            </a:defPPr>
            <a:lvl1pPr algn="ctr">
              <a:defRPr sz="1725" b="0">
                <a:solidFill>
                  <a:srgbClr val="192035"/>
                </a:solidFill>
                <a:latin typeface="Noto Sans KR"/>
                <a:ea typeface="Noto Sans KR"/>
                <a:cs typeface="Noto Sans KR"/>
              </a:defRPr>
            </a:lvl1pPr>
            <a:lvl2pPr algn="ctr">
              <a:defRPr sz="1725" b="0">
                <a:solidFill>
                  <a:srgbClr val="192035"/>
                </a:solidFill>
                <a:latin typeface="Noto Sans KR"/>
                <a:ea typeface="Noto Sans KR"/>
                <a:cs typeface="Noto Sans KR"/>
              </a:defRPr>
            </a:lvl2pPr>
            <a:lvl3pPr algn="ctr">
              <a:defRPr sz="1725" b="0">
                <a:solidFill>
                  <a:srgbClr val="192035"/>
                </a:solidFill>
                <a:latin typeface="Noto Sans KR"/>
                <a:ea typeface="Noto Sans KR"/>
                <a:cs typeface="Noto Sans KR"/>
              </a:defRPr>
            </a:lvl3pPr>
            <a:lvl4pPr algn="ctr">
              <a:defRPr sz="1725" b="0">
                <a:solidFill>
                  <a:srgbClr val="192035"/>
                </a:solidFill>
                <a:latin typeface="Noto Sans KR"/>
                <a:ea typeface="Noto Sans KR"/>
                <a:cs typeface="Noto Sans KR"/>
              </a:defRPr>
            </a:lvl4pPr>
            <a:lvl5pPr algn="ctr">
              <a:defRPr sz="1725" b="0">
                <a:solidFill>
                  <a:srgbClr val="192035"/>
                </a:solidFill>
                <a:latin typeface="Noto Sans KR"/>
                <a:ea typeface="Noto Sans KR"/>
                <a:cs typeface="Noto Sans KR"/>
              </a:defRPr>
            </a:lvl5pPr>
            <a:lvl6pPr algn="ctr">
              <a:defRPr sz="1725" b="0">
                <a:solidFill>
                  <a:srgbClr val="192035"/>
                </a:solidFill>
                <a:latin typeface="Noto Sans KR"/>
                <a:ea typeface="Noto Sans KR"/>
                <a:cs typeface="Noto Sans KR"/>
              </a:defRPr>
            </a:lvl6pPr>
            <a:lvl7pPr algn="ctr">
              <a:defRPr sz="1725" b="0">
                <a:solidFill>
                  <a:srgbClr val="192035"/>
                </a:solidFill>
                <a:latin typeface="Noto Sans KR"/>
                <a:ea typeface="Noto Sans KR"/>
                <a:cs typeface="Noto Sans KR"/>
              </a:defRPr>
            </a:lvl7pPr>
            <a:lvl8pPr algn="ctr">
              <a:defRPr sz="1725" b="0">
                <a:solidFill>
                  <a:srgbClr val="192035"/>
                </a:solidFill>
                <a:latin typeface="Noto Sans KR"/>
                <a:ea typeface="Noto Sans KR"/>
                <a:cs typeface="Noto Sans KR"/>
              </a:defRPr>
            </a:lvl8pPr>
            <a:lvl9pPr algn="ctr">
              <a:defRPr sz="1725" b="0">
                <a:solidFill>
                  <a:srgbClr val="192035"/>
                </a:solidFill>
                <a:latin typeface="Noto Sans KR"/>
                <a:ea typeface="Noto Sans KR"/>
                <a:cs typeface="Noto Sans KR"/>
              </a:defRPr>
            </a:lvl9pPr>
          </a:lstStyle>
          <a:p xmlns:a="http://schemas.openxmlformats.org/drawingml/2006/main">
            <a:pPr algn="ctr">
              <a:defRPr sz="1800" b="0">
                <a:solidFill>
                  <a:srgbClr val="192035"/>
                </a:solidFill>
                <a:latin typeface="Noto Sans KR"/>
                <a:ea typeface="Noto Sans KR"/>
                <a:cs typeface="Noto Sans KR"/>
              </a:defRPr>
            </a:pPr>
            <a:r>
              <a:rPr sz="1725" b="0">
                <a:solidFill>
                  <a:srgbClr val="192035"/>
                </a:solidFill>
                <a:latin typeface="Noto Sans KR"/>
                <a:ea typeface="Noto Sans KR"/>
                <a:cs typeface="Noto Sans KR"/>
              </a:rPr>
              <a:t>경쟁사 이용·혜택 선호</a:t>
            </a:r>
          </a:p>
        </p:txBody>
      </p:sp>
      <p:sp>
        <p:nvSpPr>
          <p:cNvPr id="19" name="">
            <a:extLst xmlns:a="http://schemas.openxmlformats.org/drawingml/2006/main">
              <a:ext uri="{FF2B5EF4-FFF2-40B4-BE49-F238E27FC236}">
                <a16:creationId xmlns:a16="http://schemas.microsoft.com/office/drawing/2014/main" id="{9FBF55A0-6037-4B85-BF7D-B389962A3AC7}"/>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ln>
        </p:spPr>
      </p:sp>
      <p:sp>
        <p:nvSpPr>
          <p:cNvPr id="20" name="해당하는 이유를 복수 선택한 뒤, 가장 큰 미결제 이유 1개를 고른다">
            <a:extLst xmlns:a="http://schemas.openxmlformats.org/drawingml/2006/main">
              <a:ext uri="{FF2B5EF4-FFF2-40B4-BE49-F238E27FC236}">
                <a16:creationId xmlns:a16="http://schemas.microsoft.com/office/drawing/2014/main" id="{48352669-3DEF-45E3-A95D-54C851C965E0}"/>
              </a:ext>
            </a:extLst>
          </p:cNvPr>
          <p:cNvSpPr>
            <a:spLocks xmlns:a="http://schemas.openxmlformats.org/drawingml/2006/main" noGrp="1"/>
          </p:cNvSpPr>
          <p:nvPr/>
        </p:nvSpPr>
        <p:spPr>
          <a:xfrm xmlns:a="http://schemas.openxmlformats.org/drawingml/2006/main">
            <a:off x="1304925" y="5934075"/>
            <a:ext cx="9582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92035"/>
                </a:solidFill>
                <a:latin typeface="Noto Sans KR"/>
                <a:ea typeface="Noto Sans KR"/>
                <a:cs typeface="Noto Sans KR"/>
              </a:defRPr>
            </a:defPPr>
            <a:lvl1pPr algn="ctr">
              <a:defRPr sz="1650" b="1">
                <a:solidFill>
                  <a:srgbClr val="192035"/>
                </a:solidFill>
                <a:latin typeface="Noto Sans KR"/>
                <a:ea typeface="Noto Sans KR"/>
                <a:cs typeface="Noto Sans KR"/>
              </a:defRPr>
            </a:lvl1pPr>
            <a:lvl2pPr algn="ctr">
              <a:defRPr sz="1650" b="1">
                <a:solidFill>
                  <a:srgbClr val="192035"/>
                </a:solidFill>
                <a:latin typeface="Noto Sans KR"/>
                <a:ea typeface="Noto Sans KR"/>
                <a:cs typeface="Noto Sans KR"/>
              </a:defRPr>
            </a:lvl2pPr>
            <a:lvl3pPr algn="ctr">
              <a:defRPr sz="1650" b="1">
                <a:solidFill>
                  <a:srgbClr val="192035"/>
                </a:solidFill>
                <a:latin typeface="Noto Sans KR"/>
                <a:ea typeface="Noto Sans KR"/>
                <a:cs typeface="Noto Sans KR"/>
              </a:defRPr>
            </a:lvl3pPr>
            <a:lvl4pPr algn="ctr">
              <a:defRPr sz="1650" b="1">
                <a:solidFill>
                  <a:srgbClr val="192035"/>
                </a:solidFill>
                <a:latin typeface="Noto Sans KR"/>
                <a:ea typeface="Noto Sans KR"/>
                <a:cs typeface="Noto Sans KR"/>
              </a:defRPr>
            </a:lvl4pPr>
            <a:lvl5pPr algn="ctr">
              <a:defRPr sz="1650" b="1">
                <a:solidFill>
                  <a:srgbClr val="192035"/>
                </a:solidFill>
                <a:latin typeface="Noto Sans KR"/>
                <a:ea typeface="Noto Sans KR"/>
                <a:cs typeface="Noto Sans KR"/>
              </a:defRPr>
            </a:lvl5pPr>
            <a:lvl6pPr algn="ctr">
              <a:defRPr sz="1650" b="1">
                <a:solidFill>
                  <a:srgbClr val="192035"/>
                </a:solidFill>
                <a:latin typeface="Noto Sans KR"/>
                <a:ea typeface="Noto Sans KR"/>
                <a:cs typeface="Noto Sans KR"/>
              </a:defRPr>
            </a:lvl6pPr>
            <a:lvl7pPr algn="ctr">
              <a:defRPr sz="1650" b="1">
                <a:solidFill>
                  <a:srgbClr val="192035"/>
                </a:solidFill>
                <a:latin typeface="Noto Sans KR"/>
                <a:ea typeface="Noto Sans KR"/>
                <a:cs typeface="Noto Sans KR"/>
              </a:defRPr>
            </a:lvl7pPr>
            <a:lvl8pPr algn="ctr">
              <a:defRPr sz="1650" b="1">
                <a:solidFill>
                  <a:srgbClr val="192035"/>
                </a:solidFill>
                <a:latin typeface="Noto Sans KR"/>
                <a:ea typeface="Noto Sans KR"/>
                <a:cs typeface="Noto Sans KR"/>
              </a:defRPr>
            </a:lvl8pPr>
            <a:lvl9pPr algn="ctr">
              <a:defRPr sz="1650" b="1">
                <a:solidFill>
                  <a:srgbClr val="192035"/>
                </a:solidFill>
                <a:latin typeface="Noto Sans KR"/>
                <a:ea typeface="Noto Sans KR"/>
                <a:cs typeface="Noto Sans KR"/>
              </a:defRPr>
            </a:lvl9pPr>
          </a:lstStyle>
          <a:p xmlns:a="http://schemas.openxmlformats.org/drawingml/2006/main">
            <a:pPr algn="ctr">
              <a:defRPr sz="1650" b="1">
                <a:solidFill>
                  <a:srgbClr val="192035"/>
                </a:solidFill>
                <a:latin typeface="Noto Sans KR"/>
                <a:ea typeface="Noto Sans KR"/>
                <a:cs typeface="Noto Sans KR"/>
              </a:defRPr>
            </a:pPr>
            <a:r>
              <a:rPr sz="1650" b="1">
                <a:solidFill>
                  <a:srgbClr val="192035"/>
                </a:solidFill>
                <a:latin typeface="Noto Sans KR"/>
                <a:ea typeface="Noto Sans KR"/>
                <a:cs typeface="Noto Sans KR"/>
              </a:rPr>
              <a:t>해당하는 이유를 복수 선택한 뒤, 가장 큰 미결제 이유 1개를 고른다</a:t>
            </a:r>
          </a:p>
        </p:txBody>
      </p:sp>
      <p:sp>
        <p:nvSpPr>
          <p:cNvPr id="21" name="맞는 이용권·정보 부족">
            <a:extLst xmlns:a="http://schemas.openxmlformats.org/drawingml/2006/main">
              <a:ext uri="{FF2B5EF4-FFF2-40B4-BE49-F238E27FC236}">
                <a16:creationId xmlns:a16="http://schemas.microsoft.com/office/drawing/2014/main" id="{B07AD34A-7294-43B1-8F40-35C59A23A1E4}"/>
              </a:ext>
            </a:extLst>
          </p:cNvPr>
          <p:cNvSpPr>
            <a:spLocks xmlns:a="http://schemas.openxmlformats.org/drawingml/2006/main" noGrp="1"/>
          </p:cNvSpPr>
          <p:nvPr/>
        </p:nvSpPr>
        <p:spPr>
          <a:xfrm xmlns:a="http://schemas.openxmlformats.org/drawingml/2006/main">
            <a:off x="5619750" y="4914900"/>
            <a:ext cx="5276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92035"/>
                </a:solidFill>
                <a:latin typeface="Noto Sans KR"/>
                <a:ea typeface="Noto Sans KR"/>
                <a:cs typeface="Noto Sans KR"/>
              </a:defRPr>
            </a:defPPr>
            <a:lvl1pPr algn="ctr">
              <a:defRPr sz="1725" b="0">
                <a:solidFill>
                  <a:srgbClr val="192035"/>
                </a:solidFill>
                <a:latin typeface="Noto Sans KR"/>
                <a:ea typeface="Noto Sans KR"/>
                <a:cs typeface="Noto Sans KR"/>
              </a:defRPr>
            </a:lvl1pPr>
            <a:lvl2pPr algn="ctr">
              <a:defRPr sz="1725" b="0">
                <a:solidFill>
                  <a:srgbClr val="192035"/>
                </a:solidFill>
                <a:latin typeface="Noto Sans KR"/>
                <a:ea typeface="Noto Sans KR"/>
                <a:cs typeface="Noto Sans KR"/>
              </a:defRPr>
            </a:lvl2pPr>
            <a:lvl3pPr algn="ctr">
              <a:defRPr sz="1725" b="0">
                <a:solidFill>
                  <a:srgbClr val="192035"/>
                </a:solidFill>
                <a:latin typeface="Noto Sans KR"/>
                <a:ea typeface="Noto Sans KR"/>
                <a:cs typeface="Noto Sans KR"/>
              </a:defRPr>
            </a:lvl3pPr>
            <a:lvl4pPr algn="ctr">
              <a:defRPr sz="1725" b="0">
                <a:solidFill>
                  <a:srgbClr val="192035"/>
                </a:solidFill>
                <a:latin typeface="Noto Sans KR"/>
                <a:ea typeface="Noto Sans KR"/>
                <a:cs typeface="Noto Sans KR"/>
              </a:defRPr>
            </a:lvl4pPr>
            <a:lvl5pPr algn="ctr">
              <a:defRPr sz="1725" b="0">
                <a:solidFill>
                  <a:srgbClr val="192035"/>
                </a:solidFill>
                <a:latin typeface="Noto Sans KR"/>
                <a:ea typeface="Noto Sans KR"/>
                <a:cs typeface="Noto Sans KR"/>
              </a:defRPr>
            </a:lvl5pPr>
            <a:lvl6pPr algn="ctr">
              <a:defRPr sz="1725" b="0">
                <a:solidFill>
                  <a:srgbClr val="192035"/>
                </a:solidFill>
                <a:latin typeface="Noto Sans KR"/>
                <a:ea typeface="Noto Sans KR"/>
                <a:cs typeface="Noto Sans KR"/>
              </a:defRPr>
            </a:lvl6pPr>
            <a:lvl7pPr algn="ctr">
              <a:defRPr sz="1725" b="0">
                <a:solidFill>
                  <a:srgbClr val="192035"/>
                </a:solidFill>
                <a:latin typeface="Noto Sans KR"/>
                <a:ea typeface="Noto Sans KR"/>
                <a:cs typeface="Noto Sans KR"/>
              </a:defRPr>
            </a:lvl7pPr>
            <a:lvl8pPr algn="ctr">
              <a:defRPr sz="1725" b="0">
                <a:solidFill>
                  <a:srgbClr val="192035"/>
                </a:solidFill>
                <a:latin typeface="Noto Sans KR"/>
                <a:ea typeface="Noto Sans KR"/>
                <a:cs typeface="Noto Sans KR"/>
              </a:defRPr>
            </a:lvl8pPr>
            <a:lvl9pPr algn="ctr">
              <a:defRPr sz="1725" b="0">
                <a:solidFill>
                  <a:srgbClr val="192035"/>
                </a:solidFill>
                <a:latin typeface="Noto Sans KR"/>
                <a:ea typeface="Noto Sans KR"/>
                <a:cs typeface="Noto Sans KR"/>
              </a:defRPr>
            </a:lvl9pPr>
          </a:lstStyle>
          <a:p xmlns:a="http://schemas.openxmlformats.org/drawingml/2006/main">
            <a:pPr algn="ctr">
              <a:defRPr sz="1725" b="0">
                <a:solidFill>
                  <a:srgbClr val="192035"/>
                </a:solidFill>
                <a:latin typeface="Noto Sans KR"/>
                <a:ea typeface="Noto Sans KR"/>
                <a:cs typeface="Noto Sans KR"/>
              </a:defRPr>
            </a:pPr>
            <a:r>
              <a:rPr sz="1725" b="0">
                <a:solidFill>
                  <a:srgbClr val="192035"/>
                </a:solidFill>
                <a:latin typeface="Noto Sans KR"/>
                <a:ea typeface="Noto Sans KR"/>
                <a:cs typeface="Noto Sans KR"/>
              </a:rPr>
              <a:t>맞는 이용권·정보 부족</a:t>
            </a:r>
          </a:p>
        </p:txBody>
      </p:sp>
      <p:sp>
        <p:nvSpPr>
          <p:cNvPr id="22" name="기타 · 직접 입력">
            <a:extLst xmlns:a="http://schemas.openxmlformats.org/drawingml/2006/main">
              <a:ext uri="{FF2B5EF4-FFF2-40B4-BE49-F238E27FC236}">
                <a16:creationId xmlns:a16="http://schemas.microsoft.com/office/drawing/2014/main" id="{E4C78A58-AC56-4DD0-8169-7726F448C6C4}"/>
              </a:ext>
            </a:extLst>
          </p:cNvPr>
          <p:cNvSpPr>
            <a:spLocks xmlns:a="http://schemas.openxmlformats.org/drawingml/2006/main" noGrp="1"/>
          </p:cNvSpPr>
          <p:nvPr/>
        </p:nvSpPr>
        <p:spPr>
          <a:xfrm xmlns:a="http://schemas.openxmlformats.org/drawingml/2006/main">
            <a:off x="5619750" y="5314950"/>
            <a:ext cx="5276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738096"/>
                </a:solidFill>
                <a:latin typeface="Noto Sans KR"/>
                <a:ea typeface="Noto Sans KR"/>
                <a:cs typeface="Noto Sans KR"/>
              </a:defRPr>
            </a:defPPr>
            <a:lvl1pPr algn="ctr">
              <a:defRPr sz="1350" b="0">
                <a:solidFill>
                  <a:srgbClr val="738096"/>
                </a:solidFill>
                <a:latin typeface="Noto Sans KR"/>
                <a:ea typeface="Noto Sans KR"/>
                <a:cs typeface="Noto Sans KR"/>
              </a:defRPr>
            </a:lvl1pPr>
            <a:lvl2pPr algn="ctr">
              <a:defRPr sz="1350" b="0">
                <a:solidFill>
                  <a:srgbClr val="738096"/>
                </a:solidFill>
                <a:latin typeface="Noto Sans KR"/>
                <a:ea typeface="Noto Sans KR"/>
                <a:cs typeface="Noto Sans KR"/>
              </a:defRPr>
            </a:lvl2pPr>
            <a:lvl3pPr algn="ctr">
              <a:defRPr sz="1350" b="0">
                <a:solidFill>
                  <a:srgbClr val="738096"/>
                </a:solidFill>
                <a:latin typeface="Noto Sans KR"/>
                <a:ea typeface="Noto Sans KR"/>
                <a:cs typeface="Noto Sans KR"/>
              </a:defRPr>
            </a:lvl3pPr>
            <a:lvl4pPr algn="ctr">
              <a:defRPr sz="1350" b="0">
                <a:solidFill>
                  <a:srgbClr val="738096"/>
                </a:solidFill>
                <a:latin typeface="Noto Sans KR"/>
                <a:ea typeface="Noto Sans KR"/>
                <a:cs typeface="Noto Sans KR"/>
              </a:defRPr>
            </a:lvl4pPr>
            <a:lvl5pPr algn="ctr">
              <a:defRPr sz="1350" b="0">
                <a:solidFill>
                  <a:srgbClr val="738096"/>
                </a:solidFill>
                <a:latin typeface="Noto Sans KR"/>
                <a:ea typeface="Noto Sans KR"/>
                <a:cs typeface="Noto Sans KR"/>
              </a:defRPr>
            </a:lvl5pPr>
            <a:lvl6pPr algn="ctr">
              <a:defRPr sz="1350" b="0">
                <a:solidFill>
                  <a:srgbClr val="738096"/>
                </a:solidFill>
                <a:latin typeface="Noto Sans KR"/>
                <a:ea typeface="Noto Sans KR"/>
                <a:cs typeface="Noto Sans KR"/>
              </a:defRPr>
            </a:lvl6pPr>
            <a:lvl7pPr algn="ctr">
              <a:defRPr sz="1350" b="0">
                <a:solidFill>
                  <a:srgbClr val="738096"/>
                </a:solidFill>
                <a:latin typeface="Noto Sans KR"/>
                <a:ea typeface="Noto Sans KR"/>
                <a:cs typeface="Noto Sans KR"/>
              </a:defRPr>
            </a:lvl7pPr>
            <a:lvl8pPr algn="ctr">
              <a:defRPr sz="1350" b="0">
                <a:solidFill>
                  <a:srgbClr val="738096"/>
                </a:solidFill>
                <a:latin typeface="Noto Sans KR"/>
                <a:ea typeface="Noto Sans KR"/>
                <a:cs typeface="Noto Sans KR"/>
              </a:defRPr>
            </a:lvl8pPr>
            <a:lvl9pPr algn="ctr">
              <a:defRPr sz="1350" b="0">
                <a:solidFill>
                  <a:srgbClr val="738096"/>
                </a:solidFill>
                <a:latin typeface="Noto Sans KR"/>
                <a:ea typeface="Noto Sans KR"/>
                <a:cs typeface="Noto Sans KR"/>
              </a:defRPr>
            </a:lvl9pPr>
          </a:lstStyle>
          <a:p xmlns:a="http://schemas.openxmlformats.org/drawingml/2006/main">
            <a:pPr algn="ctr">
              <a:defRPr sz="1350" b="0">
                <a:solidFill>
                  <a:srgbClr val="738096"/>
                </a:solidFill>
                <a:latin typeface="Noto Sans KR"/>
                <a:ea typeface="Noto Sans KR"/>
                <a:cs typeface="Noto Sans KR"/>
              </a:defRPr>
            </a:pPr>
            <a:r>
              <a:rPr sz="1350" b="0">
                <a:solidFill>
                  <a:srgbClr val="738096"/>
                </a:solidFill>
                <a:latin typeface="Noto Sans KR"/>
                <a:ea typeface="Noto Sans KR"/>
                <a:cs typeface="Noto Sans KR"/>
              </a:rPr>
              <a:t>기타 · 직접 입력</a:t>
            </a:r>
          </a:p>
        </p:txBody>
      </p:sp>
    </p:spTree>
    <p:extLst>
      <p:ext uri="{BB962C8B-B14F-4D97-AF65-F5344CB8AC3E}">
        <p14:creationId xmlns:p14="http://schemas.microsoft.com/office/powerpoint/2010/main" val="195368289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92AAE76-F69A-4666-96A4-9897840980C9}"/>
              </a:ext>
            </a:extLst>
          </p:cNvPr>
          <p:cNvPicPr>
            <a:picLocks xmlns:a="http://schemas.openxmlformats.org/drawingml/2006/main" noChangeAspect="1"/>
          </p:cNvPicPr>
          <p:nvPr/>
        </p:nvPicPr>
        <p:blipFill>
          <a:blip xmlns:r="http://schemas.openxmlformats.org/officeDocument/2006/relationships" xmlns:a="http://schemas.openxmlformats.org/drawingml/2006/main" r:embed="R9851081ab7364a5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투표 응답을 검증할 가설로 연결">
            <a:extLst xmlns:a="http://schemas.openxmlformats.org/drawingml/2006/main">
              <a:ext uri="{FF2B5EF4-FFF2-40B4-BE49-F238E27FC236}">
                <a16:creationId xmlns:a16="http://schemas.microsoft.com/office/drawing/2014/main" id="{BFD55860-234F-4480-8FE1-CBF9333906F0}"/>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92035"/>
                </a:solidFill>
                <a:latin typeface="Noto Sans KR"/>
                <a:ea typeface="Noto Sans KR"/>
                <a:cs typeface="Noto Sans KR"/>
              </a:defRPr>
            </a:defPPr>
            <a:lvl1pPr algn="ctr">
              <a:defRPr sz="2850" b="1">
                <a:solidFill>
                  <a:srgbClr val="192035"/>
                </a:solidFill>
                <a:latin typeface="Noto Sans KR"/>
                <a:ea typeface="Noto Sans KR"/>
                <a:cs typeface="Noto Sans KR"/>
              </a:defRPr>
            </a:lvl1pPr>
            <a:lvl2pPr algn="ctr">
              <a:defRPr sz="2850" b="1">
                <a:solidFill>
                  <a:srgbClr val="192035"/>
                </a:solidFill>
                <a:latin typeface="Noto Sans KR"/>
                <a:ea typeface="Noto Sans KR"/>
                <a:cs typeface="Noto Sans KR"/>
              </a:defRPr>
            </a:lvl2pPr>
            <a:lvl3pPr algn="ctr">
              <a:defRPr sz="2850" b="1">
                <a:solidFill>
                  <a:srgbClr val="192035"/>
                </a:solidFill>
                <a:latin typeface="Noto Sans KR"/>
                <a:ea typeface="Noto Sans KR"/>
                <a:cs typeface="Noto Sans KR"/>
              </a:defRPr>
            </a:lvl3pPr>
            <a:lvl4pPr algn="ctr">
              <a:defRPr sz="2850" b="1">
                <a:solidFill>
                  <a:srgbClr val="192035"/>
                </a:solidFill>
                <a:latin typeface="Noto Sans KR"/>
                <a:ea typeface="Noto Sans KR"/>
                <a:cs typeface="Noto Sans KR"/>
              </a:defRPr>
            </a:lvl4pPr>
            <a:lvl5pPr algn="ctr">
              <a:defRPr sz="2850" b="1">
                <a:solidFill>
                  <a:srgbClr val="192035"/>
                </a:solidFill>
                <a:latin typeface="Noto Sans KR"/>
                <a:ea typeface="Noto Sans KR"/>
                <a:cs typeface="Noto Sans KR"/>
              </a:defRPr>
            </a:lvl5pPr>
            <a:lvl6pPr algn="ctr">
              <a:defRPr sz="2850" b="1">
                <a:solidFill>
                  <a:srgbClr val="192035"/>
                </a:solidFill>
                <a:latin typeface="Noto Sans KR"/>
                <a:ea typeface="Noto Sans KR"/>
                <a:cs typeface="Noto Sans KR"/>
              </a:defRPr>
            </a:lvl6pPr>
            <a:lvl7pPr algn="ctr">
              <a:defRPr sz="2850" b="1">
                <a:solidFill>
                  <a:srgbClr val="192035"/>
                </a:solidFill>
                <a:latin typeface="Noto Sans KR"/>
                <a:ea typeface="Noto Sans KR"/>
                <a:cs typeface="Noto Sans KR"/>
              </a:defRPr>
            </a:lvl7pPr>
            <a:lvl8pPr algn="ctr">
              <a:defRPr sz="2850" b="1">
                <a:solidFill>
                  <a:srgbClr val="192035"/>
                </a:solidFill>
                <a:latin typeface="Noto Sans KR"/>
                <a:ea typeface="Noto Sans KR"/>
                <a:cs typeface="Noto Sans KR"/>
              </a:defRPr>
            </a:lvl8pPr>
            <a:lvl9pPr algn="ctr">
              <a:defRPr sz="2850" b="1">
                <a:solidFill>
                  <a:srgbClr val="192035"/>
                </a:solidFill>
                <a:latin typeface="Noto Sans KR"/>
                <a:ea typeface="Noto Sans KR"/>
                <a:cs typeface="Noto Sans KR"/>
              </a:defRPr>
            </a:lvl9pPr>
          </a:lstStyle>
          <a:p xmlns:a="http://schemas.openxmlformats.org/drawingml/2006/main">
            <a:pPr algn="ctr">
              <a:defRPr sz="2850" b="1">
                <a:solidFill>
                  <a:srgbClr val="192035"/>
                </a:solidFill>
                <a:latin typeface="Noto Sans KR"/>
                <a:ea typeface="Noto Sans KR"/>
                <a:cs typeface="Noto Sans KR"/>
              </a:defRPr>
            </a:pPr>
            <a:r>
              <a:rPr sz="2850" b="1">
                <a:solidFill>
                  <a:srgbClr val="192035"/>
                </a:solidFill>
                <a:latin typeface="Noto Sans KR"/>
                <a:ea typeface="Noto Sans KR"/>
                <a:cs typeface="Noto Sans KR"/>
              </a:rPr>
              <a:t>투표 응답을 검증할 가설로 연결</a:t>
            </a:r>
          </a:p>
        </p:txBody>
      </p:sp>
      <p:sp>
        <p:nvSpPr>
          <p:cNvPr id="4" name="">
            <a:extLst xmlns:a="http://schemas.openxmlformats.org/drawingml/2006/main">
              <a:ext uri="{FF2B5EF4-FFF2-40B4-BE49-F238E27FC236}">
                <a16:creationId xmlns:a16="http://schemas.microsoft.com/office/drawing/2014/main" id="{BEF4DD9F-957D-4D82-86ED-6163BDFD15D4}"/>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ln>
        </p:spPr>
      </p:sp>
      <p:sp>
        <p:nvSpPr>
          <p:cNvPr id="5" name="수집·검증 제안 · 응답과 이용·CRM·결제 로그를 고객 ID로 연결">
            <a:extLst xmlns:a="http://schemas.openxmlformats.org/drawingml/2006/main">
              <a:ext uri="{FF2B5EF4-FFF2-40B4-BE49-F238E27FC236}">
                <a16:creationId xmlns:a16="http://schemas.microsoft.com/office/drawing/2014/main" id="{C384FCC4-A32E-417F-80A2-D99381DDCF24}"/>
              </a:ext>
            </a:extLst>
          </p:cNvPr>
          <p:cNvSpPr>
            <a:spLocks xmlns:a="http://schemas.openxmlformats.org/drawingml/2006/main" noGrp="1"/>
          </p:cNvSpPr>
          <p:nvPr/>
        </p:nvSpPr>
        <p:spPr>
          <a:xfrm xmlns:a="http://schemas.openxmlformats.org/drawingml/2006/main">
            <a:off x="857250" y="2009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738096"/>
                </a:solidFill>
                <a:latin typeface="Noto Sans KR"/>
                <a:ea typeface="Noto Sans KR"/>
                <a:cs typeface="Noto Sans KR"/>
              </a:defRPr>
            </a:defPPr>
            <a:lvl1pPr algn="ctr">
              <a:defRPr sz="1425" b="0">
                <a:solidFill>
                  <a:srgbClr val="738096"/>
                </a:solidFill>
                <a:latin typeface="Noto Sans KR"/>
                <a:ea typeface="Noto Sans KR"/>
                <a:cs typeface="Noto Sans KR"/>
              </a:defRPr>
            </a:lvl1pPr>
            <a:lvl2pPr algn="ctr">
              <a:defRPr sz="1425" b="0">
                <a:solidFill>
                  <a:srgbClr val="738096"/>
                </a:solidFill>
                <a:latin typeface="Noto Sans KR"/>
                <a:ea typeface="Noto Sans KR"/>
                <a:cs typeface="Noto Sans KR"/>
              </a:defRPr>
            </a:lvl2pPr>
            <a:lvl3pPr algn="ctr">
              <a:defRPr sz="1425" b="0">
                <a:solidFill>
                  <a:srgbClr val="738096"/>
                </a:solidFill>
                <a:latin typeface="Noto Sans KR"/>
                <a:ea typeface="Noto Sans KR"/>
                <a:cs typeface="Noto Sans KR"/>
              </a:defRPr>
            </a:lvl3pPr>
            <a:lvl4pPr algn="ctr">
              <a:defRPr sz="1425" b="0">
                <a:solidFill>
                  <a:srgbClr val="738096"/>
                </a:solidFill>
                <a:latin typeface="Noto Sans KR"/>
                <a:ea typeface="Noto Sans KR"/>
                <a:cs typeface="Noto Sans KR"/>
              </a:defRPr>
            </a:lvl4pPr>
            <a:lvl5pPr algn="ctr">
              <a:defRPr sz="1425" b="0">
                <a:solidFill>
                  <a:srgbClr val="738096"/>
                </a:solidFill>
                <a:latin typeface="Noto Sans KR"/>
                <a:ea typeface="Noto Sans KR"/>
                <a:cs typeface="Noto Sans KR"/>
              </a:defRPr>
            </a:lvl5pPr>
            <a:lvl6pPr algn="ctr">
              <a:defRPr sz="1425" b="0">
                <a:solidFill>
                  <a:srgbClr val="738096"/>
                </a:solidFill>
                <a:latin typeface="Noto Sans KR"/>
                <a:ea typeface="Noto Sans KR"/>
                <a:cs typeface="Noto Sans KR"/>
              </a:defRPr>
            </a:lvl6pPr>
            <a:lvl7pPr algn="ctr">
              <a:defRPr sz="1425" b="0">
                <a:solidFill>
                  <a:srgbClr val="738096"/>
                </a:solidFill>
                <a:latin typeface="Noto Sans KR"/>
                <a:ea typeface="Noto Sans KR"/>
                <a:cs typeface="Noto Sans KR"/>
              </a:defRPr>
            </a:lvl7pPr>
            <a:lvl8pPr algn="ctr">
              <a:defRPr sz="1425" b="0">
                <a:solidFill>
                  <a:srgbClr val="738096"/>
                </a:solidFill>
                <a:latin typeface="Noto Sans KR"/>
                <a:ea typeface="Noto Sans KR"/>
                <a:cs typeface="Noto Sans KR"/>
              </a:defRPr>
            </a:lvl8pPr>
            <a:lvl9pPr algn="ctr">
              <a:defRPr sz="1425" b="0">
                <a:solidFill>
                  <a:srgbClr val="738096"/>
                </a:solidFill>
                <a:latin typeface="Noto Sans KR"/>
                <a:ea typeface="Noto Sans KR"/>
                <a:cs typeface="Noto Sans KR"/>
              </a:defRPr>
            </a:lvl9pPr>
          </a:lstStyle>
          <a:p xmlns:a="http://schemas.openxmlformats.org/drawingml/2006/main">
            <a:pPr algn="ctr">
              <a:defRPr sz="1425" b="0">
                <a:solidFill>
                  <a:srgbClr val="738096"/>
                </a:solidFill>
                <a:latin typeface="Noto Sans KR"/>
                <a:ea typeface="Noto Sans KR"/>
                <a:cs typeface="Noto Sans KR"/>
              </a:defRPr>
            </a:pPr>
            <a:r>
              <a:rPr sz="1425" b="0">
                <a:solidFill>
                  <a:srgbClr val="738096"/>
                </a:solidFill>
                <a:latin typeface="Noto Sans KR"/>
                <a:ea typeface="Noto Sans KR"/>
                <a:cs typeface="Noto Sans KR"/>
              </a:rPr>
              <a:t>수집·검증 제안 · 응답과 이용·CRM·결제 로그를 고객 ID로 연결</a:t>
            </a:r>
          </a:p>
        </p:txBody>
      </p:sp>
      <p:graphicFrame>
        <p:nvGraphicFramePr>
          <p:cNvPr id="6" name="">
            <a:extLst xmlns:a="http://schemas.openxmlformats.org/drawingml/2006/main">
              <a:ext uri="{FF2B5EF4-FFF2-40B4-BE49-F238E27FC236}">
                <a16:creationId xmlns:a16="http://schemas.microsoft.com/office/drawing/2014/main" id="{0B895424-EA5D-4ED6-B9E4-D5A9E1D7E4E6}"/>
              </a:ext>
            </a:extLst>
          </p:cNvPr>
          <p:cNvGraphicFramePr/>
          <p:nvPr/>
        </p:nvGraphicFramePr>
        <p:xfrm>
          <a:off xmlns:a="http://schemas.openxmlformats.org/drawingml/2006/main" x="1066800" y="2609850"/>
          <a:ext xmlns:a="http://schemas.openxmlformats.org/drawingml/2006/main" cx="10058400" cy="2743200"/>
        </p:xfrm>
        <a:graphic xmlns:a="http://schemas.openxmlformats.org/drawingml/2006/main">
          <a:graphicData uri="http://schemas.openxmlformats.org/drawingml/2006/table">
            <a:tbl>
              <a:tblPr/>
              <a:tblGrid>
                <a:gridCol w="2857500"/>
                <a:gridCol w="3905250"/>
                <a:gridCol w="3295650"/>
              </a:tblGrid>
              <a:tr h="457200">
                <a:tc>
                  <a:txBody>
                    <a:bodyPr wrap="square" lIns="114300" tIns="47625" rIns="114300" bIns="47625">
                      <a:noAutofit/>
                    </a:bodyPr>
                    <a:lstStyle/>
                    <a:p>
                      <a:pPr algn="ctr"/>
                      <a:r>
                        <a:rPr sz="1800" b="1">
                          <a:solidFill>
                            <a:srgbClr val="6554D9"/>
                          </a:solidFill>
                          <a:latin typeface="Noto Sans KR"/>
                          <a:ea typeface="Noto Sans KR"/>
                          <a:cs typeface="Noto Sans KR"/>
                        </a:rPr>
                        <a:t>고객 응답</a:t>
                      </a:r>
                    </a:p>
                  </a:txBody>
                  <a:tcPr marL="91440" marR="91440" marT="45720" marB="45720" anchor="ctr">
                    <a:lnL w="9525">
                      <a:solidFill>
                        <a:srgbClr val="E1DEEE"/>
                      </a:solidFill>
                      <a:prstDash val="solid"/>
                    </a:lnL>
                    <a:lnR w="9525">
                      <a:solidFill>
                        <a:srgbClr val="E1DEEE"/>
                      </a:solidFill>
                      <a:prstDash val="solid"/>
                    </a:lnR>
                    <a:lnT w="9525">
                      <a:solidFill>
                        <a:srgbClr val="E1DEEE"/>
                      </a:solidFill>
                      <a:prstDash val="solid"/>
                    </a:lnT>
                    <a:lnB w="9525">
                      <a:solidFill>
                        <a:srgbClr val="E1DEEE"/>
                      </a:solidFill>
                      <a:prstDash val="solid"/>
                    </a:lnB>
                    <a:solidFill>
                      <a:srgbClr val="F0EDF9"/>
                    </a:solidFill>
                  </a:tcPr>
                </a:tc>
                <a:tc>
                  <a:txBody>
                    <a:bodyPr wrap="square" lIns="114300" tIns="47625" rIns="114300" bIns="47625">
                      <a:noAutofit/>
                    </a:bodyPr>
                    <a:lstStyle/>
                    <a:p>
                      <a:pPr algn="ctr"/>
                      <a:r>
                        <a:rPr sz="1800" b="1">
                          <a:solidFill>
                            <a:srgbClr val="6554D9"/>
                          </a:solidFill>
                          <a:latin typeface="Noto Sans KR"/>
                          <a:ea typeface="Noto Sans KR"/>
                          <a:cs typeface="Noto Sans KR"/>
                        </a:rPr>
                        <a:t>검증할 가설</a:t>
                      </a:r>
                    </a:p>
                  </a:txBody>
                  <a:tcPr marL="91440" marR="91440" marT="45720" marB="45720" anchor="ctr">
                    <a:lnR w="9525">
                      <a:solidFill>
                        <a:srgbClr val="E1DEEE"/>
                      </a:solidFill>
                      <a:prstDash val="solid"/>
                    </a:lnR>
                    <a:lnT w="9525">
                      <a:solidFill>
                        <a:srgbClr val="E1DEEE"/>
                      </a:solidFill>
                      <a:prstDash val="solid"/>
                    </a:lnT>
                    <a:lnB w="9525">
                      <a:solidFill>
                        <a:srgbClr val="E1DEEE"/>
                      </a:solidFill>
                      <a:prstDash val="solid"/>
                    </a:lnB>
                    <a:solidFill>
                      <a:srgbClr val="F0EDF9"/>
                    </a:solidFill>
                  </a:tcPr>
                </a:tc>
                <a:tc>
                  <a:txBody>
                    <a:bodyPr wrap="square" lIns="114300" tIns="47625" rIns="114300" bIns="47625">
                      <a:noAutofit/>
                    </a:bodyPr>
                    <a:lstStyle/>
                    <a:p>
                      <a:pPr algn="ctr"/>
                      <a:r>
                        <a:rPr sz="1800" b="1">
                          <a:solidFill>
                            <a:srgbClr val="6554D9"/>
                          </a:solidFill>
                          <a:latin typeface="Noto Sans KR"/>
                          <a:ea typeface="Noto Sans KR"/>
                          <a:cs typeface="Noto Sans KR"/>
                        </a:rPr>
                        <a:t>검증 방법</a:t>
                      </a:r>
                    </a:p>
                  </a:txBody>
                  <a:tcPr marL="91440" marR="91440" marT="45720" marB="45720" anchor="ctr">
                    <a:lnR w="9525">
                      <a:solidFill>
                        <a:srgbClr val="E1DEEE"/>
                      </a:solidFill>
                      <a:prstDash val="solid"/>
                    </a:lnR>
                    <a:lnT w="9525">
                      <a:solidFill>
                        <a:srgbClr val="E1DEEE"/>
                      </a:solidFill>
                      <a:prstDash val="solid"/>
                    </a:lnT>
                    <a:lnB w="9525">
                      <a:solidFill>
                        <a:srgbClr val="E1DEEE"/>
                      </a:solidFill>
                      <a:prstDash val="solid"/>
                    </a:lnB>
                    <a:solidFill>
                      <a:srgbClr val="F0EDF9"/>
                    </a:solidFill>
                  </a:tcPr>
                </a:tc>
              </a:tr>
              <a:tr h="762000">
                <a:tc>
                  <a:txBody>
                    <a:bodyPr wrap="square" lIns="114300" tIns="47625" rIns="114300" bIns="47625">
                      <a:noAutofit/>
                    </a:bodyPr>
                    <a:lstStyle/>
                    <a:p>
                      <a:pPr algn="ctr"/>
                      <a:r>
                        <a:rPr sz="1575" b="0">
                          <a:solidFill>
                            <a:srgbClr val="192035"/>
                          </a:solidFill>
                          <a:latin typeface="Noto Sans KR"/>
                          <a:ea typeface="Noto Sans KR"/>
                          <a:cs typeface="Noto Sans KR"/>
                        </a:rPr>
                        <a:t>맞는 이용권·정보 부족</a:t>
                      </a:r>
                    </a:p>
                  </a:txBody>
                  <a:tcPr marL="91440" marR="91440" marT="45720" marB="45720" anchor="ctr">
                    <a:lnL w="9525">
                      <a:solidFill>
                        <a:srgbClr val="E1DEEE"/>
                      </a:solidFill>
                      <a:prstDash val="solid"/>
                    </a:lnL>
                    <a:lnR w="9525">
                      <a:solidFill>
                        <a:srgbClr val="E1DEEE"/>
                      </a:solidFill>
                      <a:prstDash val="solid"/>
                    </a:lnR>
                    <a:lnB w="9525">
                      <a:solidFill>
                        <a:srgbClr val="E1DEEE"/>
                      </a:solidFill>
                      <a:prstDash val="solid"/>
                    </a:lnB>
                    <a:solidFill>
                      <a:srgbClr val="F7F8FC"/>
                    </a:solidFill>
                  </a:tcPr>
                </a:tc>
                <a:tc>
                  <a:txBody>
                    <a:bodyPr wrap="square" lIns="114300" tIns="47625" rIns="114300" bIns="47625">
                      <a:noAutofit/>
                    </a:bodyPr>
                    <a:lstStyle/>
                    <a:p>
                      <a:pPr algn="ctr"/>
                      <a:r>
                        <a:rPr sz="1575" b="0">
                          <a:solidFill>
                            <a:srgbClr val="192035"/>
                          </a:solidFill>
                          <a:latin typeface="Noto Sans KR"/>
                          <a:ea typeface="Noto Sans KR"/>
                          <a:cs typeface="Noto Sans KR"/>
                        </a:rPr>
                        <a:t>개인화 안내가</a:t>
                      </a:r>
                    </a:p>
                    <a:p>
                      <a:pPr algn="ctr"/>
                      <a:r>
                        <a:rPr sz="1575" b="0">
                          <a:solidFill>
                            <a:srgbClr val="192035"/>
                          </a:solidFill>
                          <a:latin typeface="Noto Sans KR"/>
                          <a:ea typeface="Noto Sans KR"/>
                          <a:cs typeface="Noto Sans KR"/>
                        </a:rPr>
                        <a:t>상품 선택을 돕는가?</a:t>
                      </a:r>
                    </a:p>
                  </a:txBody>
                  <a:tcPr marL="91440" marR="91440" marT="45720" marB="45720" anchor="ctr">
                    <a:lnR w="9525">
                      <a:solidFill>
                        <a:srgbClr val="E1DEEE"/>
                      </a:solidFill>
                      <a:prstDash val="solid"/>
                    </a:lnR>
                    <a:lnB w="9525">
                      <a:solidFill>
                        <a:srgbClr val="E1DEEE"/>
                      </a:solidFill>
                      <a:prstDash val="solid"/>
                    </a:lnB>
                    <a:solidFill>
                      <a:srgbClr val="F7F8FC"/>
                    </a:solidFill>
                  </a:tcPr>
                </a:tc>
                <a:tc>
                  <a:txBody>
                    <a:bodyPr wrap="square" lIns="114300" tIns="47625" rIns="114300" bIns="47625">
                      <a:noAutofit/>
                    </a:bodyPr>
                    <a:lstStyle/>
                    <a:p>
                      <a:pPr algn="ctr"/>
                      <a:r>
                        <a:rPr sz="1575" b="0">
                          <a:solidFill>
                            <a:srgbClr val="192035"/>
                          </a:solidFill>
                          <a:latin typeface="Noto Sans KR"/>
                          <a:ea typeface="Noto Sans KR"/>
                          <a:cs typeface="Noto Sans KR"/>
                        </a:rPr>
                        <a:t>일반 안내 vs</a:t>
                      </a:r>
                    </a:p>
                    <a:p>
                      <a:pPr algn="ctr"/>
                      <a:r>
                        <a:rPr sz="1575" b="0">
                          <a:solidFill>
                            <a:srgbClr val="192035"/>
                          </a:solidFill>
                          <a:latin typeface="Noto Sans KR"/>
                          <a:ea typeface="Noto Sans KR"/>
                          <a:cs typeface="Noto Sans KR"/>
                        </a:rPr>
                        <a:t>행동 기반 안내</a:t>
                      </a:r>
                    </a:p>
                  </a:txBody>
                  <a:tcPr marL="91440" marR="91440" marT="45720" marB="45720" anchor="ctr">
                    <a:lnR w="9525">
                      <a:solidFill>
                        <a:srgbClr val="E1DEEE"/>
                      </a:solidFill>
                      <a:prstDash val="solid"/>
                    </a:lnR>
                    <a:lnB w="9525">
                      <a:solidFill>
                        <a:srgbClr val="E1DEEE"/>
                      </a:solidFill>
                      <a:prstDash val="solid"/>
                    </a:lnB>
                    <a:solidFill>
                      <a:srgbClr val="F7F8FC"/>
                    </a:solidFill>
                  </a:tcPr>
                </a:tc>
              </a:tr>
              <a:tr h="762000">
                <a:tc>
                  <a:txBody>
                    <a:bodyPr wrap="square" lIns="114300" tIns="47625" rIns="114300" bIns="47625">
                      <a:noAutofit/>
                    </a:bodyPr>
                    <a:lstStyle/>
                    <a:p>
                      <a:pPr algn="ctr"/>
                      <a:r>
                        <a:rPr sz="1575" b="0">
                          <a:solidFill>
                            <a:srgbClr val="192035"/>
                          </a:solidFill>
                          <a:latin typeface="Noto Sans KR"/>
                          <a:ea typeface="Noto Sans KR"/>
                          <a:cs typeface="Noto Sans KR"/>
                        </a:rPr>
                        <a:t>가격 부담</a:t>
                      </a:r>
                    </a:p>
                    <a:p>
                      <a:pPr algn="ctr"/>
                      <a:r>
                        <a:rPr sz="1575" b="0">
                          <a:solidFill>
                            <a:srgbClr val="192035"/>
                          </a:solidFill>
                          <a:latin typeface="Noto Sans KR"/>
                          <a:ea typeface="Noto Sans KR"/>
                          <a:cs typeface="Noto Sans KR"/>
                        </a:rPr>
                        <a:t>경쟁사 혜택 선호</a:t>
                      </a:r>
                    </a:p>
                  </a:txBody>
                  <a:tcPr marL="91440" marR="91440" marT="45720" marB="45720" anchor="ctr">
                    <a:lnL w="9525">
                      <a:solidFill>
                        <a:srgbClr val="E1DEEE"/>
                      </a:solidFill>
                      <a:prstDash val="solid"/>
                    </a:lnL>
                    <a:lnR w="9525">
                      <a:solidFill>
                        <a:srgbClr val="E1DEEE"/>
                      </a:solidFill>
                      <a:prstDash val="solid"/>
                    </a:lnR>
                    <a:lnB w="9525">
                      <a:solidFill>
                        <a:srgbClr val="E1DEEE"/>
                      </a:solidFill>
                      <a:prstDash val="solid"/>
                    </a:lnB>
                    <a:solidFill>
                      <a:srgbClr val="E4F3EF"/>
                    </a:solidFill>
                  </a:tcPr>
                </a:tc>
                <a:tc>
                  <a:txBody>
                    <a:bodyPr wrap="square" lIns="114300" tIns="47625" rIns="114300" bIns="47625">
                      <a:noAutofit/>
                    </a:bodyPr>
                    <a:lstStyle/>
                    <a:p>
                      <a:pPr algn="ctr"/>
                      <a:r>
                        <a:rPr sz="1575" b="0">
                          <a:solidFill>
                            <a:srgbClr val="192035"/>
                          </a:solidFill>
                          <a:latin typeface="Noto Sans KR"/>
                          <a:ea typeface="Noto Sans KR"/>
                          <a:cs typeface="Noto Sans KR"/>
                        </a:rPr>
                        <a:t>가격 할인과 서비스 혜택 중</a:t>
                      </a:r>
                    </a:p>
                    <a:p>
                      <a:pPr algn="ctr"/>
                      <a:r>
                        <a:rPr sz="1575" b="0">
                          <a:solidFill>
                            <a:srgbClr val="192035"/>
                          </a:solidFill>
                          <a:latin typeface="Noto Sans KR"/>
                          <a:ea typeface="Noto Sans KR"/>
                          <a:cs typeface="Noto Sans KR"/>
                        </a:rPr>
                        <a:t>어느 쪽의 전환이 높은가?</a:t>
                      </a:r>
                    </a:p>
                  </a:txBody>
                  <a:tcPr marL="91440" marR="91440" marT="45720" marB="45720" anchor="ctr">
                    <a:lnR w="9525">
                      <a:solidFill>
                        <a:srgbClr val="E1DEEE"/>
                      </a:solidFill>
                      <a:prstDash val="solid"/>
                    </a:lnR>
                    <a:lnB w="9525">
                      <a:solidFill>
                        <a:srgbClr val="E1DEEE"/>
                      </a:solidFill>
                      <a:prstDash val="solid"/>
                    </a:lnB>
                    <a:solidFill>
                      <a:srgbClr val="E4F3EF"/>
                    </a:solidFill>
                  </a:tcPr>
                </a:tc>
                <a:tc>
                  <a:txBody>
                    <a:bodyPr wrap="square" lIns="114300" tIns="47625" rIns="114300" bIns="47625">
                      <a:noAutofit/>
                    </a:bodyPr>
                    <a:lstStyle/>
                    <a:p>
                      <a:pPr algn="ctr"/>
                      <a:r>
                        <a:rPr sz="1575" b="0">
                          <a:solidFill>
                            <a:srgbClr val="192035"/>
                          </a:solidFill>
                          <a:latin typeface="Noto Sans KR"/>
                          <a:ea typeface="Noto Sans KR"/>
                          <a:cs typeface="Noto Sans KR"/>
                        </a:rPr>
                        <a:t>20% 할인 vs</a:t>
                      </a:r>
                    </a:p>
                    <a:p>
                      <a:pPr algn="ctr"/>
                      <a:r>
                        <a:rPr sz="1575" b="0">
                          <a:solidFill>
                            <a:srgbClr val="192035"/>
                          </a:solidFill>
                          <a:latin typeface="Noto Sans KR"/>
                          <a:ea typeface="Noto Sans KR"/>
                          <a:cs typeface="Noto Sans KR"/>
                        </a:rPr>
                        <a:t>비가격 혜택</a:t>
                      </a:r>
                    </a:p>
                  </a:txBody>
                  <a:tcPr marL="91440" marR="91440" marT="45720" marB="45720" anchor="ctr">
                    <a:lnR w="9525">
                      <a:solidFill>
                        <a:srgbClr val="E1DEEE"/>
                      </a:solidFill>
                      <a:prstDash val="solid"/>
                    </a:lnR>
                    <a:lnB w="9525">
                      <a:solidFill>
                        <a:srgbClr val="E1DEEE"/>
                      </a:solidFill>
                      <a:prstDash val="solid"/>
                    </a:lnB>
                    <a:solidFill>
                      <a:srgbClr val="E4F3EF"/>
                    </a:solidFill>
                  </a:tcPr>
                </a:tc>
              </a:tr>
              <a:tr h="762000">
                <a:tc>
                  <a:txBody>
                    <a:bodyPr wrap="square" lIns="114300" tIns="47625" rIns="114300" bIns="47625">
                      <a:noAutofit/>
                    </a:bodyPr>
                    <a:lstStyle/>
                    <a:p>
                      <a:pPr algn="ctr"/>
                      <a:r>
                        <a:rPr sz="1575" b="0">
                          <a:solidFill>
                            <a:srgbClr val="192035"/>
                          </a:solidFill>
                          <a:latin typeface="Noto Sans KR"/>
                          <a:ea typeface="Noto Sans KR"/>
                          <a:cs typeface="Noto Sans KR"/>
                        </a:rPr>
                        <a:t>위치·이용 필요 감소</a:t>
                      </a:r>
                    </a:p>
                    <a:p>
                      <a:pPr algn="ctr"/>
                      <a:r>
                        <a:rPr sz="1575" b="0">
                          <a:solidFill>
                            <a:srgbClr val="192035"/>
                          </a:solidFill>
                          <a:latin typeface="Noto Sans KR"/>
                          <a:ea typeface="Noto Sans KR"/>
                          <a:cs typeface="Noto Sans KR"/>
                        </a:rPr>
                        <a:t>시설·서비스 불편</a:t>
                      </a:r>
                    </a:p>
                  </a:txBody>
                  <a:tcPr marL="91440" marR="91440" marT="45720" marB="45720" anchor="ctr">
                    <a:lnL w="9525">
                      <a:solidFill>
                        <a:srgbClr val="E1DEEE"/>
                      </a:solidFill>
                      <a:prstDash val="solid"/>
                    </a:lnL>
                    <a:lnR w="9525">
                      <a:solidFill>
                        <a:srgbClr val="E1DEEE"/>
                      </a:solidFill>
                      <a:prstDash val="solid"/>
                    </a:lnR>
                    <a:lnB w="9525">
                      <a:solidFill>
                        <a:srgbClr val="E1DEEE"/>
                      </a:solidFill>
                      <a:prstDash val="solid"/>
                    </a:lnB>
                    <a:solidFill>
                      <a:srgbClr val="F7F8FC"/>
                    </a:solidFill>
                  </a:tcPr>
                </a:tc>
                <a:tc>
                  <a:txBody>
                    <a:bodyPr wrap="square" lIns="114300" tIns="47625" rIns="114300" bIns="47625">
                      <a:noAutofit/>
                    </a:bodyPr>
                    <a:lstStyle/>
                    <a:p>
                      <a:pPr algn="ctr"/>
                      <a:r>
                        <a:rPr sz="1575" b="0">
                          <a:solidFill>
                            <a:srgbClr val="192035"/>
                          </a:solidFill>
                          <a:latin typeface="Noto Sans KR"/>
                          <a:ea typeface="Noto Sans KR"/>
                          <a:cs typeface="Noto Sans KR"/>
                        </a:rPr>
                        <a:t>구체적인 불편·수요 변화는</a:t>
                      </a:r>
                    </a:p>
                    <a:p>
                      <a:pPr algn="ctr"/>
                      <a:r>
                        <a:rPr sz="1575" b="0">
                          <a:solidFill>
                            <a:srgbClr val="192035"/>
                          </a:solidFill>
                          <a:latin typeface="Noto Sans KR"/>
                          <a:ea typeface="Noto Sans KR"/>
                          <a:cs typeface="Noto Sans KR"/>
                        </a:rPr>
                        <a:t>무엇인가?</a:t>
                      </a:r>
                    </a:p>
                  </a:txBody>
                  <a:tcPr marL="91440" marR="91440" marT="45720" marB="45720" anchor="ctr">
                    <a:lnR w="9525">
                      <a:solidFill>
                        <a:srgbClr val="E1DEEE"/>
                      </a:solidFill>
                      <a:prstDash val="solid"/>
                    </a:lnR>
                    <a:lnB w="9525">
                      <a:solidFill>
                        <a:srgbClr val="E1DEEE"/>
                      </a:solidFill>
                      <a:prstDash val="solid"/>
                    </a:lnB>
                    <a:solidFill>
                      <a:srgbClr val="F7F8FC"/>
                    </a:solidFill>
                  </a:tcPr>
                </a:tc>
                <a:tc>
                  <a:txBody>
                    <a:bodyPr wrap="square" lIns="114300" tIns="47625" rIns="114300" bIns="47625">
                      <a:noAutofit/>
                    </a:bodyPr>
                    <a:lstStyle/>
                    <a:p>
                      <a:pPr algn="ctr"/>
                      <a:r>
                        <a:rPr sz="1575" b="0">
                          <a:solidFill>
                            <a:srgbClr val="192035"/>
                          </a:solidFill>
                          <a:latin typeface="Noto Sans KR"/>
                          <a:ea typeface="Noto Sans KR"/>
                          <a:cs typeface="Noto Sans KR"/>
                        </a:rPr>
                        <a:t>추가 인터뷰·운영 검토</a:t>
                      </a:r>
                    </a:p>
                  </a:txBody>
                  <a:tcPr marL="91440" marR="91440" marT="45720" marB="45720" anchor="ctr">
                    <a:lnR w="9525">
                      <a:solidFill>
                        <a:srgbClr val="E1DEEE"/>
                      </a:solidFill>
                      <a:prstDash val="solid"/>
                    </a:lnR>
                    <a:lnB w="9525">
                      <a:solidFill>
                        <a:srgbClr val="E1DEEE"/>
                      </a:solidFill>
                      <a:prstDash val="solid"/>
                    </a:lnB>
                    <a:solidFill>
                      <a:srgbClr val="F7F8FC"/>
                    </a:solidFill>
                  </a:tcPr>
                </a:tc>
              </a:tr>
            </a:tbl>
          </a:graphicData>
        </a:graphic>
      </p:graphicFrame>
      <p:sp>
        <p:nvSpPr>
          <p:cNvPr id="7" name="실제 결제일 확보 · 고객별 동일 추적기간 · 12월 체험의 다음 해 1">
            <a:extLst xmlns:a="http://schemas.openxmlformats.org/drawingml/2006/main">
              <a:ext uri="{FF2B5EF4-FFF2-40B4-BE49-F238E27FC236}">
                <a16:creationId xmlns:a16="http://schemas.microsoft.com/office/drawing/2014/main" id="{D27FA6CB-E511-4A4C-9283-72ECD4C8E05C}"/>
              </a:ext>
            </a:extLst>
          </p:cNvPr>
          <p:cNvSpPr>
            <a:spLocks xmlns:a="http://schemas.openxmlformats.org/drawingml/2006/main" noGrp="1"/>
          </p:cNvSpPr>
          <p:nvPr/>
        </p:nvSpPr>
        <p:spPr>
          <a:xfrm xmlns:a="http://schemas.openxmlformats.org/drawingml/2006/main">
            <a:off x="1066800" y="5410200"/>
            <a:ext cx="10058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738096"/>
                </a:solidFill>
                <a:latin typeface="Noto Sans KR"/>
                <a:ea typeface="Noto Sans KR"/>
                <a:cs typeface="Noto Sans KR"/>
              </a:defRPr>
            </a:defPPr>
            <a:lvl1pPr algn="ctr">
              <a:defRPr sz="1425" b="0">
                <a:solidFill>
                  <a:srgbClr val="738096"/>
                </a:solidFill>
                <a:latin typeface="Noto Sans KR"/>
                <a:ea typeface="Noto Sans KR"/>
                <a:cs typeface="Noto Sans KR"/>
              </a:defRPr>
            </a:lvl1pPr>
            <a:lvl2pPr algn="ctr">
              <a:defRPr sz="1425" b="0">
                <a:solidFill>
                  <a:srgbClr val="738096"/>
                </a:solidFill>
                <a:latin typeface="Noto Sans KR"/>
                <a:ea typeface="Noto Sans KR"/>
                <a:cs typeface="Noto Sans KR"/>
              </a:defRPr>
            </a:lvl2pPr>
            <a:lvl3pPr algn="ctr">
              <a:defRPr sz="1425" b="0">
                <a:solidFill>
                  <a:srgbClr val="738096"/>
                </a:solidFill>
                <a:latin typeface="Noto Sans KR"/>
                <a:ea typeface="Noto Sans KR"/>
                <a:cs typeface="Noto Sans KR"/>
              </a:defRPr>
            </a:lvl3pPr>
            <a:lvl4pPr algn="ctr">
              <a:defRPr sz="1425" b="0">
                <a:solidFill>
                  <a:srgbClr val="738096"/>
                </a:solidFill>
                <a:latin typeface="Noto Sans KR"/>
                <a:ea typeface="Noto Sans KR"/>
                <a:cs typeface="Noto Sans KR"/>
              </a:defRPr>
            </a:lvl4pPr>
            <a:lvl5pPr algn="ctr">
              <a:defRPr sz="1425" b="0">
                <a:solidFill>
                  <a:srgbClr val="738096"/>
                </a:solidFill>
                <a:latin typeface="Noto Sans KR"/>
                <a:ea typeface="Noto Sans KR"/>
                <a:cs typeface="Noto Sans KR"/>
              </a:defRPr>
            </a:lvl5pPr>
            <a:lvl6pPr algn="ctr">
              <a:defRPr sz="1425" b="0">
                <a:solidFill>
                  <a:srgbClr val="738096"/>
                </a:solidFill>
                <a:latin typeface="Noto Sans KR"/>
                <a:ea typeface="Noto Sans KR"/>
                <a:cs typeface="Noto Sans KR"/>
              </a:defRPr>
            </a:lvl6pPr>
            <a:lvl7pPr algn="ctr">
              <a:defRPr sz="1425" b="0">
                <a:solidFill>
                  <a:srgbClr val="738096"/>
                </a:solidFill>
                <a:latin typeface="Noto Sans KR"/>
                <a:ea typeface="Noto Sans KR"/>
                <a:cs typeface="Noto Sans KR"/>
              </a:defRPr>
            </a:lvl7pPr>
            <a:lvl8pPr algn="ctr">
              <a:defRPr sz="1425" b="0">
                <a:solidFill>
                  <a:srgbClr val="738096"/>
                </a:solidFill>
                <a:latin typeface="Noto Sans KR"/>
                <a:ea typeface="Noto Sans KR"/>
                <a:cs typeface="Noto Sans KR"/>
              </a:defRPr>
            </a:lvl8pPr>
            <a:lvl9pPr algn="ctr">
              <a:defRPr sz="1425" b="0">
                <a:solidFill>
                  <a:srgbClr val="738096"/>
                </a:solidFill>
                <a:latin typeface="Noto Sans KR"/>
                <a:ea typeface="Noto Sans KR"/>
                <a:cs typeface="Noto Sans KR"/>
              </a:defRPr>
            </a:lvl9pPr>
          </a:lstStyle>
          <a:p xmlns:a="http://schemas.openxmlformats.org/drawingml/2006/main">
            <a:pPr algn="ctr">
              <a:defRPr sz="1425" b="0">
                <a:solidFill>
                  <a:srgbClr val="738096"/>
                </a:solidFill>
                <a:latin typeface="Noto Sans KR"/>
                <a:ea typeface="Noto Sans KR"/>
                <a:cs typeface="Noto Sans KR"/>
              </a:defRPr>
            </a:pPr>
            <a:r>
              <a:rPr sz="1425" b="0">
                <a:solidFill>
                  <a:srgbClr val="738096"/>
                </a:solidFill>
                <a:latin typeface="Noto Sans KR"/>
                <a:ea typeface="Noto Sans KR"/>
                <a:cs typeface="Noto Sans KR"/>
              </a:rPr>
              <a:t>실제 결제일 확보 · 고객별 동일 추적기간 · 12월 체험의 다음 해 1월 결제도 확인</a:t>
            </a:r>
          </a:p>
        </p:txBody>
      </p:sp>
      <p:sp>
        <p:nvSpPr>
          <p:cNvPr id="8" name="">
            <a:extLst xmlns:a="http://schemas.openxmlformats.org/drawingml/2006/main">
              <a:ext uri="{FF2B5EF4-FFF2-40B4-BE49-F238E27FC236}">
                <a16:creationId xmlns:a16="http://schemas.microsoft.com/office/drawing/2014/main" id="{E109825E-09EF-441C-8657-3B38DDEACA41}"/>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ln>
        </p:spPr>
      </p:sp>
      <p:sp>
        <p:nvSpPr>
          <p:cNvPr id="9" name="투표로 원인 후보를 좁히고, 실험으로 대응안의 전환 효과를 검증한다">
            <a:extLst xmlns:a="http://schemas.openxmlformats.org/drawingml/2006/main">
              <a:ext uri="{FF2B5EF4-FFF2-40B4-BE49-F238E27FC236}">
                <a16:creationId xmlns:a16="http://schemas.microsoft.com/office/drawing/2014/main" id="{9A80EBBD-71B8-4FC8-A4DF-25FCCEE56EF4}"/>
              </a:ext>
            </a:extLst>
          </p:cNvPr>
          <p:cNvSpPr>
            <a:spLocks xmlns:a="http://schemas.openxmlformats.org/drawingml/2006/main" noGrp="1"/>
          </p:cNvSpPr>
          <p:nvPr/>
        </p:nvSpPr>
        <p:spPr>
          <a:xfrm xmlns:a="http://schemas.openxmlformats.org/drawingml/2006/main">
            <a:off x="1304925" y="5934075"/>
            <a:ext cx="9582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92035"/>
                </a:solidFill>
                <a:latin typeface="Noto Sans KR"/>
                <a:ea typeface="Noto Sans KR"/>
                <a:cs typeface="Noto Sans KR"/>
              </a:defRPr>
            </a:defPPr>
            <a:lvl1pPr algn="ctr">
              <a:defRPr sz="1650" b="1">
                <a:solidFill>
                  <a:srgbClr val="192035"/>
                </a:solidFill>
                <a:latin typeface="Noto Sans KR"/>
                <a:ea typeface="Noto Sans KR"/>
                <a:cs typeface="Noto Sans KR"/>
              </a:defRPr>
            </a:lvl1pPr>
            <a:lvl2pPr algn="ctr">
              <a:defRPr sz="1650" b="1">
                <a:solidFill>
                  <a:srgbClr val="192035"/>
                </a:solidFill>
                <a:latin typeface="Noto Sans KR"/>
                <a:ea typeface="Noto Sans KR"/>
                <a:cs typeface="Noto Sans KR"/>
              </a:defRPr>
            </a:lvl2pPr>
            <a:lvl3pPr algn="ctr">
              <a:defRPr sz="1650" b="1">
                <a:solidFill>
                  <a:srgbClr val="192035"/>
                </a:solidFill>
                <a:latin typeface="Noto Sans KR"/>
                <a:ea typeface="Noto Sans KR"/>
                <a:cs typeface="Noto Sans KR"/>
              </a:defRPr>
            </a:lvl3pPr>
            <a:lvl4pPr algn="ctr">
              <a:defRPr sz="1650" b="1">
                <a:solidFill>
                  <a:srgbClr val="192035"/>
                </a:solidFill>
                <a:latin typeface="Noto Sans KR"/>
                <a:ea typeface="Noto Sans KR"/>
                <a:cs typeface="Noto Sans KR"/>
              </a:defRPr>
            </a:lvl4pPr>
            <a:lvl5pPr algn="ctr">
              <a:defRPr sz="1650" b="1">
                <a:solidFill>
                  <a:srgbClr val="192035"/>
                </a:solidFill>
                <a:latin typeface="Noto Sans KR"/>
                <a:ea typeface="Noto Sans KR"/>
                <a:cs typeface="Noto Sans KR"/>
              </a:defRPr>
            </a:lvl5pPr>
            <a:lvl6pPr algn="ctr">
              <a:defRPr sz="1650" b="1">
                <a:solidFill>
                  <a:srgbClr val="192035"/>
                </a:solidFill>
                <a:latin typeface="Noto Sans KR"/>
                <a:ea typeface="Noto Sans KR"/>
                <a:cs typeface="Noto Sans KR"/>
              </a:defRPr>
            </a:lvl6pPr>
            <a:lvl7pPr algn="ctr">
              <a:defRPr sz="1650" b="1">
                <a:solidFill>
                  <a:srgbClr val="192035"/>
                </a:solidFill>
                <a:latin typeface="Noto Sans KR"/>
                <a:ea typeface="Noto Sans KR"/>
                <a:cs typeface="Noto Sans KR"/>
              </a:defRPr>
            </a:lvl7pPr>
            <a:lvl8pPr algn="ctr">
              <a:defRPr sz="1650" b="1">
                <a:solidFill>
                  <a:srgbClr val="192035"/>
                </a:solidFill>
                <a:latin typeface="Noto Sans KR"/>
                <a:ea typeface="Noto Sans KR"/>
                <a:cs typeface="Noto Sans KR"/>
              </a:defRPr>
            </a:lvl8pPr>
            <a:lvl9pPr algn="ctr">
              <a:defRPr sz="1650" b="1">
                <a:solidFill>
                  <a:srgbClr val="192035"/>
                </a:solidFill>
                <a:latin typeface="Noto Sans KR"/>
                <a:ea typeface="Noto Sans KR"/>
                <a:cs typeface="Noto Sans KR"/>
              </a:defRPr>
            </a:lvl9pPr>
          </a:lstStyle>
          <a:p xmlns:a="http://schemas.openxmlformats.org/drawingml/2006/main">
            <a:pPr algn="ctr">
              <a:defRPr sz="1650" b="1">
                <a:solidFill>
                  <a:srgbClr val="192035"/>
                </a:solidFill>
                <a:latin typeface="Noto Sans KR"/>
                <a:ea typeface="Noto Sans KR"/>
                <a:cs typeface="Noto Sans KR"/>
              </a:defRPr>
            </a:pPr>
            <a:r>
              <a:rPr sz="1650" b="1">
                <a:solidFill>
                  <a:srgbClr val="192035"/>
                </a:solidFill>
                <a:latin typeface="Noto Sans KR"/>
                <a:ea typeface="Noto Sans KR"/>
                <a:cs typeface="Noto Sans KR"/>
              </a:rPr>
              <a:t>투표로 원인 후보를 좁히고, 실험으로 대응안의 전환 효과를 검증한다</a:t>
            </a:r>
          </a:p>
        </p:txBody>
      </p:sp>
    </p:spTree>
    <p:extLst>
      <p:ext uri="{BB962C8B-B14F-4D97-AF65-F5344CB8AC3E}">
        <p14:creationId xmlns:p14="http://schemas.microsoft.com/office/powerpoint/2010/main" val="1373759635"/>
      </p:ext>
    </p:extLst>
  </p:cSld>
</p:sld>
</file>

<file path=ppt/slides/slide12.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BB90AD6-4C4A-477A-8CEF-6F9E96075994}"/>
              </a:ext>
            </a:extLst>
          </p:cNvPr>
          <p:cNvPicPr>
            <a:picLocks xmlns:a="http://schemas.openxmlformats.org/drawingml/2006/main" noChangeAspect="1"/>
          </p:cNvPicPr>
          <p:nvPr/>
        </p:nvPicPr>
        <p:blipFill>
          <a:blip xmlns:r="http://schemas.openxmlformats.org/officeDocument/2006/relationships" xmlns:a="http://schemas.openxmlformats.org/drawingml/2006/main" r:embed="R98f013de0e82441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일반 안내와 행동 기반 안내의 효과 비교">
            <a:extLst xmlns:a="http://schemas.openxmlformats.org/drawingml/2006/main">
              <a:ext uri="{FF2B5EF4-FFF2-40B4-BE49-F238E27FC236}">
                <a16:creationId xmlns:a16="http://schemas.microsoft.com/office/drawing/2014/main" id="{205A6295-9F0E-45F3-B0E3-A490DD04B7F0}"/>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92035"/>
                </a:solidFill>
                <a:latin typeface="Noto Sans KR"/>
                <a:ea typeface="Noto Sans KR"/>
                <a:cs typeface="Noto Sans KR"/>
              </a:defRPr>
            </a:defPPr>
            <a:lvl1pPr algn="ctr">
              <a:defRPr sz="2850" b="1">
                <a:solidFill>
                  <a:srgbClr val="192035"/>
                </a:solidFill>
                <a:latin typeface="Noto Sans KR"/>
                <a:ea typeface="Noto Sans KR"/>
                <a:cs typeface="Noto Sans KR"/>
              </a:defRPr>
            </a:lvl1pPr>
            <a:lvl2pPr algn="ctr">
              <a:defRPr sz="2850" b="1">
                <a:solidFill>
                  <a:srgbClr val="192035"/>
                </a:solidFill>
                <a:latin typeface="Noto Sans KR"/>
                <a:ea typeface="Noto Sans KR"/>
                <a:cs typeface="Noto Sans KR"/>
              </a:defRPr>
            </a:lvl2pPr>
            <a:lvl3pPr algn="ctr">
              <a:defRPr sz="2850" b="1">
                <a:solidFill>
                  <a:srgbClr val="192035"/>
                </a:solidFill>
                <a:latin typeface="Noto Sans KR"/>
                <a:ea typeface="Noto Sans KR"/>
                <a:cs typeface="Noto Sans KR"/>
              </a:defRPr>
            </a:lvl3pPr>
            <a:lvl4pPr algn="ctr">
              <a:defRPr sz="2850" b="1">
                <a:solidFill>
                  <a:srgbClr val="192035"/>
                </a:solidFill>
                <a:latin typeface="Noto Sans KR"/>
                <a:ea typeface="Noto Sans KR"/>
                <a:cs typeface="Noto Sans KR"/>
              </a:defRPr>
            </a:lvl4pPr>
            <a:lvl5pPr algn="ctr">
              <a:defRPr sz="2850" b="1">
                <a:solidFill>
                  <a:srgbClr val="192035"/>
                </a:solidFill>
                <a:latin typeface="Noto Sans KR"/>
                <a:ea typeface="Noto Sans KR"/>
                <a:cs typeface="Noto Sans KR"/>
              </a:defRPr>
            </a:lvl5pPr>
            <a:lvl6pPr algn="ctr">
              <a:defRPr sz="2850" b="1">
                <a:solidFill>
                  <a:srgbClr val="192035"/>
                </a:solidFill>
                <a:latin typeface="Noto Sans KR"/>
                <a:ea typeface="Noto Sans KR"/>
                <a:cs typeface="Noto Sans KR"/>
              </a:defRPr>
            </a:lvl6pPr>
            <a:lvl7pPr algn="ctr">
              <a:defRPr sz="2850" b="1">
                <a:solidFill>
                  <a:srgbClr val="192035"/>
                </a:solidFill>
                <a:latin typeface="Noto Sans KR"/>
                <a:ea typeface="Noto Sans KR"/>
                <a:cs typeface="Noto Sans KR"/>
              </a:defRPr>
            </a:lvl7pPr>
            <a:lvl8pPr algn="ctr">
              <a:defRPr sz="2850" b="1">
                <a:solidFill>
                  <a:srgbClr val="192035"/>
                </a:solidFill>
                <a:latin typeface="Noto Sans KR"/>
                <a:ea typeface="Noto Sans KR"/>
                <a:cs typeface="Noto Sans KR"/>
              </a:defRPr>
            </a:lvl8pPr>
            <a:lvl9pPr algn="ctr">
              <a:defRPr sz="2850" b="1">
                <a:solidFill>
                  <a:srgbClr val="192035"/>
                </a:solidFill>
                <a:latin typeface="Noto Sans KR"/>
                <a:ea typeface="Noto Sans KR"/>
                <a:cs typeface="Noto Sans KR"/>
              </a:defRPr>
            </a:lvl9pPr>
          </a:lstStyle>
          <a:p xmlns:a="http://schemas.openxmlformats.org/drawingml/2006/main">
            <a:pPr algn="ctr">
              <a:defRPr sz="3000" b="1">
                <a:solidFill>
                  <a:srgbClr val="F1F5F9"/>
                </a:solidFill>
                <a:latin typeface="Noto Sans KR"/>
                <a:ea typeface="Noto Sans KR"/>
                <a:cs typeface="Noto Sans KR"/>
              </a:defRPr>
            </a:pPr>
            <a:r>
              <a:rPr sz="2850" b="1">
                <a:solidFill>
                  <a:srgbClr val="192035"/>
                </a:solidFill>
                <a:latin typeface="Noto Sans KR"/>
                <a:ea typeface="Noto Sans KR"/>
                <a:cs typeface="Noto Sans KR"/>
              </a:rPr>
              <a:t>투표 후 검증 ① 상품 안내 방식</a:t>
            </a:r>
          </a:p>
        </p:txBody>
      </p:sp>
      <p:sp>
        <p:nvSpPr>
          <p:cNvPr id="4" name="">
            <a:extLst xmlns:a="http://schemas.openxmlformats.org/drawingml/2006/main">
              <a:ext uri="{FF2B5EF4-FFF2-40B4-BE49-F238E27FC236}">
                <a16:creationId xmlns:a16="http://schemas.microsoft.com/office/drawing/2014/main" id="{D31B1317-F3C3-48F5-85B6-678337936D82}"/>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prstDash val="solid"/>
          </a:ln>
        </p:spPr>
      </p:sp>
      <p:sp>
        <p:nvSpPr>
          <p:cNvPr id="5" name="향후 실험 제안 · 체험 종료 후 미결제 고객 무작위 배정">
            <a:extLst xmlns:a="http://schemas.openxmlformats.org/drawingml/2006/main">
              <a:ext uri="{FF2B5EF4-FFF2-40B4-BE49-F238E27FC236}">
                <a16:creationId xmlns:a16="http://schemas.microsoft.com/office/drawing/2014/main" id="{A1321846-EEF6-4874-97DF-A2D331C4C230}"/>
              </a:ext>
            </a:extLst>
          </p:cNvPr>
          <p:cNvSpPr>
            <a:spLocks xmlns:a="http://schemas.openxmlformats.org/drawingml/2006/main" noGrp="1"/>
          </p:cNvSpPr>
          <p:nvPr/>
        </p:nvSpPr>
        <p:spPr>
          <a:xfrm xmlns:a="http://schemas.openxmlformats.org/drawingml/2006/main">
            <a:off x="933450" y="2133600"/>
            <a:ext cx="10267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6554D9"/>
                </a:solidFill>
                <a:latin typeface="Noto Sans KR"/>
                <a:ea typeface="Noto Sans KR"/>
                <a:cs typeface="Noto Sans KR"/>
              </a:defRPr>
            </a:defPPr>
            <a:lvl1pPr algn="ctr">
              <a:defRPr sz="1425" b="1">
                <a:solidFill>
                  <a:srgbClr val="6554D9"/>
                </a:solidFill>
                <a:latin typeface="Noto Sans KR"/>
                <a:ea typeface="Noto Sans KR"/>
                <a:cs typeface="Noto Sans KR"/>
              </a:defRPr>
            </a:lvl1pPr>
            <a:lvl2pPr algn="ctr">
              <a:defRPr sz="1425" b="1">
                <a:solidFill>
                  <a:srgbClr val="6554D9"/>
                </a:solidFill>
                <a:latin typeface="Noto Sans KR"/>
                <a:ea typeface="Noto Sans KR"/>
                <a:cs typeface="Noto Sans KR"/>
              </a:defRPr>
            </a:lvl2pPr>
            <a:lvl3pPr algn="ctr">
              <a:defRPr sz="1425" b="1">
                <a:solidFill>
                  <a:srgbClr val="6554D9"/>
                </a:solidFill>
                <a:latin typeface="Noto Sans KR"/>
                <a:ea typeface="Noto Sans KR"/>
                <a:cs typeface="Noto Sans KR"/>
              </a:defRPr>
            </a:lvl3pPr>
            <a:lvl4pPr algn="ctr">
              <a:defRPr sz="1425" b="1">
                <a:solidFill>
                  <a:srgbClr val="6554D9"/>
                </a:solidFill>
                <a:latin typeface="Noto Sans KR"/>
                <a:ea typeface="Noto Sans KR"/>
                <a:cs typeface="Noto Sans KR"/>
              </a:defRPr>
            </a:lvl4pPr>
            <a:lvl5pPr algn="ctr">
              <a:defRPr sz="1425" b="1">
                <a:solidFill>
                  <a:srgbClr val="6554D9"/>
                </a:solidFill>
                <a:latin typeface="Noto Sans KR"/>
                <a:ea typeface="Noto Sans KR"/>
                <a:cs typeface="Noto Sans KR"/>
              </a:defRPr>
            </a:lvl5pPr>
            <a:lvl6pPr algn="ctr">
              <a:defRPr sz="1425" b="1">
                <a:solidFill>
                  <a:srgbClr val="6554D9"/>
                </a:solidFill>
                <a:latin typeface="Noto Sans KR"/>
                <a:ea typeface="Noto Sans KR"/>
                <a:cs typeface="Noto Sans KR"/>
              </a:defRPr>
            </a:lvl6pPr>
            <a:lvl7pPr algn="ctr">
              <a:defRPr sz="1425" b="1">
                <a:solidFill>
                  <a:srgbClr val="6554D9"/>
                </a:solidFill>
                <a:latin typeface="Noto Sans KR"/>
                <a:ea typeface="Noto Sans KR"/>
                <a:cs typeface="Noto Sans KR"/>
              </a:defRPr>
            </a:lvl7pPr>
            <a:lvl8pPr algn="ctr">
              <a:defRPr sz="1425" b="1">
                <a:solidFill>
                  <a:srgbClr val="6554D9"/>
                </a:solidFill>
                <a:latin typeface="Noto Sans KR"/>
                <a:ea typeface="Noto Sans KR"/>
                <a:cs typeface="Noto Sans KR"/>
              </a:defRPr>
            </a:lvl8pPr>
            <a:lvl9pPr algn="ctr">
              <a:defRPr sz="1425" b="1">
                <a:solidFill>
                  <a:srgbClr val="6554D9"/>
                </a:solidFill>
                <a:latin typeface="Noto Sans KR"/>
                <a:ea typeface="Noto Sans KR"/>
                <a:cs typeface="Noto Sans KR"/>
              </a:defRPr>
            </a:lvl9pPr>
          </a:lstStyle>
          <a:p xmlns:a="http://schemas.openxmlformats.org/drawingml/2006/main">
            <a:pPr algn="ctr">
              <a:defRPr sz="1425" b="1">
                <a:solidFill>
                  <a:srgbClr val="FF9B63"/>
                </a:solidFill>
                <a:latin typeface="Noto Sans KR"/>
                <a:ea typeface="Noto Sans KR"/>
                <a:cs typeface="Noto Sans KR"/>
              </a:defRPr>
            </a:pPr>
            <a:r>
              <a:rPr sz="1425" b="1">
                <a:solidFill>
                  <a:srgbClr val="6554D9"/>
                </a:solidFill>
                <a:latin typeface="Noto Sans KR"/>
                <a:ea typeface="Noto Sans KR"/>
                <a:cs typeface="Noto Sans KR"/>
              </a:rPr>
              <a:t>실험 제안 · 체험 종료 후 미결제 고객 1:1 무작위 배정</a:t>
            </a:r>
          </a:p>
        </p:txBody>
      </p:sp>
      <p:sp>
        <p:nvSpPr>
          <p:cNvPr id="6" name="">
            <a:extLst xmlns:a="http://schemas.openxmlformats.org/drawingml/2006/main">
              <a:ext uri="{FF2B5EF4-FFF2-40B4-BE49-F238E27FC236}">
                <a16:creationId xmlns:a16="http://schemas.microsoft.com/office/drawing/2014/main" id="{EADD0282-4D1A-4D0E-813D-97D337781886}"/>
              </a:ext>
            </a:extLst>
          </p:cNvPr>
          <p:cNvSpPr>
            <a:spLocks xmlns:a="http://schemas.openxmlformats.org/drawingml/2006/main" noGrp="1"/>
          </p:cNvSpPr>
          <p:nvPr/>
        </p:nvSpPr>
        <p:spPr>
          <a:xfrm xmlns:a="http://schemas.openxmlformats.org/drawingml/2006/main">
            <a:off x="1076325" y="2724150"/>
            <a:ext cx="3981450" cy="2514600"/>
          </a:xfrm>
          <a:prstGeom xmlns:a="http://schemas.openxmlformats.org/drawingml/2006/main" prst="roundRect">
            <a:avLst>
              <a:gd name="adj" fmla="val 6818"/>
            </a:avLst>
          </a:prstGeom>
          <a:solidFill xmlns:a="http://schemas.openxmlformats.org/drawingml/2006/main">
            <a:srgbClr val="F0EDF9"/>
          </a:solidFill>
          <a:ln xmlns:a="http://schemas.openxmlformats.org/drawingml/2006/main" w="14288">
            <a:solidFill>
              <a:srgbClr val="CCC8DF"/>
            </a:solidFill>
            <a:prstDash val="solid"/>
          </a:ln>
        </p:spPr>
      </p:sp>
      <p:sp>
        <p:nvSpPr>
          <p:cNvPr id="7" name="대조군">
            <a:extLst xmlns:a="http://schemas.openxmlformats.org/drawingml/2006/main">
              <a:ext uri="{FF2B5EF4-FFF2-40B4-BE49-F238E27FC236}">
                <a16:creationId xmlns:a16="http://schemas.microsoft.com/office/drawing/2014/main" id="{BBDF3EE3-E050-4436-80A9-58DACCF345C9}"/>
              </a:ext>
            </a:extLst>
          </p:cNvPr>
          <p:cNvSpPr>
            <a:spLocks xmlns:a="http://schemas.openxmlformats.org/drawingml/2006/main" noGrp="1"/>
          </p:cNvSpPr>
          <p:nvPr/>
        </p:nvSpPr>
        <p:spPr>
          <a:xfrm xmlns:a="http://schemas.openxmlformats.org/drawingml/2006/main">
            <a:off x="1323975" y="2933700"/>
            <a:ext cx="348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738096"/>
                </a:solidFill>
                <a:latin typeface="Noto Sans KR"/>
                <a:ea typeface="Noto Sans KR"/>
                <a:cs typeface="Noto Sans KR"/>
              </a:defRPr>
            </a:defPPr>
            <a:lvl1pPr algn="ctr">
              <a:defRPr sz="1725" b="1">
                <a:solidFill>
                  <a:srgbClr val="738096"/>
                </a:solidFill>
                <a:latin typeface="Noto Sans KR"/>
                <a:ea typeface="Noto Sans KR"/>
                <a:cs typeface="Noto Sans KR"/>
              </a:defRPr>
            </a:lvl1pPr>
            <a:lvl2pPr algn="ctr">
              <a:defRPr sz="1725" b="1">
                <a:solidFill>
                  <a:srgbClr val="738096"/>
                </a:solidFill>
                <a:latin typeface="Noto Sans KR"/>
                <a:ea typeface="Noto Sans KR"/>
                <a:cs typeface="Noto Sans KR"/>
              </a:defRPr>
            </a:lvl2pPr>
            <a:lvl3pPr algn="ctr">
              <a:defRPr sz="1725" b="1">
                <a:solidFill>
                  <a:srgbClr val="738096"/>
                </a:solidFill>
                <a:latin typeface="Noto Sans KR"/>
                <a:ea typeface="Noto Sans KR"/>
                <a:cs typeface="Noto Sans KR"/>
              </a:defRPr>
            </a:lvl3pPr>
            <a:lvl4pPr algn="ctr">
              <a:defRPr sz="1725" b="1">
                <a:solidFill>
                  <a:srgbClr val="738096"/>
                </a:solidFill>
                <a:latin typeface="Noto Sans KR"/>
                <a:ea typeface="Noto Sans KR"/>
                <a:cs typeface="Noto Sans KR"/>
              </a:defRPr>
            </a:lvl4pPr>
            <a:lvl5pPr algn="ctr">
              <a:defRPr sz="1725" b="1">
                <a:solidFill>
                  <a:srgbClr val="738096"/>
                </a:solidFill>
                <a:latin typeface="Noto Sans KR"/>
                <a:ea typeface="Noto Sans KR"/>
                <a:cs typeface="Noto Sans KR"/>
              </a:defRPr>
            </a:lvl5pPr>
            <a:lvl6pPr algn="ctr">
              <a:defRPr sz="1725" b="1">
                <a:solidFill>
                  <a:srgbClr val="738096"/>
                </a:solidFill>
                <a:latin typeface="Noto Sans KR"/>
                <a:ea typeface="Noto Sans KR"/>
                <a:cs typeface="Noto Sans KR"/>
              </a:defRPr>
            </a:lvl6pPr>
            <a:lvl7pPr algn="ctr">
              <a:defRPr sz="1725" b="1">
                <a:solidFill>
                  <a:srgbClr val="738096"/>
                </a:solidFill>
                <a:latin typeface="Noto Sans KR"/>
                <a:ea typeface="Noto Sans KR"/>
                <a:cs typeface="Noto Sans KR"/>
              </a:defRPr>
            </a:lvl7pPr>
            <a:lvl8pPr algn="ctr">
              <a:defRPr sz="1725" b="1">
                <a:solidFill>
                  <a:srgbClr val="738096"/>
                </a:solidFill>
                <a:latin typeface="Noto Sans KR"/>
                <a:ea typeface="Noto Sans KR"/>
                <a:cs typeface="Noto Sans KR"/>
              </a:defRPr>
            </a:lvl8pPr>
            <a:lvl9pPr algn="ctr">
              <a:defRPr sz="1725" b="1">
                <a:solidFill>
                  <a:srgbClr val="738096"/>
                </a:solidFill>
                <a:latin typeface="Noto Sans KR"/>
                <a:ea typeface="Noto Sans KR"/>
                <a:cs typeface="Noto Sans KR"/>
              </a:defRPr>
            </a:lvl9pPr>
          </a:lstStyle>
          <a:p xmlns:a="http://schemas.openxmlformats.org/drawingml/2006/main">
            <a:pPr algn="ctr">
              <a:defRPr sz="1725" b="1">
                <a:solidFill>
                  <a:srgbClr val="BAC5D8"/>
                </a:solidFill>
                <a:latin typeface="Noto Sans KR"/>
                <a:ea typeface="Noto Sans KR"/>
                <a:cs typeface="Noto Sans KR"/>
              </a:defRPr>
            </a:pPr>
            <a:r>
              <a:rPr sz="1725" b="1">
                <a:solidFill>
                  <a:srgbClr val="738096"/>
                </a:solidFill>
                <a:latin typeface="Noto Sans KR"/>
                <a:ea typeface="Noto Sans KR"/>
                <a:cs typeface="Noto Sans KR"/>
              </a:rPr>
              <a:t>대조군</a:t>
            </a:r>
          </a:p>
        </p:txBody>
      </p:sp>
      <p:sp>
        <p:nvSpPr>
          <p:cNvPr id="8" name="일반 상품 안내">
            <a:extLst xmlns:a="http://schemas.openxmlformats.org/drawingml/2006/main">
              <a:ext uri="{FF2B5EF4-FFF2-40B4-BE49-F238E27FC236}">
                <a16:creationId xmlns:a16="http://schemas.microsoft.com/office/drawing/2014/main" id="{FB8EAD74-CA01-4483-90FC-865CA5E539BC}"/>
              </a:ext>
            </a:extLst>
          </p:cNvPr>
          <p:cNvSpPr>
            <a:spLocks xmlns:a="http://schemas.openxmlformats.org/drawingml/2006/main" noGrp="1"/>
          </p:cNvSpPr>
          <p:nvPr/>
        </p:nvSpPr>
        <p:spPr>
          <a:xfrm xmlns:a="http://schemas.openxmlformats.org/drawingml/2006/main">
            <a:off x="1304925" y="351472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1">
                <a:solidFill>
                  <a:srgbClr val="192035"/>
                </a:solidFill>
                <a:latin typeface="Noto Sans KR"/>
                <a:ea typeface="Noto Sans KR"/>
                <a:cs typeface="Noto Sans KR"/>
              </a:defRPr>
            </a:defPPr>
            <a:lvl1pPr algn="ctr">
              <a:defRPr sz="2700" b="1">
                <a:solidFill>
                  <a:srgbClr val="192035"/>
                </a:solidFill>
                <a:latin typeface="Noto Sans KR"/>
                <a:ea typeface="Noto Sans KR"/>
                <a:cs typeface="Noto Sans KR"/>
              </a:defRPr>
            </a:lvl1pPr>
            <a:lvl2pPr algn="ctr">
              <a:defRPr sz="2700" b="1">
                <a:solidFill>
                  <a:srgbClr val="192035"/>
                </a:solidFill>
                <a:latin typeface="Noto Sans KR"/>
                <a:ea typeface="Noto Sans KR"/>
                <a:cs typeface="Noto Sans KR"/>
              </a:defRPr>
            </a:lvl2pPr>
            <a:lvl3pPr algn="ctr">
              <a:defRPr sz="2700" b="1">
                <a:solidFill>
                  <a:srgbClr val="192035"/>
                </a:solidFill>
                <a:latin typeface="Noto Sans KR"/>
                <a:ea typeface="Noto Sans KR"/>
                <a:cs typeface="Noto Sans KR"/>
              </a:defRPr>
            </a:lvl3pPr>
            <a:lvl4pPr algn="ctr">
              <a:defRPr sz="2700" b="1">
                <a:solidFill>
                  <a:srgbClr val="192035"/>
                </a:solidFill>
                <a:latin typeface="Noto Sans KR"/>
                <a:ea typeface="Noto Sans KR"/>
                <a:cs typeface="Noto Sans KR"/>
              </a:defRPr>
            </a:lvl4pPr>
            <a:lvl5pPr algn="ctr">
              <a:defRPr sz="2700" b="1">
                <a:solidFill>
                  <a:srgbClr val="192035"/>
                </a:solidFill>
                <a:latin typeface="Noto Sans KR"/>
                <a:ea typeface="Noto Sans KR"/>
                <a:cs typeface="Noto Sans KR"/>
              </a:defRPr>
            </a:lvl5pPr>
            <a:lvl6pPr algn="ctr">
              <a:defRPr sz="2700" b="1">
                <a:solidFill>
                  <a:srgbClr val="192035"/>
                </a:solidFill>
                <a:latin typeface="Noto Sans KR"/>
                <a:ea typeface="Noto Sans KR"/>
                <a:cs typeface="Noto Sans KR"/>
              </a:defRPr>
            </a:lvl6pPr>
            <a:lvl7pPr algn="ctr">
              <a:defRPr sz="2700" b="1">
                <a:solidFill>
                  <a:srgbClr val="192035"/>
                </a:solidFill>
                <a:latin typeface="Noto Sans KR"/>
                <a:ea typeface="Noto Sans KR"/>
                <a:cs typeface="Noto Sans KR"/>
              </a:defRPr>
            </a:lvl7pPr>
            <a:lvl8pPr algn="ctr">
              <a:defRPr sz="2700" b="1">
                <a:solidFill>
                  <a:srgbClr val="192035"/>
                </a:solidFill>
                <a:latin typeface="Noto Sans KR"/>
                <a:ea typeface="Noto Sans KR"/>
                <a:cs typeface="Noto Sans KR"/>
              </a:defRPr>
            </a:lvl8pPr>
            <a:lvl9pPr algn="ctr">
              <a:defRPr sz="2700" b="1">
                <a:solidFill>
                  <a:srgbClr val="192035"/>
                </a:solidFill>
                <a:latin typeface="Noto Sans KR"/>
                <a:ea typeface="Noto Sans KR"/>
                <a:cs typeface="Noto Sans KR"/>
              </a:defRPr>
            </a:lvl9pPr>
          </a:lstStyle>
          <a:p xmlns:a="http://schemas.openxmlformats.org/drawingml/2006/main">
            <a:pPr algn="ctr">
              <a:defRPr sz="2700" b="1">
                <a:solidFill>
                  <a:srgbClr val="F1F5F9"/>
                </a:solidFill>
                <a:latin typeface="Noto Sans KR"/>
                <a:ea typeface="Noto Sans KR"/>
                <a:cs typeface="Noto Sans KR"/>
              </a:defRPr>
            </a:pPr>
            <a:r>
              <a:rPr sz="2700" b="1">
                <a:solidFill>
                  <a:srgbClr val="192035"/>
                </a:solidFill>
                <a:latin typeface="Noto Sans KR"/>
                <a:ea typeface="Noto Sans KR"/>
                <a:cs typeface="Noto Sans KR"/>
              </a:rPr>
              <a:t>일반 상품 안내</a:t>
            </a:r>
          </a:p>
        </p:txBody>
      </p:sp>
      <p:sp>
        <p:nvSpPr>
          <p:cNvPr id="9" name="같은 회원권·서비스 안내">
            <a:extLst xmlns:a="http://schemas.openxmlformats.org/drawingml/2006/main">
              <a:ext uri="{FF2B5EF4-FFF2-40B4-BE49-F238E27FC236}">
                <a16:creationId xmlns:a16="http://schemas.microsoft.com/office/drawing/2014/main" id="{72D55BAE-AA2F-4CCE-B4E6-DE2F1723010F}"/>
              </a:ext>
            </a:extLst>
          </p:cNvPr>
          <p:cNvSpPr>
            <a:spLocks xmlns:a="http://schemas.openxmlformats.org/drawingml/2006/main" noGrp="1"/>
          </p:cNvSpPr>
          <p:nvPr/>
        </p:nvSpPr>
        <p:spPr>
          <a:xfrm xmlns:a="http://schemas.openxmlformats.org/drawingml/2006/main">
            <a:off x="1333500" y="4429125"/>
            <a:ext cx="3467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0">
                <a:solidFill>
                  <a:srgbClr val="738096"/>
                </a:solidFill>
                <a:latin typeface="Noto Sans KR"/>
                <a:ea typeface="Noto Sans KR"/>
                <a:cs typeface="Noto Sans KR"/>
              </a:defRPr>
            </a:defPPr>
            <a:lvl1pPr algn="ctr">
              <a:defRPr sz="1800" b="0">
                <a:solidFill>
                  <a:srgbClr val="738096"/>
                </a:solidFill>
                <a:latin typeface="Noto Sans KR"/>
                <a:ea typeface="Noto Sans KR"/>
                <a:cs typeface="Noto Sans KR"/>
              </a:defRPr>
            </a:lvl1pPr>
            <a:lvl2pPr algn="ctr">
              <a:defRPr sz="1800" b="0">
                <a:solidFill>
                  <a:srgbClr val="738096"/>
                </a:solidFill>
                <a:latin typeface="Noto Sans KR"/>
                <a:ea typeface="Noto Sans KR"/>
                <a:cs typeface="Noto Sans KR"/>
              </a:defRPr>
            </a:lvl2pPr>
            <a:lvl3pPr algn="ctr">
              <a:defRPr sz="1800" b="0">
                <a:solidFill>
                  <a:srgbClr val="738096"/>
                </a:solidFill>
                <a:latin typeface="Noto Sans KR"/>
                <a:ea typeface="Noto Sans KR"/>
                <a:cs typeface="Noto Sans KR"/>
              </a:defRPr>
            </a:lvl3pPr>
            <a:lvl4pPr algn="ctr">
              <a:defRPr sz="1800" b="0">
                <a:solidFill>
                  <a:srgbClr val="738096"/>
                </a:solidFill>
                <a:latin typeface="Noto Sans KR"/>
                <a:ea typeface="Noto Sans KR"/>
                <a:cs typeface="Noto Sans KR"/>
              </a:defRPr>
            </a:lvl4pPr>
            <a:lvl5pPr algn="ctr">
              <a:defRPr sz="1800" b="0">
                <a:solidFill>
                  <a:srgbClr val="738096"/>
                </a:solidFill>
                <a:latin typeface="Noto Sans KR"/>
                <a:ea typeface="Noto Sans KR"/>
                <a:cs typeface="Noto Sans KR"/>
              </a:defRPr>
            </a:lvl5pPr>
            <a:lvl6pPr algn="ctr">
              <a:defRPr sz="1800" b="0">
                <a:solidFill>
                  <a:srgbClr val="738096"/>
                </a:solidFill>
                <a:latin typeface="Noto Sans KR"/>
                <a:ea typeface="Noto Sans KR"/>
                <a:cs typeface="Noto Sans KR"/>
              </a:defRPr>
            </a:lvl6pPr>
            <a:lvl7pPr algn="ctr">
              <a:defRPr sz="1800" b="0">
                <a:solidFill>
                  <a:srgbClr val="738096"/>
                </a:solidFill>
                <a:latin typeface="Noto Sans KR"/>
                <a:ea typeface="Noto Sans KR"/>
                <a:cs typeface="Noto Sans KR"/>
              </a:defRPr>
            </a:lvl7pPr>
            <a:lvl8pPr algn="ctr">
              <a:defRPr sz="1800" b="0">
                <a:solidFill>
                  <a:srgbClr val="738096"/>
                </a:solidFill>
                <a:latin typeface="Noto Sans KR"/>
                <a:ea typeface="Noto Sans KR"/>
                <a:cs typeface="Noto Sans KR"/>
              </a:defRPr>
            </a:lvl8pPr>
            <a:lvl9pPr algn="ctr">
              <a:defRPr sz="1800" b="0">
                <a:solidFill>
                  <a:srgbClr val="738096"/>
                </a:solidFill>
                <a:latin typeface="Noto Sans KR"/>
                <a:ea typeface="Noto Sans KR"/>
                <a:cs typeface="Noto Sans KR"/>
              </a:defRPr>
            </a:lvl9pPr>
          </a:lstStyle>
          <a:p xmlns:a="http://schemas.openxmlformats.org/drawingml/2006/main">
            <a:pPr algn="ctr">
              <a:defRPr sz="1800" b="0">
                <a:solidFill>
                  <a:srgbClr val="BAC5D8"/>
                </a:solidFill>
                <a:latin typeface="Noto Sans KR"/>
                <a:ea typeface="Noto Sans KR"/>
                <a:cs typeface="Noto Sans KR"/>
              </a:defRPr>
            </a:pPr>
            <a:r>
              <a:rPr sz="1800" b="0">
                <a:solidFill>
                  <a:srgbClr val="738096"/>
                </a:solidFill>
                <a:latin typeface="Noto Sans KR"/>
                <a:ea typeface="Noto Sans KR"/>
                <a:cs typeface="Noto Sans KR"/>
              </a:rPr>
              <a:t>같은 회원권·서비스 안내</a:t>
            </a:r>
          </a:p>
        </p:txBody>
      </p:sp>
      <p:sp>
        <p:nvSpPr>
          <p:cNvPr id="10" name="VS">
            <a:extLst xmlns:a="http://schemas.openxmlformats.org/drawingml/2006/main">
              <a:ext uri="{FF2B5EF4-FFF2-40B4-BE49-F238E27FC236}">
                <a16:creationId xmlns:a16="http://schemas.microsoft.com/office/drawing/2014/main" id="{2DC75156-2CED-4311-89FC-9A81AC9BB346}"/>
              </a:ext>
            </a:extLst>
          </p:cNvPr>
          <p:cNvSpPr>
            <a:spLocks xmlns:a="http://schemas.openxmlformats.org/drawingml/2006/main" noGrp="1"/>
          </p:cNvSpPr>
          <p:nvPr/>
        </p:nvSpPr>
        <p:spPr>
          <a:xfrm xmlns:a="http://schemas.openxmlformats.org/drawingml/2006/main">
            <a:off x="5219700" y="3667125"/>
            <a:ext cx="904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75" b="1">
                <a:solidFill>
                  <a:srgbClr val="6554D9"/>
                </a:solidFill>
                <a:latin typeface="Noto Sans KR"/>
                <a:ea typeface="Noto Sans KR"/>
                <a:cs typeface="Noto Sans KR"/>
              </a:defRPr>
            </a:defPPr>
            <a:lvl1pPr algn="ctr">
              <a:defRPr sz="2475" b="1">
                <a:solidFill>
                  <a:srgbClr val="6554D9"/>
                </a:solidFill>
                <a:latin typeface="Noto Sans KR"/>
                <a:ea typeface="Noto Sans KR"/>
                <a:cs typeface="Noto Sans KR"/>
              </a:defRPr>
            </a:lvl1pPr>
            <a:lvl2pPr algn="ctr">
              <a:defRPr sz="2475" b="1">
                <a:solidFill>
                  <a:srgbClr val="6554D9"/>
                </a:solidFill>
                <a:latin typeface="Noto Sans KR"/>
                <a:ea typeface="Noto Sans KR"/>
                <a:cs typeface="Noto Sans KR"/>
              </a:defRPr>
            </a:lvl2pPr>
            <a:lvl3pPr algn="ctr">
              <a:defRPr sz="2475" b="1">
                <a:solidFill>
                  <a:srgbClr val="6554D9"/>
                </a:solidFill>
                <a:latin typeface="Noto Sans KR"/>
                <a:ea typeface="Noto Sans KR"/>
                <a:cs typeface="Noto Sans KR"/>
              </a:defRPr>
            </a:lvl3pPr>
            <a:lvl4pPr algn="ctr">
              <a:defRPr sz="2475" b="1">
                <a:solidFill>
                  <a:srgbClr val="6554D9"/>
                </a:solidFill>
                <a:latin typeface="Noto Sans KR"/>
                <a:ea typeface="Noto Sans KR"/>
                <a:cs typeface="Noto Sans KR"/>
              </a:defRPr>
            </a:lvl4pPr>
            <a:lvl5pPr algn="ctr">
              <a:defRPr sz="2475" b="1">
                <a:solidFill>
                  <a:srgbClr val="6554D9"/>
                </a:solidFill>
                <a:latin typeface="Noto Sans KR"/>
                <a:ea typeface="Noto Sans KR"/>
                <a:cs typeface="Noto Sans KR"/>
              </a:defRPr>
            </a:lvl5pPr>
            <a:lvl6pPr algn="ctr">
              <a:defRPr sz="2475" b="1">
                <a:solidFill>
                  <a:srgbClr val="6554D9"/>
                </a:solidFill>
                <a:latin typeface="Noto Sans KR"/>
                <a:ea typeface="Noto Sans KR"/>
                <a:cs typeface="Noto Sans KR"/>
              </a:defRPr>
            </a:lvl6pPr>
            <a:lvl7pPr algn="ctr">
              <a:defRPr sz="2475" b="1">
                <a:solidFill>
                  <a:srgbClr val="6554D9"/>
                </a:solidFill>
                <a:latin typeface="Noto Sans KR"/>
                <a:ea typeface="Noto Sans KR"/>
                <a:cs typeface="Noto Sans KR"/>
              </a:defRPr>
            </a:lvl7pPr>
            <a:lvl8pPr algn="ctr">
              <a:defRPr sz="2475" b="1">
                <a:solidFill>
                  <a:srgbClr val="6554D9"/>
                </a:solidFill>
                <a:latin typeface="Noto Sans KR"/>
                <a:ea typeface="Noto Sans KR"/>
                <a:cs typeface="Noto Sans KR"/>
              </a:defRPr>
            </a:lvl8pPr>
            <a:lvl9pPr algn="ctr">
              <a:defRPr sz="2475" b="1">
                <a:solidFill>
                  <a:srgbClr val="6554D9"/>
                </a:solidFill>
                <a:latin typeface="Noto Sans KR"/>
                <a:ea typeface="Noto Sans KR"/>
                <a:cs typeface="Noto Sans KR"/>
              </a:defRPr>
            </a:lvl9pPr>
          </a:lstStyle>
          <a:p xmlns:a="http://schemas.openxmlformats.org/drawingml/2006/main">
            <a:pPr algn="ctr">
              <a:defRPr sz="2475" b="1">
                <a:solidFill>
                  <a:srgbClr val="FF9B63"/>
                </a:solidFill>
                <a:latin typeface="Noto Sans KR"/>
                <a:ea typeface="Noto Sans KR"/>
                <a:cs typeface="Noto Sans KR"/>
              </a:defRPr>
            </a:pPr>
            <a:r>
              <a:rPr sz="2475" b="1">
                <a:solidFill>
                  <a:srgbClr val="6554D9"/>
                </a:solidFill>
                <a:latin typeface="Noto Sans KR"/>
                <a:ea typeface="Noto Sans KR"/>
                <a:cs typeface="Noto Sans KR"/>
              </a:rPr>
              <a:t>VS</a:t>
            </a:r>
          </a:p>
        </p:txBody>
      </p:sp>
      <p:sp>
        <p:nvSpPr>
          <p:cNvPr id="11" name="">
            <a:extLst xmlns:a="http://schemas.openxmlformats.org/drawingml/2006/main">
              <a:ext uri="{FF2B5EF4-FFF2-40B4-BE49-F238E27FC236}">
                <a16:creationId xmlns:a16="http://schemas.microsoft.com/office/drawing/2014/main" id="{997DEBC1-2070-45B0-AA56-F1CA98833B3D}"/>
              </a:ext>
            </a:extLst>
          </p:cNvPr>
          <p:cNvSpPr>
            <a:spLocks xmlns:a="http://schemas.openxmlformats.org/drawingml/2006/main" noGrp="1"/>
          </p:cNvSpPr>
          <p:nvPr/>
        </p:nvSpPr>
        <p:spPr>
          <a:xfrm xmlns:a="http://schemas.openxmlformats.org/drawingml/2006/main">
            <a:off x="6296025" y="2724150"/>
            <a:ext cx="4819650" cy="2514600"/>
          </a:xfrm>
          <a:prstGeom xmlns:a="http://schemas.openxmlformats.org/drawingml/2006/main" prst="roundRect">
            <a:avLst>
              <a:gd name="adj" fmla="val 6818"/>
            </a:avLst>
          </a:prstGeom>
          <a:solidFill xmlns:a="http://schemas.openxmlformats.org/drawingml/2006/main">
            <a:srgbClr val="E4F3EF"/>
          </a:solidFill>
          <a:ln xmlns:a="http://schemas.openxmlformats.org/drawingml/2006/main" w="14288">
            <a:solidFill>
              <a:srgbClr val="CCC8DF"/>
            </a:solidFill>
            <a:prstDash val="solid"/>
          </a:ln>
        </p:spPr>
      </p:sp>
      <p:sp>
        <p:nvSpPr>
          <p:cNvPr id="12" name="실험군 · 행동 기반 안내">
            <a:extLst xmlns:a="http://schemas.openxmlformats.org/drawingml/2006/main">
              <a:ext uri="{FF2B5EF4-FFF2-40B4-BE49-F238E27FC236}">
                <a16:creationId xmlns:a16="http://schemas.microsoft.com/office/drawing/2014/main" id="{4F5CE4C6-EDCD-4E46-AE7C-85088845F821}"/>
              </a:ext>
            </a:extLst>
          </p:cNvPr>
          <p:cNvSpPr>
            <a:spLocks xmlns:a="http://schemas.openxmlformats.org/drawingml/2006/main" noGrp="1"/>
          </p:cNvSpPr>
          <p:nvPr/>
        </p:nvSpPr>
        <p:spPr>
          <a:xfrm xmlns:a="http://schemas.openxmlformats.org/drawingml/2006/main">
            <a:off x="6505575" y="2895600"/>
            <a:ext cx="4400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49780"/>
                </a:solidFill>
                <a:latin typeface="Noto Sans KR"/>
                <a:ea typeface="Noto Sans KR"/>
                <a:cs typeface="Noto Sans KR"/>
              </a:defRPr>
            </a:defPPr>
            <a:lvl1pPr algn="ctr">
              <a:defRPr sz="2100" b="1">
                <a:solidFill>
                  <a:srgbClr val="149780"/>
                </a:solidFill>
                <a:latin typeface="Noto Sans KR"/>
                <a:ea typeface="Noto Sans KR"/>
                <a:cs typeface="Noto Sans KR"/>
              </a:defRPr>
            </a:lvl1pPr>
            <a:lvl2pPr algn="ctr">
              <a:defRPr sz="2100" b="1">
                <a:solidFill>
                  <a:srgbClr val="149780"/>
                </a:solidFill>
                <a:latin typeface="Noto Sans KR"/>
                <a:ea typeface="Noto Sans KR"/>
                <a:cs typeface="Noto Sans KR"/>
              </a:defRPr>
            </a:lvl2pPr>
            <a:lvl3pPr algn="ctr">
              <a:defRPr sz="2100" b="1">
                <a:solidFill>
                  <a:srgbClr val="149780"/>
                </a:solidFill>
                <a:latin typeface="Noto Sans KR"/>
                <a:ea typeface="Noto Sans KR"/>
                <a:cs typeface="Noto Sans KR"/>
              </a:defRPr>
            </a:lvl3pPr>
            <a:lvl4pPr algn="ctr">
              <a:defRPr sz="2100" b="1">
                <a:solidFill>
                  <a:srgbClr val="149780"/>
                </a:solidFill>
                <a:latin typeface="Noto Sans KR"/>
                <a:ea typeface="Noto Sans KR"/>
                <a:cs typeface="Noto Sans KR"/>
              </a:defRPr>
            </a:lvl4pPr>
            <a:lvl5pPr algn="ctr">
              <a:defRPr sz="2100" b="1">
                <a:solidFill>
                  <a:srgbClr val="149780"/>
                </a:solidFill>
                <a:latin typeface="Noto Sans KR"/>
                <a:ea typeface="Noto Sans KR"/>
                <a:cs typeface="Noto Sans KR"/>
              </a:defRPr>
            </a:lvl5pPr>
            <a:lvl6pPr algn="ctr">
              <a:defRPr sz="2100" b="1">
                <a:solidFill>
                  <a:srgbClr val="149780"/>
                </a:solidFill>
                <a:latin typeface="Noto Sans KR"/>
                <a:ea typeface="Noto Sans KR"/>
                <a:cs typeface="Noto Sans KR"/>
              </a:defRPr>
            </a:lvl6pPr>
            <a:lvl7pPr algn="ctr">
              <a:defRPr sz="2100" b="1">
                <a:solidFill>
                  <a:srgbClr val="149780"/>
                </a:solidFill>
                <a:latin typeface="Noto Sans KR"/>
                <a:ea typeface="Noto Sans KR"/>
                <a:cs typeface="Noto Sans KR"/>
              </a:defRPr>
            </a:lvl7pPr>
            <a:lvl8pPr algn="ctr">
              <a:defRPr sz="2100" b="1">
                <a:solidFill>
                  <a:srgbClr val="149780"/>
                </a:solidFill>
                <a:latin typeface="Noto Sans KR"/>
                <a:ea typeface="Noto Sans KR"/>
                <a:cs typeface="Noto Sans KR"/>
              </a:defRPr>
            </a:lvl8pPr>
            <a:lvl9pPr algn="ctr">
              <a:defRPr sz="2100" b="1">
                <a:solidFill>
                  <a:srgbClr val="149780"/>
                </a:solidFill>
                <a:latin typeface="Noto Sans KR"/>
                <a:ea typeface="Noto Sans KR"/>
                <a:cs typeface="Noto Sans KR"/>
              </a:defRPr>
            </a:lvl9pPr>
          </a:lstStyle>
          <a:p xmlns:a="http://schemas.openxmlformats.org/drawingml/2006/main">
            <a:pPr algn="ctr">
              <a:defRPr sz="2100" b="1">
                <a:solidFill>
                  <a:srgbClr val="3CDD8A"/>
                </a:solidFill>
                <a:latin typeface="Noto Sans KR"/>
                <a:ea typeface="Noto Sans KR"/>
                <a:cs typeface="Noto Sans KR"/>
              </a:defRPr>
            </a:pPr>
            <a:r>
              <a:rPr sz="2100" b="1">
                <a:solidFill>
                  <a:srgbClr val="149780"/>
                </a:solidFill>
                <a:latin typeface="Noto Sans KR"/>
                <a:ea typeface="Noto Sans KR"/>
                <a:cs typeface="Noto Sans KR"/>
              </a:rPr>
              <a:t>실험군 · 행동 기반 안내</a:t>
            </a:r>
          </a:p>
        </p:txBody>
      </p:sp>
      <p:sp>
        <p:nvSpPr>
          <p:cNvPr id="13" name="짧은 1회">
            <a:extLst xmlns:a="http://schemas.openxmlformats.org/drawingml/2006/main">
              <a:ext uri="{FF2B5EF4-FFF2-40B4-BE49-F238E27FC236}">
                <a16:creationId xmlns:a16="http://schemas.microsoft.com/office/drawing/2014/main" id="{A79F23BD-BF3A-4D2B-B06E-B3D455DDA7E6}"/>
              </a:ext>
            </a:extLst>
          </p:cNvPr>
          <p:cNvSpPr>
            <a:spLocks xmlns:a="http://schemas.openxmlformats.org/drawingml/2006/main" noGrp="1"/>
          </p:cNvSpPr>
          <p:nvPr/>
        </p:nvSpPr>
        <p:spPr>
          <a:xfrm xmlns:a="http://schemas.openxmlformats.org/drawingml/2006/main">
            <a:off x="6534150" y="34766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2035"/>
                </a:solidFill>
                <a:latin typeface="Noto Sans KR"/>
                <a:ea typeface="Noto Sans KR"/>
                <a:cs typeface="Noto Sans KR"/>
              </a:defRPr>
            </a:defPPr>
            <a:lvl1pPr algn="l">
              <a:defRPr sz="1650" b="1">
                <a:solidFill>
                  <a:srgbClr val="192035"/>
                </a:solidFill>
                <a:latin typeface="Noto Sans KR"/>
                <a:ea typeface="Noto Sans KR"/>
                <a:cs typeface="Noto Sans KR"/>
              </a:defRPr>
            </a:lvl1pPr>
            <a:lvl2pPr algn="l">
              <a:defRPr sz="1650" b="1">
                <a:solidFill>
                  <a:srgbClr val="192035"/>
                </a:solidFill>
                <a:latin typeface="Noto Sans KR"/>
                <a:ea typeface="Noto Sans KR"/>
                <a:cs typeface="Noto Sans KR"/>
              </a:defRPr>
            </a:lvl2pPr>
            <a:lvl3pPr algn="l">
              <a:defRPr sz="1650" b="1">
                <a:solidFill>
                  <a:srgbClr val="192035"/>
                </a:solidFill>
                <a:latin typeface="Noto Sans KR"/>
                <a:ea typeface="Noto Sans KR"/>
                <a:cs typeface="Noto Sans KR"/>
              </a:defRPr>
            </a:lvl3pPr>
            <a:lvl4pPr algn="l">
              <a:defRPr sz="1650" b="1">
                <a:solidFill>
                  <a:srgbClr val="192035"/>
                </a:solidFill>
                <a:latin typeface="Noto Sans KR"/>
                <a:ea typeface="Noto Sans KR"/>
                <a:cs typeface="Noto Sans KR"/>
              </a:defRPr>
            </a:lvl4pPr>
            <a:lvl5pPr algn="l">
              <a:defRPr sz="1650" b="1">
                <a:solidFill>
                  <a:srgbClr val="192035"/>
                </a:solidFill>
                <a:latin typeface="Noto Sans KR"/>
                <a:ea typeface="Noto Sans KR"/>
                <a:cs typeface="Noto Sans KR"/>
              </a:defRPr>
            </a:lvl5pPr>
            <a:lvl6pPr algn="l">
              <a:defRPr sz="1650" b="1">
                <a:solidFill>
                  <a:srgbClr val="192035"/>
                </a:solidFill>
                <a:latin typeface="Noto Sans KR"/>
                <a:ea typeface="Noto Sans KR"/>
                <a:cs typeface="Noto Sans KR"/>
              </a:defRPr>
            </a:lvl6pPr>
            <a:lvl7pPr algn="l">
              <a:defRPr sz="1650" b="1">
                <a:solidFill>
                  <a:srgbClr val="192035"/>
                </a:solidFill>
                <a:latin typeface="Noto Sans KR"/>
                <a:ea typeface="Noto Sans KR"/>
                <a:cs typeface="Noto Sans KR"/>
              </a:defRPr>
            </a:lvl7pPr>
            <a:lvl8pPr algn="l">
              <a:defRPr sz="1650" b="1">
                <a:solidFill>
                  <a:srgbClr val="192035"/>
                </a:solidFill>
                <a:latin typeface="Noto Sans KR"/>
                <a:ea typeface="Noto Sans KR"/>
                <a:cs typeface="Noto Sans KR"/>
              </a:defRPr>
            </a:lvl8pPr>
            <a:lvl9pPr algn="l">
              <a:defRPr sz="1650" b="1">
                <a:solidFill>
                  <a:srgbClr val="192035"/>
                </a:solidFill>
                <a:latin typeface="Noto Sans KR"/>
                <a:ea typeface="Noto Sans KR"/>
                <a:cs typeface="Noto Sans KR"/>
              </a:defRPr>
            </a:lvl9pPr>
          </a:lstStyle>
          <a:p xmlns:a="http://schemas.openxmlformats.org/drawingml/2006/main">
            <a:pPr algn="l">
              <a:defRPr sz="1650" b="1">
                <a:solidFill>
                  <a:srgbClr val="F1F5F9"/>
                </a:solidFill>
                <a:latin typeface="Noto Sans KR"/>
                <a:ea typeface="Noto Sans KR"/>
                <a:cs typeface="Noto Sans KR"/>
              </a:defRPr>
            </a:pPr>
            <a:r>
              <a:rPr sz="1650" b="1">
                <a:solidFill>
                  <a:srgbClr val="192035"/>
                </a:solidFill>
                <a:latin typeface="Noto Sans KR"/>
                <a:ea typeface="Noto Sans KR"/>
                <a:cs typeface="Noto Sans KR"/>
              </a:rPr>
              <a:t>짧은 1회</a:t>
            </a:r>
          </a:p>
        </p:txBody>
      </p:sp>
      <p:sp>
        <p:nvSpPr>
          <p:cNvPr id="14" name="→">
            <a:extLst xmlns:a="http://schemas.openxmlformats.org/drawingml/2006/main">
              <a:ext uri="{FF2B5EF4-FFF2-40B4-BE49-F238E27FC236}">
                <a16:creationId xmlns:a16="http://schemas.microsoft.com/office/drawing/2014/main" id="{8499BE5A-95A7-4445-8F2F-E673171B5DD1}"/>
              </a:ext>
            </a:extLst>
          </p:cNvPr>
          <p:cNvSpPr>
            <a:spLocks xmlns:a="http://schemas.openxmlformats.org/drawingml/2006/main" noGrp="1"/>
          </p:cNvSpPr>
          <p:nvPr/>
        </p:nvSpPr>
        <p:spPr>
          <a:xfrm xmlns:a="http://schemas.openxmlformats.org/drawingml/2006/main">
            <a:off x="8172450" y="347662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49780"/>
                </a:solidFill>
                <a:latin typeface="Noto Sans KR"/>
                <a:ea typeface="Noto Sans KR"/>
                <a:cs typeface="Noto Sans KR"/>
              </a:defRPr>
            </a:defPPr>
            <a:lvl1pPr algn="ctr">
              <a:defRPr sz="1800" b="1">
                <a:solidFill>
                  <a:srgbClr val="149780"/>
                </a:solidFill>
                <a:latin typeface="Noto Sans KR"/>
                <a:ea typeface="Noto Sans KR"/>
                <a:cs typeface="Noto Sans KR"/>
              </a:defRPr>
            </a:lvl1pPr>
            <a:lvl2pPr algn="ctr">
              <a:defRPr sz="1800" b="1">
                <a:solidFill>
                  <a:srgbClr val="149780"/>
                </a:solidFill>
                <a:latin typeface="Noto Sans KR"/>
                <a:ea typeface="Noto Sans KR"/>
                <a:cs typeface="Noto Sans KR"/>
              </a:defRPr>
            </a:lvl2pPr>
            <a:lvl3pPr algn="ctr">
              <a:defRPr sz="1800" b="1">
                <a:solidFill>
                  <a:srgbClr val="149780"/>
                </a:solidFill>
                <a:latin typeface="Noto Sans KR"/>
                <a:ea typeface="Noto Sans KR"/>
                <a:cs typeface="Noto Sans KR"/>
              </a:defRPr>
            </a:lvl3pPr>
            <a:lvl4pPr algn="ctr">
              <a:defRPr sz="1800" b="1">
                <a:solidFill>
                  <a:srgbClr val="149780"/>
                </a:solidFill>
                <a:latin typeface="Noto Sans KR"/>
                <a:ea typeface="Noto Sans KR"/>
                <a:cs typeface="Noto Sans KR"/>
              </a:defRPr>
            </a:lvl4pPr>
            <a:lvl5pPr algn="ctr">
              <a:defRPr sz="1800" b="1">
                <a:solidFill>
                  <a:srgbClr val="149780"/>
                </a:solidFill>
                <a:latin typeface="Noto Sans KR"/>
                <a:ea typeface="Noto Sans KR"/>
                <a:cs typeface="Noto Sans KR"/>
              </a:defRPr>
            </a:lvl5pPr>
            <a:lvl6pPr algn="ctr">
              <a:defRPr sz="1800" b="1">
                <a:solidFill>
                  <a:srgbClr val="149780"/>
                </a:solidFill>
                <a:latin typeface="Noto Sans KR"/>
                <a:ea typeface="Noto Sans KR"/>
                <a:cs typeface="Noto Sans KR"/>
              </a:defRPr>
            </a:lvl6pPr>
            <a:lvl7pPr algn="ctr">
              <a:defRPr sz="1800" b="1">
                <a:solidFill>
                  <a:srgbClr val="149780"/>
                </a:solidFill>
                <a:latin typeface="Noto Sans KR"/>
                <a:ea typeface="Noto Sans KR"/>
                <a:cs typeface="Noto Sans KR"/>
              </a:defRPr>
            </a:lvl7pPr>
            <a:lvl8pPr algn="ctr">
              <a:defRPr sz="1800" b="1">
                <a:solidFill>
                  <a:srgbClr val="149780"/>
                </a:solidFill>
                <a:latin typeface="Noto Sans KR"/>
                <a:ea typeface="Noto Sans KR"/>
                <a:cs typeface="Noto Sans KR"/>
              </a:defRPr>
            </a:lvl8pPr>
            <a:lvl9pPr algn="ctr">
              <a:defRPr sz="1800" b="1">
                <a:solidFill>
                  <a:srgbClr val="149780"/>
                </a:solidFill>
                <a:latin typeface="Noto Sans KR"/>
                <a:ea typeface="Noto Sans KR"/>
                <a:cs typeface="Noto Sans KR"/>
              </a:defRPr>
            </a:lvl9pPr>
          </a:lstStyle>
          <a:p xmlns:a="http://schemas.openxmlformats.org/drawingml/2006/main">
            <a:pPr algn="ctr">
              <a:defRPr sz="1800" b="1">
                <a:solidFill>
                  <a:srgbClr val="3CDD8A"/>
                </a:solidFill>
                <a:latin typeface="Noto Sans KR"/>
                <a:ea typeface="Noto Sans KR"/>
                <a:cs typeface="Noto Sans KR"/>
              </a:defRPr>
            </a:pPr>
            <a:r>
              <a:rPr sz="1800" b="1">
                <a:solidFill>
                  <a:srgbClr val="149780"/>
                </a:solidFill>
                <a:latin typeface="Noto Sans KR"/>
                <a:ea typeface="Noto Sans KR"/>
                <a:cs typeface="Noto Sans KR"/>
              </a:rPr>
              <a:t>→</a:t>
            </a:r>
          </a:p>
        </p:txBody>
      </p:sp>
      <p:sp>
        <p:nvSpPr>
          <p:cNvPr id="15" name="시간권·1일권">
            <a:extLst xmlns:a="http://schemas.openxmlformats.org/drawingml/2006/main">
              <a:ext uri="{FF2B5EF4-FFF2-40B4-BE49-F238E27FC236}">
                <a16:creationId xmlns:a16="http://schemas.microsoft.com/office/drawing/2014/main" id="{20591F44-89CE-4F90-81D9-F0215449FB60}"/>
              </a:ext>
            </a:extLst>
          </p:cNvPr>
          <p:cNvSpPr>
            <a:spLocks xmlns:a="http://schemas.openxmlformats.org/drawingml/2006/main" noGrp="1"/>
          </p:cNvSpPr>
          <p:nvPr/>
        </p:nvSpPr>
        <p:spPr>
          <a:xfrm xmlns:a="http://schemas.openxmlformats.org/drawingml/2006/main">
            <a:off x="8772525" y="3476625"/>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2035"/>
                </a:solidFill>
                <a:latin typeface="Noto Sans KR"/>
                <a:ea typeface="Noto Sans KR"/>
                <a:cs typeface="Noto Sans KR"/>
              </a:defRPr>
            </a:defPPr>
            <a:lvl1pPr algn="l">
              <a:defRPr sz="1650" b="1">
                <a:solidFill>
                  <a:srgbClr val="192035"/>
                </a:solidFill>
                <a:latin typeface="Noto Sans KR"/>
                <a:ea typeface="Noto Sans KR"/>
                <a:cs typeface="Noto Sans KR"/>
              </a:defRPr>
            </a:lvl1pPr>
            <a:lvl2pPr algn="l">
              <a:defRPr sz="1650" b="1">
                <a:solidFill>
                  <a:srgbClr val="192035"/>
                </a:solidFill>
                <a:latin typeface="Noto Sans KR"/>
                <a:ea typeface="Noto Sans KR"/>
                <a:cs typeface="Noto Sans KR"/>
              </a:defRPr>
            </a:lvl2pPr>
            <a:lvl3pPr algn="l">
              <a:defRPr sz="1650" b="1">
                <a:solidFill>
                  <a:srgbClr val="192035"/>
                </a:solidFill>
                <a:latin typeface="Noto Sans KR"/>
                <a:ea typeface="Noto Sans KR"/>
                <a:cs typeface="Noto Sans KR"/>
              </a:defRPr>
            </a:lvl3pPr>
            <a:lvl4pPr algn="l">
              <a:defRPr sz="1650" b="1">
                <a:solidFill>
                  <a:srgbClr val="192035"/>
                </a:solidFill>
                <a:latin typeface="Noto Sans KR"/>
                <a:ea typeface="Noto Sans KR"/>
                <a:cs typeface="Noto Sans KR"/>
              </a:defRPr>
            </a:lvl4pPr>
            <a:lvl5pPr algn="l">
              <a:defRPr sz="1650" b="1">
                <a:solidFill>
                  <a:srgbClr val="192035"/>
                </a:solidFill>
                <a:latin typeface="Noto Sans KR"/>
                <a:ea typeface="Noto Sans KR"/>
                <a:cs typeface="Noto Sans KR"/>
              </a:defRPr>
            </a:lvl5pPr>
            <a:lvl6pPr algn="l">
              <a:defRPr sz="1650" b="1">
                <a:solidFill>
                  <a:srgbClr val="192035"/>
                </a:solidFill>
                <a:latin typeface="Noto Sans KR"/>
                <a:ea typeface="Noto Sans KR"/>
                <a:cs typeface="Noto Sans KR"/>
              </a:defRPr>
            </a:lvl6pPr>
            <a:lvl7pPr algn="l">
              <a:defRPr sz="1650" b="1">
                <a:solidFill>
                  <a:srgbClr val="192035"/>
                </a:solidFill>
                <a:latin typeface="Noto Sans KR"/>
                <a:ea typeface="Noto Sans KR"/>
                <a:cs typeface="Noto Sans KR"/>
              </a:defRPr>
            </a:lvl7pPr>
            <a:lvl8pPr algn="l">
              <a:defRPr sz="1650" b="1">
                <a:solidFill>
                  <a:srgbClr val="192035"/>
                </a:solidFill>
                <a:latin typeface="Noto Sans KR"/>
                <a:ea typeface="Noto Sans KR"/>
                <a:cs typeface="Noto Sans KR"/>
              </a:defRPr>
            </a:lvl8pPr>
            <a:lvl9pPr algn="l">
              <a:defRPr sz="1650" b="1">
                <a:solidFill>
                  <a:srgbClr val="192035"/>
                </a:solidFill>
                <a:latin typeface="Noto Sans KR"/>
                <a:ea typeface="Noto Sans KR"/>
                <a:cs typeface="Noto Sans KR"/>
              </a:defRPr>
            </a:lvl9pPr>
          </a:lstStyle>
          <a:p xmlns:a="http://schemas.openxmlformats.org/drawingml/2006/main">
            <a:pPr algn="l">
              <a:defRPr sz="1650" b="1">
                <a:solidFill>
                  <a:srgbClr val="F1F5F9"/>
                </a:solidFill>
                <a:latin typeface="Noto Sans KR"/>
                <a:ea typeface="Noto Sans KR"/>
                <a:cs typeface="Noto Sans KR"/>
              </a:defRPr>
            </a:pPr>
            <a:r>
              <a:rPr sz="1650" b="1">
                <a:solidFill>
                  <a:srgbClr val="192035"/>
                </a:solidFill>
                <a:latin typeface="Noto Sans KR"/>
                <a:ea typeface="Noto Sans KR"/>
                <a:cs typeface="Noto Sans KR"/>
              </a:rPr>
              <a:t>시간권·1일권</a:t>
            </a:r>
          </a:p>
        </p:txBody>
      </p:sp>
      <p:sp>
        <p:nvSpPr>
          <p:cNvPr id="16" name="야간 중심">
            <a:extLst xmlns:a="http://schemas.openxmlformats.org/drawingml/2006/main">
              <a:ext uri="{FF2B5EF4-FFF2-40B4-BE49-F238E27FC236}">
                <a16:creationId xmlns:a16="http://schemas.microsoft.com/office/drawing/2014/main" id="{B9C28D01-D653-498B-A614-4DAEA1FD8365}"/>
              </a:ext>
            </a:extLst>
          </p:cNvPr>
          <p:cNvSpPr>
            <a:spLocks xmlns:a="http://schemas.openxmlformats.org/drawingml/2006/main" noGrp="1"/>
          </p:cNvSpPr>
          <p:nvPr/>
        </p:nvSpPr>
        <p:spPr>
          <a:xfrm xmlns:a="http://schemas.openxmlformats.org/drawingml/2006/main">
            <a:off x="6534150" y="38481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2035"/>
                </a:solidFill>
                <a:latin typeface="Noto Sans KR"/>
                <a:ea typeface="Noto Sans KR"/>
                <a:cs typeface="Noto Sans KR"/>
              </a:defRPr>
            </a:defPPr>
            <a:lvl1pPr algn="l">
              <a:defRPr sz="1650" b="1">
                <a:solidFill>
                  <a:srgbClr val="192035"/>
                </a:solidFill>
                <a:latin typeface="Noto Sans KR"/>
                <a:ea typeface="Noto Sans KR"/>
                <a:cs typeface="Noto Sans KR"/>
              </a:defRPr>
            </a:lvl1pPr>
            <a:lvl2pPr algn="l">
              <a:defRPr sz="1650" b="1">
                <a:solidFill>
                  <a:srgbClr val="192035"/>
                </a:solidFill>
                <a:latin typeface="Noto Sans KR"/>
                <a:ea typeface="Noto Sans KR"/>
                <a:cs typeface="Noto Sans KR"/>
              </a:defRPr>
            </a:lvl2pPr>
            <a:lvl3pPr algn="l">
              <a:defRPr sz="1650" b="1">
                <a:solidFill>
                  <a:srgbClr val="192035"/>
                </a:solidFill>
                <a:latin typeface="Noto Sans KR"/>
                <a:ea typeface="Noto Sans KR"/>
                <a:cs typeface="Noto Sans KR"/>
              </a:defRPr>
            </a:lvl3pPr>
            <a:lvl4pPr algn="l">
              <a:defRPr sz="1650" b="1">
                <a:solidFill>
                  <a:srgbClr val="192035"/>
                </a:solidFill>
                <a:latin typeface="Noto Sans KR"/>
                <a:ea typeface="Noto Sans KR"/>
                <a:cs typeface="Noto Sans KR"/>
              </a:defRPr>
            </a:lvl4pPr>
            <a:lvl5pPr algn="l">
              <a:defRPr sz="1650" b="1">
                <a:solidFill>
                  <a:srgbClr val="192035"/>
                </a:solidFill>
                <a:latin typeface="Noto Sans KR"/>
                <a:ea typeface="Noto Sans KR"/>
                <a:cs typeface="Noto Sans KR"/>
              </a:defRPr>
            </a:lvl5pPr>
            <a:lvl6pPr algn="l">
              <a:defRPr sz="1650" b="1">
                <a:solidFill>
                  <a:srgbClr val="192035"/>
                </a:solidFill>
                <a:latin typeface="Noto Sans KR"/>
                <a:ea typeface="Noto Sans KR"/>
                <a:cs typeface="Noto Sans KR"/>
              </a:defRPr>
            </a:lvl6pPr>
            <a:lvl7pPr algn="l">
              <a:defRPr sz="1650" b="1">
                <a:solidFill>
                  <a:srgbClr val="192035"/>
                </a:solidFill>
                <a:latin typeface="Noto Sans KR"/>
                <a:ea typeface="Noto Sans KR"/>
                <a:cs typeface="Noto Sans KR"/>
              </a:defRPr>
            </a:lvl7pPr>
            <a:lvl8pPr algn="l">
              <a:defRPr sz="1650" b="1">
                <a:solidFill>
                  <a:srgbClr val="192035"/>
                </a:solidFill>
                <a:latin typeface="Noto Sans KR"/>
                <a:ea typeface="Noto Sans KR"/>
                <a:cs typeface="Noto Sans KR"/>
              </a:defRPr>
            </a:lvl8pPr>
            <a:lvl9pPr algn="l">
              <a:defRPr sz="1650" b="1">
                <a:solidFill>
                  <a:srgbClr val="192035"/>
                </a:solidFill>
                <a:latin typeface="Noto Sans KR"/>
                <a:ea typeface="Noto Sans KR"/>
                <a:cs typeface="Noto Sans KR"/>
              </a:defRPr>
            </a:lvl9pPr>
          </a:lstStyle>
          <a:p xmlns:a="http://schemas.openxmlformats.org/drawingml/2006/main">
            <a:pPr algn="l">
              <a:defRPr sz="1650" b="1">
                <a:solidFill>
                  <a:srgbClr val="F1F5F9"/>
                </a:solidFill>
                <a:latin typeface="Noto Sans KR"/>
                <a:ea typeface="Noto Sans KR"/>
                <a:cs typeface="Noto Sans KR"/>
              </a:defRPr>
            </a:pPr>
            <a:r>
              <a:rPr sz="1650" b="1">
                <a:solidFill>
                  <a:srgbClr val="192035"/>
                </a:solidFill>
                <a:latin typeface="Noto Sans KR"/>
                <a:ea typeface="Noto Sans KR"/>
                <a:cs typeface="Noto Sans KR"/>
              </a:rPr>
              <a:t>야간 중심</a:t>
            </a:r>
          </a:p>
        </p:txBody>
      </p:sp>
      <p:sp>
        <p:nvSpPr>
          <p:cNvPr id="17" name="→">
            <a:extLst xmlns:a="http://schemas.openxmlformats.org/drawingml/2006/main">
              <a:ext uri="{FF2B5EF4-FFF2-40B4-BE49-F238E27FC236}">
                <a16:creationId xmlns:a16="http://schemas.microsoft.com/office/drawing/2014/main" id="{5BD72D4C-5375-43C2-A629-FD0364E180B0}"/>
              </a:ext>
            </a:extLst>
          </p:cNvPr>
          <p:cNvSpPr>
            <a:spLocks xmlns:a="http://schemas.openxmlformats.org/drawingml/2006/main" noGrp="1"/>
          </p:cNvSpPr>
          <p:nvPr/>
        </p:nvSpPr>
        <p:spPr>
          <a:xfrm xmlns:a="http://schemas.openxmlformats.org/drawingml/2006/main">
            <a:off x="8172450" y="384810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49780"/>
                </a:solidFill>
                <a:latin typeface="Noto Sans KR"/>
                <a:ea typeface="Noto Sans KR"/>
                <a:cs typeface="Noto Sans KR"/>
              </a:defRPr>
            </a:defPPr>
            <a:lvl1pPr algn="ctr">
              <a:defRPr sz="1800" b="1">
                <a:solidFill>
                  <a:srgbClr val="149780"/>
                </a:solidFill>
                <a:latin typeface="Noto Sans KR"/>
                <a:ea typeface="Noto Sans KR"/>
                <a:cs typeface="Noto Sans KR"/>
              </a:defRPr>
            </a:lvl1pPr>
            <a:lvl2pPr algn="ctr">
              <a:defRPr sz="1800" b="1">
                <a:solidFill>
                  <a:srgbClr val="149780"/>
                </a:solidFill>
                <a:latin typeface="Noto Sans KR"/>
                <a:ea typeface="Noto Sans KR"/>
                <a:cs typeface="Noto Sans KR"/>
              </a:defRPr>
            </a:lvl2pPr>
            <a:lvl3pPr algn="ctr">
              <a:defRPr sz="1800" b="1">
                <a:solidFill>
                  <a:srgbClr val="149780"/>
                </a:solidFill>
                <a:latin typeface="Noto Sans KR"/>
                <a:ea typeface="Noto Sans KR"/>
                <a:cs typeface="Noto Sans KR"/>
              </a:defRPr>
            </a:lvl3pPr>
            <a:lvl4pPr algn="ctr">
              <a:defRPr sz="1800" b="1">
                <a:solidFill>
                  <a:srgbClr val="149780"/>
                </a:solidFill>
                <a:latin typeface="Noto Sans KR"/>
                <a:ea typeface="Noto Sans KR"/>
                <a:cs typeface="Noto Sans KR"/>
              </a:defRPr>
            </a:lvl4pPr>
            <a:lvl5pPr algn="ctr">
              <a:defRPr sz="1800" b="1">
                <a:solidFill>
                  <a:srgbClr val="149780"/>
                </a:solidFill>
                <a:latin typeface="Noto Sans KR"/>
                <a:ea typeface="Noto Sans KR"/>
                <a:cs typeface="Noto Sans KR"/>
              </a:defRPr>
            </a:lvl5pPr>
            <a:lvl6pPr algn="ctr">
              <a:defRPr sz="1800" b="1">
                <a:solidFill>
                  <a:srgbClr val="149780"/>
                </a:solidFill>
                <a:latin typeface="Noto Sans KR"/>
                <a:ea typeface="Noto Sans KR"/>
                <a:cs typeface="Noto Sans KR"/>
              </a:defRPr>
            </a:lvl6pPr>
            <a:lvl7pPr algn="ctr">
              <a:defRPr sz="1800" b="1">
                <a:solidFill>
                  <a:srgbClr val="149780"/>
                </a:solidFill>
                <a:latin typeface="Noto Sans KR"/>
                <a:ea typeface="Noto Sans KR"/>
                <a:cs typeface="Noto Sans KR"/>
              </a:defRPr>
            </a:lvl7pPr>
            <a:lvl8pPr algn="ctr">
              <a:defRPr sz="1800" b="1">
                <a:solidFill>
                  <a:srgbClr val="149780"/>
                </a:solidFill>
                <a:latin typeface="Noto Sans KR"/>
                <a:ea typeface="Noto Sans KR"/>
                <a:cs typeface="Noto Sans KR"/>
              </a:defRPr>
            </a:lvl8pPr>
            <a:lvl9pPr algn="ctr">
              <a:defRPr sz="1800" b="1">
                <a:solidFill>
                  <a:srgbClr val="149780"/>
                </a:solidFill>
                <a:latin typeface="Noto Sans KR"/>
                <a:ea typeface="Noto Sans KR"/>
                <a:cs typeface="Noto Sans KR"/>
              </a:defRPr>
            </a:lvl9pPr>
          </a:lstStyle>
          <a:p xmlns:a="http://schemas.openxmlformats.org/drawingml/2006/main">
            <a:pPr algn="ctr">
              <a:defRPr sz="1800" b="1">
                <a:solidFill>
                  <a:srgbClr val="3CDD8A"/>
                </a:solidFill>
                <a:latin typeface="Noto Sans KR"/>
                <a:ea typeface="Noto Sans KR"/>
                <a:cs typeface="Noto Sans KR"/>
              </a:defRPr>
            </a:pPr>
            <a:r>
              <a:rPr sz="1800" b="1">
                <a:solidFill>
                  <a:srgbClr val="149780"/>
                </a:solidFill>
                <a:latin typeface="Noto Sans KR"/>
                <a:ea typeface="Noto Sans KR"/>
                <a:cs typeface="Noto Sans KR"/>
              </a:rPr>
              <a:t>→</a:t>
            </a:r>
          </a:p>
        </p:txBody>
      </p:sp>
      <p:sp>
        <p:nvSpPr>
          <p:cNvPr id="18" name="야간권">
            <a:extLst xmlns:a="http://schemas.openxmlformats.org/drawingml/2006/main">
              <a:ext uri="{FF2B5EF4-FFF2-40B4-BE49-F238E27FC236}">
                <a16:creationId xmlns:a16="http://schemas.microsoft.com/office/drawing/2014/main" id="{F460FC2C-E5FF-42F4-ACF0-D6434CE9A204}"/>
              </a:ext>
            </a:extLst>
          </p:cNvPr>
          <p:cNvSpPr>
            <a:spLocks xmlns:a="http://schemas.openxmlformats.org/drawingml/2006/main" noGrp="1"/>
          </p:cNvSpPr>
          <p:nvPr/>
        </p:nvSpPr>
        <p:spPr>
          <a:xfrm xmlns:a="http://schemas.openxmlformats.org/drawingml/2006/main">
            <a:off x="8772525" y="384810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2035"/>
                </a:solidFill>
                <a:latin typeface="Noto Sans KR"/>
                <a:ea typeface="Noto Sans KR"/>
                <a:cs typeface="Noto Sans KR"/>
              </a:defRPr>
            </a:defPPr>
            <a:lvl1pPr algn="l">
              <a:defRPr sz="1650" b="1">
                <a:solidFill>
                  <a:srgbClr val="192035"/>
                </a:solidFill>
                <a:latin typeface="Noto Sans KR"/>
                <a:ea typeface="Noto Sans KR"/>
                <a:cs typeface="Noto Sans KR"/>
              </a:defRPr>
            </a:lvl1pPr>
            <a:lvl2pPr algn="l">
              <a:defRPr sz="1650" b="1">
                <a:solidFill>
                  <a:srgbClr val="192035"/>
                </a:solidFill>
                <a:latin typeface="Noto Sans KR"/>
                <a:ea typeface="Noto Sans KR"/>
                <a:cs typeface="Noto Sans KR"/>
              </a:defRPr>
            </a:lvl2pPr>
            <a:lvl3pPr algn="l">
              <a:defRPr sz="1650" b="1">
                <a:solidFill>
                  <a:srgbClr val="192035"/>
                </a:solidFill>
                <a:latin typeface="Noto Sans KR"/>
                <a:ea typeface="Noto Sans KR"/>
                <a:cs typeface="Noto Sans KR"/>
              </a:defRPr>
            </a:lvl3pPr>
            <a:lvl4pPr algn="l">
              <a:defRPr sz="1650" b="1">
                <a:solidFill>
                  <a:srgbClr val="192035"/>
                </a:solidFill>
                <a:latin typeface="Noto Sans KR"/>
                <a:ea typeface="Noto Sans KR"/>
                <a:cs typeface="Noto Sans KR"/>
              </a:defRPr>
            </a:lvl4pPr>
            <a:lvl5pPr algn="l">
              <a:defRPr sz="1650" b="1">
                <a:solidFill>
                  <a:srgbClr val="192035"/>
                </a:solidFill>
                <a:latin typeface="Noto Sans KR"/>
                <a:ea typeface="Noto Sans KR"/>
                <a:cs typeface="Noto Sans KR"/>
              </a:defRPr>
            </a:lvl5pPr>
            <a:lvl6pPr algn="l">
              <a:defRPr sz="1650" b="1">
                <a:solidFill>
                  <a:srgbClr val="192035"/>
                </a:solidFill>
                <a:latin typeface="Noto Sans KR"/>
                <a:ea typeface="Noto Sans KR"/>
                <a:cs typeface="Noto Sans KR"/>
              </a:defRPr>
            </a:lvl6pPr>
            <a:lvl7pPr algn="l">
              <a:defRPr sz="1650" b="1">
                <a:solidFill>
                  <a:srgbClr val="192035"/>
                </a:solidFill>
                <a:latin typeface="Noto Sans KR"/>
                <a:ea typeface="Noto Sans KR"/>
                <a:cs typeface="Noto Sans KR"/>
              </a:defRPr>
            </a:lvl7pPr>
            <a:lvl8pPr algn="l">
              <a:defRPr sz="1650" b="1">
                <a:solidFill>
                  <a:srgbClr val="192035"/>
                </a:solidFill>
                <a:latin typeface="Noto Sans KR"/>
                <a:ea typeface="Noto Sans KR"/>
                <a:cs typeface="Noto Sans KR"/>
              </a:defRPr>
            </a:lvl8pPr>
            <a:lvl9pPr algn="l">
              <a:defRPr sz="1650" b="1">
                <a:solidFill>
                  <a:srgbClr val="192035"/>
                </a:solidFill>
                <a:latin typeface="Noto Sans KR"/>
                <a:ea typeface="Noto Sans KR"/>
                <a:cs typeface="Noto Sans KR"/>
              </a:defRPr>
            </a:lvl9pPr>
          </a:lstStyle>
          <a:p xmlns:a="http://schemas.openxmlformats.org/drawingml/2006/main">
            <a:pPr algn="l">
              <a:defRPr sz="1650" b="1">
                <a:solidFill>
                  <a:srgbClr val="F1F5F9"/>
                </a:solidFill>
                <a:latin typeface="Noto Sans KR"/>
                <a:ea typeface="Noto Sans KR"/>
                <a:cs typeface="Noto Sans KR"/>
              </a:defRPr>
            </a:pPr>
            <a:r>
              <a:rPr sz="1650" b="1">
                <a:solidFill>
                  <a:srgbClr val="192035"/>
                </a:solidFill>
                <a:latin typeface="Noto Sans KR"/>
                <a:ea typeface="Noto Sans KR"/>
                <a:cs typeface="Noto Sans KR"/>
              </a:rPr>
              <a:t>야간권</a:t>
            </a:r>
          </a:p>
        </p:txBody>
      </p:sp>
      <p:sp>
        <p:nvSpPr>
          <p:cNvPr id="19" name="장시간 1회">
            <a:extLst xmlns:a="http://schemas.openxmlformats.org/drawingml/2006/main">
              <a:ext uri="{FF2B5EF4-FFF2-40B4-BE49-F238E27FC236}">
                <a16:creationId xmlns:a16="http://schemas.microsoft.com/office/drawing/2014/main" id="{E65C8DE5-313F-43D5-B302-FD077CC12D2E}"/>
              </a:ext>
            </a:extLst>
          </p:cNvPr>
          <p:cNvSpPr>
            <a:spLocks xmlns:a="http://schemas.openxmlformats.org/drawingml/2006/main" noGrp="1"/>
          </p:cNvSpPr>
          <p:nvPr/>
        </p:nvSpPr>
        <p:spPr>
          <a:xfrm xmlns:a="http://schemas.openxmlformats.org/drawingml/2006/main">
            <a:off x="6534150" y="421957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2035"/>
                </a:solidFill>
                <a:latin typeface="Noto Sans KR"/>
                <a:ea typeface="Noto Sans KR"/>
                <a:cs typeface="Noto Sans KR"/>
              </a:defRPr>
            </a:defPPr>
            <a:lvl1pPr algn="l">
              <a:defRPr sz="1650" b="1">
                <a:solidFill>
                  <a:srgbClr val="192035"/>
                </a:solidFill>
                <a:latin typeface="Noto Sans KR"/>
                <a:ea typeface="Noto Sans KR"/>
                <a:cs typeface="Noto Sans KR"/>
              </a:defRPr>
            </a:lvl1pPr>
            <a:lvl2pPr algn="l">
              <a:defRPr sz="1650" b="1">
                <a:solidFill>
                  <a:srgbClr val="192035"/>
                </a:solidFill>
                <a:latin typeface="Noto Sans KR"/>
                <a:ea typeface="Noto Sans KR"/>
                <a:cs typeface="Noto Sans KR"/>
              </a:defRPr>
            </a:lvl2pPr>
            <a:lvl3pPr algn="l">
              <a:defRPr sz="1650" b="1">
                <a:solidFill>
                  <a:srgbClr val="192035"/>
                </a:solidFill>
                <a:latin typeface="Noto Sans KR"/>
                <a:ea typeface="Noto Sans KR"/>
                <a:cs typeface="Noto Sans KR"/>
              </a:defRPr>
            </a:lvl3pPr>
            <a:lvl4pPr algn="l">
              <a:defRPr sz="1650" b="1">
                <a:solidFill>
                  <a:srgbClr val="192035"/>
                </a:solidFill>
                <a:latin typeface="Noto Sans KR"/>
                <a:ea typeface="Noto Sans KR"/>
                <a:cs typeface="Noto Sans KR"/>
              </a:defRPr>
            </a:lvl4pPr>
            <a:lvl5pPr algn="l">
              <a:defRPr sz="1650" b="1">
                <a:solidFill>
                  <a:srgbClr val="192035"/>
                </a:solidFill>
                <a:latin typeface="Noto Sans KR"/>
                <a:ea typeface="Noto Sans KR"/>
                <a:cs typeface="Noto Sans KR"/>
              </a:defRPr>
            </a:lvl5pPr>
            <a:lvl6pPr algn="l">
              <a:defRPr sz="1650" b="1">
                <a:solidFill>
                  <a:srgbClr val="192035"/>
                </a:solidFill>
                <a:latin typeface="Noto Sans KR"/>
                <a:ea typeface="Noto Sans KR"/>
                <a:cs typeface="Noto Sans KR"/>
              </a:defRPr>
            </a:lvl6pPr>
            <a:lvl7pPr algn="l">
              <a:defRPr sz="1650" b="1">
                <a:solidFill>
                  <a:srgbClr val="192035"/>
                </a:solidFill>
                <a:latin typeface="Noto Sans KR"/>
                <a:ea typeface="Noto Sans KR"/>
                <a:cs typeface="Noto Sans KR"/>
              </a:defRPr>
            </a:lvl7pPr>
            <a:lvl8pPr algn="l">
              <a:defRPr sz="1650" b="1">
                <a:solidFill>
                  <a:srgbClr val="192035"/>
                </a:solidFill>
                <a:latin typeface="Noto Sans KR"/>
                <a:ea typeface="Noto Sans KR"/>
                <a:cs typeface="Noto Sans KR"/>
              </a:defRPr>
            </a:lvl8pPr>
            <a:lvl9pPr algn="l">
              <a:defRPr sz="1650" b="1">
                <a:solidFill>
                  <a:srgbClr val="192035"/>
                </a:solidFill>
                <a:latin typeface="Noto Sans KR"/>
                <a:ea typeface="Noto Sans KR"/>
                <a:cs typeface="Noto Sans KR"/>
              </a:defRPr>
            </a:lvl9pPr>
          </a:lstStyle>
          <a:p xmlns:a="http://schemas.openxmlformats.org/drawingml/2006/main">
            <a:pPr algn="l">
              <a:defRPr sz="1650" b="1">
                <a:solidFill>
                  <a:srgbClr val="F1F5F9"/>
                </a:solidFill>
                <a:latin typeface="Noto Sans KR"/>
                <a:ea typeface="Noto Sans KR"/>
                <a:cs typeface="Noto Sans KR"/>
              </a:defRPr>
            </a:pPr>
            <a:r>
              <a:rPr sz="1650" b="1">
                <a:solidFill>
                  <a:srgbClr val="192035"/>
                </a:solidFill>
                <a:latin typeface="Noto Sans KR"/>
                <a:ea typeface="Noto Sans KR"/>
                <a:cs typeface="Noto Sans KR"/>
              </a:rPr>
              <a:t>장시간 1회</a:t>
            </a:r>
          </a:p>
        </p:txBody>
      </p:sp>
      <p:sp>
        <p:nvSpPr>
          <p:cNvPr id="20" name="→">
            <a:extLst xmlns:a="http://schemas.openxmlformats.org/drawingml/2006/main">
              <a:ext uri="{FF2B5EF4-FFF2-40B4-BE49-F238E27FC236}">
                <a16:creationId xmlns:a16="http://schemas.microsoft.com/office/drawing/2014/main" id="{1343FEC1-330B-4A05-AA0E-6860720FF7E8}"/>
              </a:ext>
            </a:extLst>
          </p:cNvPr>
          <p:cNvSpPr>
            <a:spLocks xmlns:a="http://schemas.openxmlformats.org/drawingml/2006/main" noGrp="1"/>
          </p:cNvSpPr>
          <p:nvPr/>
        </p:nvSpPr>
        <p:spPr>
          <a:xfrm xmlns:a="http://schemas.openxmlformats.org/drawingml/2006/main">
            <a:off x="8172450" y="42195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49780"/>
                </a:solidFill>
                <a:latin typeface="Noto Sans KR"/>
                <a:ea typeface="Noto Sans KR"/>
                <a:cs typeface="Noto Sans KR"/>
              </a:defRPr>
            </a:defPPr>
            <a:lvl1pPr algn="ctr">
              <a:defRPr sz="1800" b="1">
                <a:solidFill>
                  <a:srgbClr val="149780"/>
                </a:solidFill>
                <a:latin typeface="Noto Sans KR"/>
                <a:ea typeface="Noto Sans KR"/>
                <a:cs typeface="Noto Sans KR"/>
              </a:defRPr>
            </a:lvl1pPr>
            <a:lvl2pPr algn="ctr">
              <a:defRPr sz="1800" b="1">
                <a:solidFill>
                  <a:srgbClr val="149780"/>
                </a:solidFill>
                <a:latin typeface="Noto Sans KR"/>
                <a:ea typeface="Noto Sans KR"/>
                <a:cs typeface="Noto Sans KR"/>
              </a:defRPr>
            </a:lvl2pPr>
            <a:lvl3pPr algn="ctr">
              <a:defRPr sz="1800" b="1">
                <a:solidFill>
                  <a:srgbClr val="149780"/>
                </a:solidFill>
                <a:latin typeface="Noto Sans KR"/>
                <a:ea typeface="Noto Sans KR"/>
                <a:cs typeface="Noto Sans KR"/>
              </a:defRPr>
            </a:lvl3pPr>
            <a:lvl4pPr algn="ctr">
              <a:defRPr sz="1800" b="1">
                <a:solidFill>
                  <a:srgbClr val="149780"/>
                </a:solidFill>
                <a:latin typeface="Noto Sans KR"/>
                <a:ea typeface="Noto Sans KR"/>
                <a:cs typeface="Noto Sans KR"/>
              </a:defRPr>
            </a:lvl4pPr>
            <a:lvl5pPr algn="ctr">
              <a:defRPr sz="1800" b="1">
                <a:solidFill>
                  <a:srgbClr val="149780"/>
                </a:solidFill>
                <a:latin typeface="Noto Sans KR"/>
                <a:ea typeface="Noto Sans KR"/>
                <a:cs typeface="Noto Sans KR"/>
              </a:defRPr>
            </a:lvl5pPr>
            <a:lvl6pPr algn="ctr">
              <a:defRPr sz="1800" b="1">
                <a:solidFill>
                  <a:srgbClr val="149780"/>
                </a:solidFill>
                <a:latin typeface="Noto Sans KR"/>
                <a:ea typeface="Noto Sans KR"/>
                <a:cs typeface="Noto Sans KR"/>
              </a:defRPr>
            </a:lvl6pPr>
            <a:lvl7pPr algn="ctr">
              <a:defRPr sz="1800" b="1">
                <a:solidFill>
                  <a:srgbClr val="149780"/>
                </a:solidFill>
                <a:latin typeface="Noto Sans KR"/>
                <a:ea typeface="Noto Sans KR"/>
                <a:cs typeface="Noto Sans KR"/>
              </a:defRPr>
            </a:lvl7pPr>
            <a:lvl8pPr algn="ctr">
              <a:defRPr sz="1800" b="1">
                <a:solidFill>
                  <a:srgbClr val="149780"/>
                </a:solidFill>
                <a:latin typeface="Noto Sans KR"/>
                <a:ea typeface="Noto Sans KR"/>
                <a:cs typeface="Noto Sans KR"/>
              </a:defRPr>
            </a:lvl8pPr>
            <a:lvl9pPr algn="ctr">
              <a:defRPr sz="1800" b="1">
                <a:solidFill>
                  <a:srgbClr val="149780"/>
                </a:solidFill>
                <a:latin typeface="Noto Sans KR"/>
                <a:ea typeface="Noto Sans KR"/>
                <a:cs typeface="Noto Sans KR"/>
              </a:defRPr>
            </a:lvl9pPr>
          </a:lstStyle>
          <a:p xmlns:a="http://schemas.openxmlformats.org/drawingml/2006/main">
            <a:pPr algn="ctr">
              <a:defRPr sz="1800" b="1">
                <a:solidFill>
                  <a:srgbClr val="3CDD8A"/>
                </a:solidFill>
                <a:latin typeface="Noto Sans KR"/>
                <a:ea typeface="Noto Sans KR"/>
                <a:cs typeface="Noto Sans KR"/>
              </a:defRPr>
            </a:pPr>
            <a:r>
              <a:rPr sz="1800" b="1">
                <a:solidFill>
                  <a:srgbClr val="149780"/>
                </a:solidFill>
                <a:latin typeface="Noto Sans KR"/>
                <a:ea typeface="Noto Sans KR"/>
                <a:cs typeface="Noto Sans KR"/>
              </a:rPr>
              <a:t>→</a:t>
            </a:r>
          </a:p>
        </p:txBody>
      </p:sp>
      <p:sp>
        <p:nvSpPr>
          <p:cNvPr id="21" name="1일권">
            <a:extLst xmlns:a="http://schemas.openxmlformats.org/drawingml/2006/main">
              <a:ext uri="{FF2B5EF4-FFF2-40B4-BE49-F238E27FC236}">
                <a16:creationId xmlns:a16="http://schemas.microsoft.com/office/drawing/2014/main" id="{8DB06AE0-0084-4121-AF2A-79252E8F92B5}"/>
              </a:ext>
            </a:extLst>
          </p:cNvPr>
          <p:cNvSpPr>
            <a:spLocks xmlns:a="http://schemas.openxmlformats.org/drawingml/2006/main" noGrp="1"/>
          </p:cNvSpPr>
          <p:nvPr/>
        </p:nvSpPr>
        <p:spPr>
          <a:xfrm xmlns:a="http://schemas.openxmlformats.org/drawingml/2006/main">
            <a:off x="8772525" y="4219575"/>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2035"/>
                </a:solidFill>
                <a:latin typeface="Noto Sans KR"/>
                <a:ea typeface="Noto Sans KR"/>
                <a:cs typeface="Noto Sans KR"/>
              </a:defRPr>
            </a:defPPr>
            <a:lvl1pPr algn="l">
              <a:defRPr sz="1650" b="1">
                <a:solidFill>
                  <a:srgbClr val="192035"/>
                </a:solidFill>
                <a:latin typeface="Noto Sans KR"/>
                <a:ea typeface="Noto Sans KR"/>
                <a:cs typeface="Noto Sans KR"/>
              </a:defRPr>
            </a:lvl1pPr>
            <a:lvl2pPr algn="l">
              <a:defRPr sz="1650" b="1">
                <a:solidFill>
                  <a:srgbClr val="192035"/>
                </a:solidFill>
                <a:latin typeface="Noto Sans KR"/>
                <a:ea typeface="Noto Sans KR"/>
                <a:cs typeface="Noto Sans KR"/>
              </a:defRPr>
            </a:lvl2pPr>
            <a:lvl3pPr algn="l">
              <a:defRPr sz="1650" b="1">
                <a:solidFill>
                  <a:srgbClr val="192035"/>
                </a:solidFill>
                <a:latin typeface="Noto Sans KR"/>
                <a:ea typeface="Noto Sans KR"/>
                <a:cs typeface="Noto Sans KR"/>
              </a:defRPr>
            </a:lvl3pPr>
            <a:lvl4pPr algn="l">
              <a:defRPr sz="1650" b="1">
                <a:solidFill>
                  <a:srgbClr val="192035"/>
                </a:solidFill>
                <a:latin typeface="Noto Sans KR"/>
                <a:ea typeface="Noto Sans KR"/>
                <a:cs typeface="Noto Sans KR"/>
              </a:defRPr>
            </a:lvl4pPr>
            <a:lvl5pPr algn="l">
              <a:defRPr sz="1650" b="1">
                <a:solidFill>
                  <a:srgbClr val="192035"/>
                </a:solidFill>
                <a:latin typeface="Noto Sans KR"/>
                <a:ea typeface="Noto Sans KR"/>
                <a:cs typeface="Noto Sans KR"/>
              </a:defRPr>
            </a:lvl5pPr>
            <a:lvl6pPr algn="l">
              <a:defRPr sz="1650" b="1">
                <a:solidFill>
                  <a:srgbClr val="192035"/>
                </a:solidFill>
                <a:latin typeface="Noto Sans KR"/>
                <a:ea typeface="Noto Sans KR"/>
                <a:cs typeface="Noto Sans KR"/>
              </a:defRPr>
            </a:lvl6pPr>
            <a:lvl7pPr algn="l">
              <a:defRPr sz="1650" b="1">
                <a:solidFill>
                  <a:srgbClr val="192035"/>
                </a:solidFill>
                <a:latin typeface="Noto Sans KR"/>
                <a:ea typeface="Noto Sans KR"/>
                <a:cs typeface="Noto Sans KR"/>
              </a:defRPr>
            </a:lvl7pPr>
            <a:lvl8pPr algn="l">
              <a:defRPr sz="1650" b="1">
                <a:solidFill>
                  <a:srgbClr val="192035"/>
                </a:solidFill>
                <a:latin typeface="Noto Sans KR"/>
                <a:ea typeface="Noto Sans KR"/>
                <a:cs typeface="Noto Sans KR"/>
              </a:defRPr>
            </a:lvl8pPr>
            <a:lvl9pPr algn="l">
              <a:defRPr sz="1650" b="1">
                <a:solidFill>
                  <a:srgbClr val="192035"/>
                </a:solidFill>
                <a:latin typeface="Noto Sans KR"/>
                <a:ea typeface="Noto Sans KR"/>
                <a:cs typeface="Noto Sans KR"/>
              </a:defRPr>
            </a:lvl9pPr>
          </a:lstStyle>
          <a:p xmlns:a="http://schemas.openxmlformats.org/drawingml/2006/main">
            <a:pPr algn="l">
              <a:defRPr sz="1650" b="1">
                <a:solidFill>
                  <a:srgbClr val="F1F5F9"/>
                </a:solidFill>
                <a:latin typeface="Noto Sans KR"/>
                <a:ea typeface="Noto Sans KR"/>
                <a:cs typeface="Noto Sans KR"/>
              </a:defRPr>
            </a:pPr>
            <a:r>
              <a:rPr sz="1650" b="1">
                <a:solidFill>
                  <a:srgbClr val="192035"/>
                </a:solidFill>
                <a:latin typeface="Noto Sans KR"/>
                <a:ea typeface="Noto Sans KR"/>
                <a:cs typeface="Noto Sans KR"/>
              </a:rPr>
              <a:t>1일권</a:t>
            </a:r>
          </a:p>
        </p:txBody>
      </p:sp>
      <p:sp>
        <p:nvSpPr>
          <p:cNvPr id="22" name="반복 방문">
            <a:extLst xmlns:a="http://schemas.openxmlformats.org/drawingml/2006/main">
              <a:ext uri="{FF2B5EF4-FFF2-40B4-BE49-F238E27FC236}">
                <a16:creationId xmlns:a16="http://schemas.microsoft.com/office/drawing/2014/main" id="{B7B563E1-B21D-4421-841A-2F65B399AC56}"/>
              </a:ext>
            </a:extLst>
          </p:cNvPr>
          <p:cNvSpPr>
            <a:spLocks xmlns:a="http://schemas.openxmlformats.org/drawingml/2006/main" noGrp="1"/>
          </p:cNvSpPr>
          <p:nvPr/>
        </p:nvSpPr>
        <p:spPr>
          <a:xfrm xmlns:a="http://schemas.openxmlformats.org/drawingml/2006/main">
            <a:off x="6534150" y="45910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2035"/>
                </a:solidFill>
                <a:latin typeface="Noto Sans KR"/>
                <a:ea typeface="Noto Sans KR"/>
                <a:cs typeface="Noto Sans KR"/>
              </a:defRPr>
            </a:defPPr>
            <a:lvl1pPr algn="l">
              <a:defRPr sz="1650" b="1">
                <a:solidFill>
                  <a:srgbClr val="192035"/>
                </a:solidFill>
                <a:latin typeface="Noto Sans KR"/>
                <a:ea typeface="Noto Sans KR"/>
                <a:cs typeface="Noto Sans KR"/>
              </a:defRPr>
            </a:lvl1pPr>
            <a:lvl2pPr algn="l">
              <a:defRPr sz="1650" b="1">
                <a:solidFill>
                  <a:srgbClr val="192035"/>
                </a:solidFill>
                <a:latin typeface="Noto Sans KR"/>
                <a:ea typeface="Noto Sans KR"/>
                <a:cs typeface="Noto Sans KR"/>
              </a:defRPr>
            </a:lvl2pPr>
            <a:lvl3pPr algn="l">
              <a:defRPr sz="1650" b="1">
                <a:solidFill>
                  <a:srgbClr val="192035"/>
                </a:solidFill>
                <a:latin typeface="Noto Sans KR"/>
                <a:ea typeface="Noto Sans KR"/>
                <a:cs typeface="Noto Sans KR"/>
              </a:defRPr>
            </a:lvl3pPr>
            <a:lvl4pPr algn="l">
              <a:defRPr sz="1650" b="1">
                <a:solidFill>
                  <a:srgbClr val="192035"/>
                </a:solidFill>
                <a:latin typeface="Noto Sans KR"/>
                <a:ea typeface="Noto Sans KR"/>
                <a:cs typeface="Noto Sans KR"/>
              </a:defRPr>
            </a:lvl4pPr>
            <a:lvl5pPr algn="l">
              <a:defRPr sz="1650" b="1">
                <a:solidFill>
                  <a:srgbClr val="192035"/>
                </a:solidFill>
                <a:latin typeface="Noto Sans KR"/>
                <a:ea typeface="Noto Sans KR"/>
                <a:cs typeface="Noto Sans KR"/>
              </a:defRPr>
            </a:lvl5pPr>
            <a:lvl6pPr algn="l">
              <a:defRPr sz="1650" b="1">
                <a:solidFill>
                  <a:srgbClr val="192035"/>
                </a:solidFill>
                <a:latin typeface="Noto Sans KR"/>
                <a:ea typeface="Noto Sans KR"/>
                <a:cs typeface="Noto Sans KR"/>
              </a:defRPr>
            </a:lvl6pPr>
            <a:lvl7pPr algn="l">
              <a:defRPr sz="1650" b="1">
                <a:solidFill>
                  <a:srgbClr val="192035"/>
                </a:solidFill>
                <a:latin typeface="Noto Sans KR"/>
                <a:ea typeface="Noto Sans KR"/>
                <a:cs typeface="Noto Sans KR"/>
              </a:defRPr>
            </a:lvl7pPr>
            <a:lvl8pPr algn="l">
              <a:defRPr sz="1650" b="1">
                <a:solidFill>
                  <a:srgbClr val="192035"/>
                </a:solidFill>
                <a:latin typeface="Noto Sans KR"/>
                <a:ea typeface="Noto Sans KR"/>
                <a:cs typeface="Noto Sans KR"/>
              </a:defRPr>
            </a:lvl8pPr>
            <a:lvl9pPr algn="l">
              <a:defRPr sz="1650" b="1">
                <a:solidFill>
                  <a:srgbClr val="192035"/>
                </a:solidFill>
                <a:latin typeface="Noto Sans KR"/>
                <a:ea typeface="Noto Sans KR"/>
                <a:cs typeface="Noto Sans KR"/>
              </a:defRPr>
            </a:lvl9pPr>
          </a:lstStyle>
          <a:p xmlns:a="http://schemas.openxmlformats.org/drawingml/2006/main">
            <a:pPr algn="l">
              <a:defRPr sz="1650" b="1">
                <a:solidFill>
                  <a:srgbClr val="F1F5F9"/>
                </a:solidFill>
                <a:latin typeface="Noto Sans KR"/>
                <a:ea typeface="Noto Sans KR"/>
                <a:cs typeface="Noto Sans KR"/>
              </a:defRPr>
            </a:pPr>
            <a:r>
              <a:rPr sz="1650" b="1">
                <a:solidFill>
                  <a:srgbClr val="192035"/>
                </a:solidFill>
                <a:latin typeface="Noto Sans KR"/>
                <a:ea typeface="Noto Sans KR"/>
                <a:cs typeface="Noto Sans KR"/>
              </a:rPr>
              <a:t>반복 방문</a:t>
            </a:r>
          </a:p>
        </p:txBody>
      </p:sp>
      <p:sp>
        <p:nvSpPr>
          <p:cNvPr id="23" name="→">
            <a:extLst xmlns:a="http://schemas.openxmlformats.org/drawingml/2006/main">
              <a:ext uri="{FF2B5EF4-FFF2-40B4-BE49-F238E27FC236}">
                <a16:creationId xmlns:a16="http://schemas.microsoft.com/office/drawing/2014/main" id="{B4458254-E994-40E6-B769-E757B7ECF856}"/>
              </a:ext>
            </a:extLst>
          </p:cNvPr>
          <p:cNvSpPr>
            <a:spLocks xmlns:a="http://schemas.openxmlformats.org/drawingml/2006/main" noGrp="1"/>
          </p:cNvSpPr>
          <p:nvPr/>
        </p:nvSpPr>
        <p:spPr>
          <a:xfrm xmlns:a="http://schemas.openxmlformats.org/drawingml/2006/main">
            <a:off x="8172450" y="4591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49780"/>
                </a:solidFill>
                <a:latin typeface="Noto Sans KR"/>
                <a:ea typeface="Noto Sans KR"/>
                <a:cs typeface="Noto Sans KR"/>
              </a:defRPr>
            </a:defPPr>
            <a:lvl1pPr algn="ctr">
              <a:defRPr sz="1800" b="1">
                <a:solidFill>
                  <a:srgbClr val="149780"/>
                </a:solidFill>
                <a:latin typeface="Noto Sans KR"/>
                <a:ea typeface="Noto Sans KR"/>
                <a:cs typeface="Noto Sans KR"/>
              </a:defRPr>
            </a:lvl1pPr>
            <a:lvl2pPr algn="ctr">
              <a:defRPr sz="1800" b="1">
                <a:solidFill>
                  <a:srgbClr val="149780"/>
                </a:solidFill>
                <a:latin typeface="Noto Sans KR"/>
                <a:ea typeface="Noto Sans KR"/>
                <a:cs typeface="Noto Sans KR"/>
              </a:defRPr>
            </a:lvl2pPr>
            <a:lvl3pPr algn="ctr">
              <a:defRPr sz="1800" b="1">
                <a:solidFill>
                  <a:srgbClr val="149780"/>
                </a:solidFill>
                <a:latin typeface="Noto Sans KR"/>
                <a:ea typeface="Noto Sans KR"/>
                <a:cs typeface="Noto Sans KR"/>
              </a:defRPr>
            </a:lvl3pPr>
            <a:lvl4pPr algn="ctr">
              <a:defRPr sz="1800" b="1">
                <a:solidFill>
                  <a:srgbClr val="149780"/>
                </a:solidFill>
                <a:latin typeface="Noto Sans KR"/>
                <a:ea typeface="Noto Sans KR"/>
                <a:cs typeface="Noto Sans KR"/>
              </a:defRPr>
            </a:lvl4pPr>
            <a:lvl5pPr algn="ctr">
              <a:defRPr sz="1800" b="1">
                <a:solidFill>
                  <a:srgbClr val="149780"/>
                </a:solidFill>
                <a:latin typeface="Noto Sans KR"/>
                <a:ea typeface="Noto Sans KR"/>
                <a:cs typeface="Noto Sans KR"/>
              </a:defRPr>
            </a:lvl5pPr>
            <a:lvl6pPr algn="ctr">
              <a:defRPr sz="1800" b="1">
                <a:solidFill>
                  <a:srgbClr val="149780"/>
                </a:solidFill>
                <a:latin typeface="Noto Sans KR"/>
                <a:ea typeface="Noto Sans KR"/>
                <a:cs typeface="Noto Sans KR"/>
              </a:defRPr>
            </a:lvl6pPr>
            <a:lvl7pPr algn="ctr">
              <a:defRPr sz="1800" b="1">
                <a:solidFill>
                  <a:srgbClr val="149780"/>
                </a:solidFill>
                <a:latin typeface="Noto Sans KR"/>
                <a:ea typeface="Noto Sans KR"/>
                <a:cs typeface="Noto Sans KR"/>
              </a:defRPr>
            </a:lvl7pPr>
            <a:lvl8pPr algn="ctr">
              <a:defRPr sz="1800" b="1">
                <a:solidFill>
                  <a:srgbClr val="149780"/>
                </a:solidFill>
                <a:latin typeface="Noto Sans KR"/>
                <a:ea typeface="Noto Sans KR"/>
                <a:cs typeface="Noto Sans KR"/>
              </a:defRPr>
            </a:lvl8pPr>
            <a:lvl9pPr algn="ctr">
              <a:defRPr sz="1800" b="1">
                <a:solidFill>
                  <a:srgbClr val="149780"/>
                </a:solidFill>
                <a:latin typeface="Noto Sans KR"/>
                <a:ea typeface="Noto Sans KR"/>
                <a:cs typeface="Noto Sans KR"/>
              </a:defRPr>
            </a:lvl9pPr>
          </a:lstStyle>
          <a:p xmlns:a="http://schemas.openxmlformats.org/drawingml/2006/main">
            <a:pPr algn="ctr">
              <a:defRPr sz="1800" b="1">
                <a:solidFill>
                  <a:srgbClr val="3CDD8A"/>
                </a:solidFill>
                <a:latin typeface="Noto Sans KR"/>
                <a:ea typeface="Noto Sans KR"/>
                <a:cs typeface="Noto Sans KR"/>
              </a:defRPr>
            </a:pPr>
            <a:r>
              <a:rPr sz="1800" b="1">
                <a:solidFill>
                  <a:srgbClr val="149780"/>
                </a:solidFill>
                <a:latin typeface="Noto Sans KR"/>
                <a:ea typeface="Noto Sans KR"/>
                <a:cs typeface="Noto Sans KR"/>
              </a:rPr>
              <a:t>→</a:t>
            </a:r>
          </a:p>
        </p:txBody>
      </p:sp>
      <p:sp>
        <p:nvSpPr>
          <p:cNvPr id="24" name="월·정기 이용권">
            <a:extLst xmlns:a="http://schemas.openxmlformats.org/drawingml/2006/main">
              <a:ext uri="{FF2B5EF4-FFF2-40B4-BE49-F238E27FC236}">
                <a16:creationId xmlns:a16="http://schemas.microsoft.com/office/drawing/2014/main" id="{EE06D189-3F41-4559-87DA-1C1525FBFB55}"/>
              </a:ext>
            </a:extLst>
          </p:cNvPr>
          <p:cNvSpPr>
            <a:spLocks xmlns:a="http://schemas.openxmlformats.org/drawingml/2006/main" noGrp="1"/>
          </p:cNvSpPr>
          <p:nvPr/>
        </p:nvSpPr>
        <p:spPr>
          <a:xfrm xmlns:a="http://schemas.openxmlformats.org/drawingml/2006/main">
            <a:off x="8772525" y="45910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2035"/>
                </a:solidFill>
                <a:latin typeface="Noto Sans KR"/>
                <a:ea typeface="Noto Sans KR"/>
                <a:cs typeface="Noto Sans KR"/>
              </a:defRPr>
            </a:defPPr>
            <a:lvl1pPr algn="l">
              <a:defRPr sz="1650" b="1">
                <a:solidFill>
                  <a:srgbClr val="192035"/>
                </a:solidFill>
                <a:latin typeface="Noto Sans KR"/>
                <a:ea typeface="Noto Sans KR"/>
                <a:cs typeface="Noto Sans KR"/>
              </a:defRPr>
            </a:lvl1pPr>
            <a:lvl2pPr algn="l">
              <a:defRPr sz="1650" b="1">
                <a:solidFill>
                  <a:srgbClr val="192035"/>
                </a:solidFill>
                <a:latin typeface="Noto Sans KR"/>
                <a:ea typeface="Noto Sans KR"/>
                <a:cs typeface="Noto Sans KR"/>
              </a:defRPr>
            </a:lvl2pPr>
            <a:lvl3pPr algn="l">
              <a:defRPr sz="1650" b="1">
                <a:solidFill>
                  <a:srgbClr val="192035"/>
                </a:solidFill>
                <a:latin typeface="Noto Sans KR"/>
                <a:ea typeface="Noto Sans KR"/>
                <a:cs typeface="Noto Sans KR"/>
              </a:defRPr>
            </a:lvl3pPr>
            <a:lvl4pPr algn="l">
              <a:defRPr sz="1650" b="1">
                <a:solidFill>
                  <a:srgbClr val="192035"/>
                </a:solidFill>
                <a:latin typeface="Noto Sans KR"/>
                <a:ea typeface="Noto Sans KR"/>
                <a:cs typeface="Noto Sans KR"/>
              </a:defRPr>
            </a:lvl4pPr>
            <a:lvl5pPr algn="l">
              <a:defRPr sz="1650" b="1">
                <a:solidFill>
                  <a:srgbClr val="192035"/>
                </a:solidFill>
                <a:latin typeface="Noto Sans KR"/>
                <a:ea typeface="Noto Sans KR"/>
                <a:cs typeface="Noto Sans KR"/>
              </a:defRPr>
            </a:lvl5pPr>
            <a:lvl6pPr algn="l">
              <a:defRPr sz="1650" b="1">
                <a:solidFill>
                  <a:srgbClr val="192035"/>
                </a:solidFill>
                <a:latin typeface="Noto Sans KR"/>
                <a:ea typeface="Noto Sans KR"/>
                <a:cs typeface="Noto Sans KR"/>
              </a:defRPr>
            </a:lvl6pPr>
            <a:lvl7pPr algn="l">
              <a:defRPr sz="1650" b="1">
                <a:solidFill>
                  <a:srgbClr val="192035"/>
                </a:solidFill>
                <a:latin typeface="Noto Sans KR"/>
                <a:ea typeface="Noto Sans KR"/>
                <a:cs typeface="Noto Sans KR"/>
              </a:defRPr>
            </a:lvl7pPr>
            <a:lvl8pPr algn="l">
              <a:defRPr sz="1650" b="1">
                <a:solidFill>
                  <a:srgbClr val="192035"/>
                </a:solidFill>
                <a:latin typeface="Noto Sans KR"/>
                <a:ea typeface="Noto Sans KR"/>
                <a:cs typeface="Noto Sans KR"/>
              </a:defRPr>
            </a:lvl8pPr>
            <a:lvl9pPr algn="l">
              <a:defRPr sz="1650" b="1">
                <a:solidFill>
                  <a:srgbClr val="192035"/>
                </a:solidFill>
                <a:latin typeface="Noto Sans KR"/>
                <a:ea typeface="Noto Sans KR"/>
                <a:cs typeface="Noto Sans KR"/>
              </a:defRPr>
            </a:lvl9pPr>
          </a:lstStyle>
          <a:p xmlns:a="http://schemas.openxmlformats.org/drawingml/2006/main">
            <a:pPr algn="l">
              <a:defRPr sz="1650" b="1">
                <a:solidFill>
                  <a:srgbClr val="F1F5F9"/>
                </a:solidFill>
                <a:latin typeface="Noto Sans KR"/>
                <a:ea typeface="Noto Sans KR"/>
                <a:cs typeface="Noto Sans KR"/>
              </a:defRPr>
            </a:pPr>
            <a:r>
              <a:rPr sz="1650" b="1">
                <a:solidFill>
                  <a:srgbClr val="192035"/>
                </a:solidFill>
                <a:latin typeface="Noto Sans KR"/>
                <a:ea typeface="Noto Sans KR"/>
                <a:cs typeface="Noto Sans KR"/>
              </a:rPr>
              <a:t>월·정기 이용권</a:t>
            </a:r>
          </a:p>
        </p:txBody>
      </p:sp>
      <p:sp>
        <p:nvSpPr>
          <p:cNvPr id="25" name="동일 채널·노출 시점  ·  주 지표: 7일 내 결제율">
            <a:extLst xmlns:a="http://schemas.openxmlformats.org/drawingml/2006/main">
              <a:ext uri="{FF2B5EF4-FFF2-40B4-BE49-F238E27FC236}">
                <a16:creationId xmlns:a16="http://schemas.microsoft.com/office/drawing/2014/main" id="{6EF45D8D-2787-4F37-A88D-2356E9AFE14C}"/>
              </a:ext>
            </a:extLst>
          </p:cNvPr>
          <p:cNvSpPr>
            <a:spLocks xmlns:a="http://schemas.openxmlformats.org/drawingml/2006/main" noGrp="1"/>
          </p:cNvSpPr>
          <p:nvPr/>
        </p:nvSpPr>
        <p:spPr>
          <a:xfrm xmlns:a="http://schemas.openxmlformats.org/drawingml/2006/main">
            <a:off x="1285875" y="5391150"/>
            <a:ext cx="962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192035"/>
                </a:solidFill>
                <a:latin typeface="Noto Sans KR"/>
                <a:ea typeface="Noto Sans KR"/>
                <a:cs typeface="Noto Sans KR"/>
              </a:defRPr>
            </a:defPPr>
            <a:lvl1pPr algn="ctr">
              <a:defRPr sz="1500" b="1">
                <a:solidFill>
                  <a:srgbClr val="192035"/>
                </a:solidFill>
                <a:latin typeface="Noto Sans KR"/>
                <a:ea typeface="Noto Sans KR"/>
                <a:cs typeface="Noto Sans KR"/>
              </a:defRPr>
            </a:lvl1pPr>
            <a:lvl2pPr algn="ctr">
              <a:defRPr sz="1500" b="1">
                <a:solidFill>
                  <a:srgbClr val="192035"/>
                </a:solidFill>
                <a:latin typeface="Noto Sans KR"/>
                <a:ea typeface="Noto Sans KR"/>
                <a:cs typeface="Noto Sans KR"/>
              </a:defRPr>
            </a:lvl2pPr>
            <a:lvl3pPr algn="ctr">
              <a:defRPr sz="1500" b="1">
                <a:solidFill>
                  <a:srgbClr val="192035"/>
                </a:solidFill>
                <a:latin typeface="Noto Sans KR"/>
                <a:ea typeface="Noto Sans KR"/>
                <a:cs typeface="Noto Sans KR"/>
              </a:defRPr>
            </a:lvl3pPr>
            <a:lvl4pPr algn="ctr">
              <a:defRPr sz="1500" b="1">
                <a:solidFill>
                  <a:srgbClr val="192035"/>
                </a:solidFill>
                <a:latin typeface="Noto Sans KR"/>
                <a:ea typeface="Noto Sans KR"/>
                <a:cs typeface="Noto Sans KR"/>
              </a:defRPr>
            </a:lvl4pPr>
            <a:lvl5pPr algn="ctr">
              <a:defRPr sz="1500" b="1">
                <a:solidFill>
                  <a:srgbClr val="192035"/>
                </a:solidFill>
                <a:latin typeface="Noto Sans KR"/>
                <a:ea typeface="Noto Sans KR"/>
                <a:cs typeface="Noto Sans KR"/>
              </a:defRPr>
            </a:lvl5pPr>
            <a:lvl6pPr algn="ctr">
              <a:defRPr sz="1500" b="1">
                <a:solidFill>
                  <a:srgbClr val="192035"/>
                </a:solidFill>
                <a:latin typeface="Noto Sans KR"/>
                <a:ea typeface="Noto Sans KR"/>
                <a:cs typeface="Noto Sans KR"/>
              </a:defRPr>
            </a:lvl6pPr>
            <a:lvl7pPr algn="ctr">
              <a:defRPr sz="1500" b="1">
                <a:solidFill>
                  <a:srgbClr val="192035"/>
                </a:solidFill>
                <a:latin typeface="Noto Sans KR"/>
                <a:ea typeface="Noto Sans KR"/>
                <a:cs typeface="Noto Sans KR"/>
              </a:defRPr>
            </a:lvl7pPr>
            <a:lvl8pPr algn="ctr">
              <a:defRPr sz="1500" b="1">
                <a:solidFill>
                  <a:srgbClr val="192035"/>
                </a:solidFill>
                <a:latin typeface="Noto Sans KR"/>
                <a:ea typeface="Noto Sans KR"/>
                <a:cs typeface="Noto Sans KR"/>
              </a:defRPr>
            </a:lvl8pPr>
            <a:lvl9pPr algn="ctr">
              <a:defRPr sz="1500" b="1">
                <a:solidFill>
                  <a:srgbClr val="192035"/>
                </a:solidFill>
                <a:latin typeface="Noto Sans KR"/>
                <a:ea typeface="Noto Sans KR"/>
                <a:cs typeface="Noto Sans KR"/>
              </a:defRPr>
            </a:lvl9pPr>
          </a:lstStyle>
          <a:p xmlns:a="http://schemas.openxmlformats.org/drawingml/2006/main">
            <a:pPr algn="ctr">
              <a:defRPr sz="1725" b="1">
                <a:solidFill>
                  <a:srgbClr val="F1F5F9"/>
                </a:solidFill>
                <a:latin typeface="Noto Sans KR"/>
                <a:ea typeface="Noto Sans KR"/>
                <a:cs typeface="Noto Sans KR"/>
              </a:defRPr>
            </a:pPr>
            <a:r>
              <a:rPr sz="1500" b="1">
                <a:solidFill>
                  <a:srgbClr val="192035"/>
                </a:solidFill>
                <a:latin typeface="Noto Sans KR"/>
                <a:ea typeface="Noto Sans KR"/>
                <a:cs typeface="Noto Sans KR"/>
              </a:rPr>
              <a:t>같은 응답 사유 안에서 비교 · 동일 채널·노출 시점 · 노출 후 7일 결제율</a:t>
            </a:r>
          </a:p>
        </p:txBody>
      </p:sp>
      <p:sp>
        <p:nvSpPr>
          <p:cNvPr id="26" name="">
            <a:extLst xmlns:a="http://schemas.openxmlformats.org/drawingml/2006/main">
              <a:ext uri="{FF2B5EF4-FFF2-40B4-BE49-F238E27FC236}">
                <a16:creationId xmlns:a16="http://schemas.microsoft.com/office/drawing/2014/main" id="{2CD38BAD-5665-4025-B528-DF34663CE87C}"/>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prstDash val="solid"/>
          </a:ln>
        </p:spPr>
      </p:sp>
      <p:sp>
        <p:nvSpPr>
          <p:cNvPr id="27" name="보조: 클릭·상세 조회  ·  장기: 재구매·유지  ·  비용: 실결제금액·할인">
            <a:extLst xmlns:a="http://schemas.openxmlformats.org/drawingml/2006/main">
              <a:ext uri="{FF2B5EF4-FFF2-40B4-BE49-F238E27FC236}">
                <a16:creationId xmlns:a16="http://schemas.microsoft.com/office/drawing/2014/main" id="{D5B16B1F-206B-4948-A106-F9ABA9EC9F49}"/>
              </a:ext>
            </a:extLst>
          </p:cNvPr>
          <p:cNvSpPr>
            <a:spLocks xmlns:a="http://schemas.openxmlformats.org/drawingml/2006/main" noGrp="1"/>
          </p:cNvSpPr>
          <p:nvPr/>
        </p:nvSpPr>
        <p:spPr>
          <a:xfrm xmlns:a="http://schemas.openxmlformats.org/drawingml/2006/main">
            <a:off x="1323975" y="5934075"/>
            <a:ext cx="9544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192035"/>
                </a:solidFill>
                <a:latin typeface="Noto Sans KR"/>
                <a:ea typeface="Noto Sans KR"/>
                <a:cs typeface="Noto Sans KR"/>
              </a:defRPr>
            </a:defPPr>
            <a:lvl1pPr algn="ctr">
              <a:defRPr sz="1725" b="1">
                <a:solidFill>
                  <a:srgbClr val="192035"/>
                </a:solidFill>
                <a:latin typeface="Noto Sans KR"/>
                <a:ea typeface="Noto Sans KR"/>
                <a:cs typeface="Noto Sans KR"/>
              </a:defRPr>
            </a:lvl1pPr>
            <a:lvl2pPr algn="ctr">
              <a:defRPr sz="1725" b="1">
                <a:solidFill>
                  <a:srgbClr val="192035"/>
                </a:solidFill>
                <a:latin typeface="Noto Sans KR"/>
                <a:ea typeface="Noto Sans KR"/>
                <a:cs typeface="Noto Sans KR"/>
              </a:defRPr>
            </a:lvl2pPr>
            <a:lvl3pPr algn="ctr">
              <a:defRPr sz="1725" b="1">
                <a:solidFill>
                  <a:srgbClr val="192035"/>
                </a:solidFill>
                <a:latin typeface="Noto Sans KR"/>
                <a:ea typeface="Noto Sans KR"/>
                <a:cs typeface="Noto Sans KR"/>
              </a:defRPr>
            </a:lvl3pPr>
            <a:lvl4pPr algn="ctr">
              <a:defRPr sz="1725" b="1">
                <a:solidFill>
                  <a:srgbClr val="192035"/>
                </a:solidFill>
                <a:latin typeface="Noto Sans KR"/>
                <a:ea typeface="Noto Sans KR"/>
                <a:cs typeface="Noto Sans KR"/>
              </a:defRPr>
            </a:lvl4pPr>
            <a:lvl5pPr algn="ctr">
              <a:defRPr sz="1725" b="1">
                <a:solidFill>
                  <a:srgbClr val="192035"/>
                </a:solidFill>
                <a:latin typeface="Noto Sans KR"/>
                <a:ea typeface="Noto Sans KR"/>
                <a:cs typeface="Noto Sans KR"/>
              </a:defRPr>
            </a:lvl5pPr>
            <a:lvl6pPr algn="ctr">
              <a:defRPr sz="1725" b="1">
                <a:solidFill>
                  <a:srgbClr val="192035"/>
                </a:solidFill>
                <a:latin typeface="Noto Sans KR"/>
                <a:ea typeface="Noto Sans KR"/>
                <a:cs typeface="Noto Sans KR"/>
              </a:defRPr>
            </a:lvl6pPr>
            <a:lvl7pPr algn="ctr">
              <a:defRPr sz="1725" b="1">
                <a:solidFill>
                  <a:srgbClr val="192035"/>
                </a:solidFill>
                <a:latin typeface="Noto Sans KR"/>
                <a:ea typeface="Noto Sans KR"/>
                <a:cs typeface="Noto Sans KR"/>
              </a:defRPr>
            </a:lvl7pPr>
            <a:lvl8pPr algn="ctr">
              <a:defRPr sz="1725" b="1">
                <a:solidFill>
                  <a:srgbClr val="192035"/>
                </a:solidFill>
                <a:latin typeface="Noto Sans KR"/>
                <a:ea typeface="Noto Sans KR"/>
                <a:cs typeface="Noto Sans KR"/>
              </a:defRPr>
            </a:lvl8pPr>
            <a:lvl9pPr algn="ctr">
              <a:defRPr sz="1725" b="1">
                <a:solidFill>
                  <a:srgbClr val="192035"/>
                </a:solidFill>
                <a:latin typeface="Noto Sans KR"/>
                <a:ea typeface="Noto Sans KR"/>
                <a:cs typeface="Noto Sans KR"/>
              </a:defRPr>
            </a:lvl9pPr>
          </a:lstStyle>
          <a:p xmlns:a="http://schemas.openxmlformats.org/drawingml/2006/main">
            <a:pPr algn="ctr">
              <a:defRPr sz="1575" b="1">
                <a:solidFill>
                  <a:srgbClr val="F1F5F9"/>
                </a:solidFill>
                <a:latin typeface="Noto Sans KR"/>
                <a:ea typeface="Noto Sans KR"/>
                <a:cs typeface="Noto Sans KR"/>
              </a:defRPr>
            </a:pPr>
            <a:r>
              <a:rPr sz="1725" b="1">
                <a:solidFill>
                  <a:srgbClr val="192035"/>
                </a:solidFill>
                <a:latin typeface="Noto Sans KR"/>
                <a:ea typeface="Noto Sans KR"/>
                <a:cs typeface="Noto Sans KR"/>
              </a:rPr>
              <a:t>일반 안내 대비 전환 차이로 개인화 안내의 효과를 평가한다</a:t>
            </a:r>
          </a:p>
        </p:txBody>
      </p:sp>
    </p:spTree>
    <p:extLst>
      <p:ext uri="{BB962C8B-B14F-4D97-AF65-F5344CB8AC3E}">
        <p14:creationId xmlns:p14="http://schemas.microsoft.com/office/powerpoint/2010/main" val="1206228621"/>
      </p:ext>
    </p:extLst>
  </p:cSld>
</p:sld>
</file>

<file path=ppt/slides/slide13.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837AEDE-4381-4DC6-96C2-7FCE7C2130B3}"/>
              </a:ext>
            </a:extLst>
          </p:cNvPr>
          <p:cNvPicPr>
            <a:picLocks xmlns:a="http://schemas.openxmlformats.org/drawingml/2006/main" noChangeAspect="1"/>
          </p:cNvPicPr>
          <p:nvPr/>
        </p:nvPicPr>
        <p:blipFill>
          <a:blip xmlns:r="http://schemas.openxmlformats.org/officeDocument/2006/relationships" xmlns:a="http://schemas.openxmlformats.org/drawingml/2006/main" r:embed="R52ef5422c5ac482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가격 할인과 비가격 혜택의 상대 효과 비교">
            <a:extLst xmlns:a="http://schemas.openxmlformats.org/drawingml/2006/main">
              <a:ext uri="{FF2B5EF4-FFF2-40B4-BE49-F238E27FC236}">
                <a16:creationId xmlns:a16="http://schemas.microsoft.com/office/drawing/2014/main" id="{974D66A0-728B-41FC-A78C-218F4ADAF976}"/>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75" b="1">
                <a:solidFill>
                  <a:srgbClr val="192035"/>
                </a:solidFill>
                <a:latin typeface="Noto Sans KR"/>
                <a:ea typeface="Noto Sans KR"/>
                <a:cs typeface="Noto Sans KR"/>
              </a:defRPr>
            </a:defPPr>
            <a:lvl1pPr algn="ctr">
              <a:defRPr sz="2775" b="1">
                <a:solidFill>
                  <a:srgbClr val="192035"/>
                </a:solidFill>
                <a:latin typeface="Noto Sans KR"/>
                <a:ea typeface="Noto Sans KR"/>
                <a:cs typeface="Noto Sans KR"/>
              </a:defRPr>
            </a:lvl1pPr>
            <a:lvl2pPr algn="ctr">
              <a:defRPr sz="2775" b="1">
                <a:solidFill>
                  <a:srgbClr val="192035"/>
                </a:solidFill>
                <a:latin typeface="Noto Sans KR"/>
                <a:ea typeface="Noto Sans KR"/>
                <a:cs typeface="Noto Sans KR"/>
              </a:defRPr>
            </a:lvl2pPr>
            <a:lvl3pPr algn="ctr">
              <a:defRPr sz="2775" b="1">
                <a:solidFill>
                  <a:srgbClr val="192035"/>
                </a:solidFill>
                <a:latin typeface="Noto Sans KR"/>
                <a:ea typeface="Noto Sans KR"/>
                <a:cs typeface="Noto Sans KR"/>
              </a:defRPr>
            </a:lvl3pPr>
            <a:lvl4pPr algn="ctr">
              <a:defRPr sz="2775" b="1">
                <a:solidFill>
                  <a:srgbClr val="192035"/>
                </a:solidFill>
                <a:latin typeface="Noto Sans KR"/>
                <a:ea typeface="Noto Sans KR"/>
                <a:cs typeface="Noto Sans KR"/>
              </a:defRPr>
            </a:lvl4pPr>
            <a:lvl5pPr algn="ctr">
              <a:defRPr sz="2775" b="1">
                <a:solidFill>
                  <a:srgbClr val="192035"/>
                </a:solidFill>
                <a:latin typeface="Noto Sans KR"/>
                <a:ea typeface="Noto Sans KR"/>
                <a:cs typeface="Noto Sans KR"/>
              </a:defRPr>
            </a:lvl5pPr>
            <a:lvl6pPr algn="ctr">
              <a:defRPr sz="2775" b="1">
                <a:solidFill>
                  <a:srgbClr val="192035"/>
                </a:solidFill>
                <a:latin typeface="Noto Sans KR"/>
                <a:ea typeface="Noto Sans KR"/>
                <a:cs typeface="Noto Sans KR"/>
              </a:defRPr>
            </a:lvl6pPr>
            <a:lvl7pPr algn="ctr">
              <a:defRPr sz="2775" b="1">
                <a:solidFill>
                  <a:srgbClr val="192035"/>
                </a:solidFill>
                <a:latin typeface="Noto Sans KR"/>
                <a:ea typeface="Noto Sans KR"/>
                <a:cs typeface="Noto Sans KR"/>
              </a:defRPr>
            </a:lvl7pPr>
            <a:lvl8pPr algn="ctr">
              <a:defRPr sz="2775" b="1">
                <a:solidFill>
                  <a:srgbClr val="192035"/>
                </a:solidFill>
                <a:latin typeface="Noto Sans KR"/>
                <a:ea typeface="Noto Sans KR"/>
                <a:cs typeface="Noto Sans KR"/>
              </a:defRPr>
            </a:lvl8pPr>
            <a:lvl9pPr algn="ctr">
              <a:defRPr sz="2775" b="1">
                <a:solidFill>
                  <a:srgbClr val="192035"/>
                </a:solidFill>
                <a:latin typeface="Noto Sans KR"/>
                <a:ea typeface="Noto Sans KR"/>
                <a:cs typeface="Noto Sans KR"/>
              </a:defRPr>
            </a:lvl9pPr>
          </a:lstStyle>
          <a:p xmlns:a="http://schemas.openxmlformats.org/drawingml/2006/main">
            <a:pPr algn="ctr">
              <a:defRPr sz="3000" b="1">
                <a:solidFill>
                  <a:srgbClr val="F1F5F9"/>
                </a:solidFill>
                <a:latin typeface="Noto Sans KR"/>
                <a:ea typeface="Noto Sans KR"/>
                <a:cs typeface="Noto Sans KR"/>
              </a:defRPr>
            </a:pPr>
            <a:r>
              <a:rPr sz="2775" b="1">
                <a:solidFill>
                  <a:srgbClr val="192035"/>
                </a:solidFill>
                <a:latin typeface="Noto Sans KR"/>
                <a:ea typeface="Noto Sans KR"/>
                <a:cs typeface="Noto Sans KR"/>
              </a:rPr>
              <a:t>투표 후 검증 ② 가격 할인과 비가격 혜택</a:t>
            </a:r>
          </a:p>
        </p:txBody>
      </p:sp>
      <p:sp>
        <p:nvSpPr>
          <p:cNvPr id="4" name="">
            <a:extLst xmlns:a="http://schemas.openxmlformats.org/drawingml/2006/main">
              <a:ext uri="{FF2B5EF4-FFF2-40B4-BE49-F238E27FC236}">
                <a16:creationId xmlns:a16="http://schemas.microsoft.com/office/drawing/2014/main" id="{6AB200A8-F570-4E7C-9D1A-9BC5895477B7}"/>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prstDash val="solid"/>
          </a:ln>
        </p:spPr>
      </p:sp>
      <p:sp>
        <p:nvSpPr>
          <p:cNvPr id="5" name="향후 실험 제안 · A/B 1:1 무작위 배정">
            <a:extLst xmlns:a="http://schemas.openxmlformats.org/drawingml/2006/main">
              <a:ext uri="{FF2B5EF4-FFF2-40B4-BE49-F238E27FC236}">
                <a16:creationId xmlns:a16="http://schemas.microsoft.com/office/drawing/2014/main" id="{C342587C-6B82-4F9B-A49B-4862358223BF}"/>
              </a:ext>
            </a:extLst>
          </p:cNvPr>
          <p:cNvSpPr>
            <a:spLocks xmlns:a="http://schemas.openxmlformats.org/drawingml/2006/main" noGrp="1"/>
          </p:cNvSpPr>
          <p:nvPr/>
        </p:nvSpPr>
        <p:spPr>
          <a:xfrm xmlns:a="http://schemas.openxmlformats.org/drawingml/2006/main">
            <a:off x="933450" y="2133600"/>
            <a:ext cx="10267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6554D9"/>
                </a:solidFill>
                <a:latin typeface="Noto Sans KR"/>
                <a:ea typeface="Noto Sans KR"/>
                <a:cs typeface="Noto Sans KR"/>
              </a:defRPr>
            </a:defPPr>
            <a:lvl1pPr algn="ctr">
              <a:defRPr sz="1425" b="1">
                <a:solidFill>
                  <a:srgbClr val="6554D9"/>
                </a:solidFill>
                <a:latin typeface="Noto Sans KR"/>
                <a:ea typeface="Noto Sans KR"/>
                <a:cs typeface="Noto Sans KR"/>
              </a:defRPr>
            </a:lvl1pPr>
            <a:lvl2pPr algn="ctr">
              <a:defRPr sz="1425" b="1">
                <a:solidFill>
                  <a:srgbClr val="6554D9"/>
                </a:solidFill>
                <a:latin typeface="Noto Sans KR"/>
                <a:ea typeface="Noto Sans KR"/>
                <a:cs typeface="Noto Sans KR"/>
              </a:defRPr>
            </a:lvl2pPr>
            <a:lvl3pPr algn="ctr">
              <a:defRPr sz="1425" b="1">
                <a:solidFill>
                  <a:srgbClr val="6554D9"/>
                </a:solidFill>
                <a:latin typeface="Noto Sans KR"/>
                <a:ea typeface="Noto Sans KR"/>
                <a:cs typeface="Noto Sans KR"/>
              </a:defRPr>
            </a:lvl3pPr>
            <a:lvl4pPr algn="ctr">
              <a:defRPr sz="1425" b="1">
                <a:solidFill>
                  <a:srgbClr val="6554D9"/>
                </a:solidFill>
                <a:latin typeface="Noto Sans KR"/>
                <a:ea typeface="Noto Sans KR"/>
                <a:cs typeface="Noto Sans KR"/>
              </a:defRPr>
            </a:lvl4pPr>
            <a:lvl5pPr algn="ctr">
              <a:defRPr sz="1425" b="1">
                <a:solidFill>
                  <a:srgbClr val="6554D9"/>
                </a:solidFill>
                <a:latin typeface="Noto Sans KR"/>
                <a:ea typeface="Noto Sans KR"/>
                <a:cs typeface="Noto Sans KR"/>
              </a:defRPr>
            </a:lvl5pPr>
            <a:lvl6pPr algn="ctr">
              <a:defRPr sz="1425" b="1">
                <a:solidFill>
                  <a:srgbClr val="6554D9"/>
                </a:solidFill>
                <a:latin typeface="Noto Sans KR"/>
                <a:ea typeface="Noto Sans KR"/>
                <a:cs typeface="Noto Sans KR"/>
              </a:defRPr>
            </a:lvl6pPr>
            <a:lvl7pPr algn="ctr">
              <a:defRPr sz="1425" b="1">
                <a:solidFill>
                  <a:srgbClr val="6554D9"/>
                </a:solidFill>
                <a:latin typeface="Noto Sans KR"/>
                <a:ea typeface="Noto Sans KR"/>
                <a:cs typeface="Noto Sans KR"/>
              </a:defRPr>
            </a:lvl7pPr>
            <a:lvl8pPr algn="ctr">
              <a:defRPr sz="1425" b="1">
                <a:solidFill>
                  <a:srgbClr val="6554D9"/>
                </a:solidFill>
                <a:latin typeface="Noto Sans KR"/>
                <a:ea typeface="Noto Sans KR"/>
                <a:cs typeface="Noto Sans KR"/>
              </a:defRPr>
            </a:lvl8pPr>
            <a:lvl9pPr algn="ctr">
              <a:defRPr sz="1425" b="1">
                <a:solidFill>
                  <a:srgbClr val="6554D9"/>
                </a:solidFill>
                <a:latin typeface="Noto Sans KR"/>
                <a:ea typeface="Noto Sans KR"/>
                <a:cs typeface="Noto Sans KR"/>
              </a:defRPr>
            </a:lvl9pPr>
          </a:lstStyle>
          <a:p xmlns:a="http://schemas.openxmlformats.org/drawingml/2006/main">
            <a:pPr algn="ctr">
              <a:defRPr sz="1425" b="1">
                <a:solidFill>
                  <a:srgbClr val="FF9B63"/>
                </a:solidFill>
                <a:latin typeface="Noto Sans KR"/>
                <a:ea typeface="Noto Sans KR"/>
                <a:cs typeface="Noto Sans KR"/>
              </a:defRPr>
            </a:pPr>
            <a:r>
              <a:rPr sz="1425" b="1">
                <a:solidFill>
                  <a:srgbClr val="6554D9"/>
                </a:solidFill>
                <a:latin typeface="Noto Sans KR"/>
                <a:ea typeface="Noto Sans KR"/>
                <a:cs typeface="Noto Sans KR"/>
              </a:rPr>
              <a:t>실험 제안 · 동일 응답 사유 안에서 A/B 1:1 무작위 배정</a:t>
            </a:r>
          </a:p>
        </p:txBody>
      </p:sp>
      <p:sp>
        <p:nvSpPr>
          <p:cNvPr id="6" name="">
            <a:extLst xmlns:a="http://schemas.openxmlformats.org/drawingml/2006/main">
              <a:ext uri="{FF2B5EF4-FFF2-40B4-BE49-F238E27FC236}">
                <a16:creationId xmlns:a16="http://schemas.microsoft.com/office/drawing/2014/main" id="{9CCDCE5A-0DF7-4273-902C-390278946138}"/>
              </a:ext>
            </a:extLst>
          </p:cNvPr>
          <p:cNvSpPr>
            <a:spLocks xmlns:a="http://schemas.openxmlformats.org/drawingml/2006/main" noGrp="1"/>
          </p:cNvSpPr>
          <p:nvPr/>
        </p:nvSpPr>
        <p:spPr>
          <a:xfrm xmlns:a="http://schemas.openxmlformats.org/drawingml/2006/main">
            <a:off x="1085850" y="2752725"/>
            <a:ext cx="4238625" cy="2476500"/>
          </a:xfrm>
          <a:prstGeom xmlns:a="http://schemas.openxmlformats.org/drawingml/2006/main" prst="roundRect">
            <a:avLst>
              <a:gd name="adj" fmla="val 6923"/>
            </a:avLst>
          </a:prstGeom>
          <a:solidFill xmlns:a="http://schemas.openxmlformats.org/drawingml/2006/main">
            <a:srgbClr val="F0EDF9"/>
          </a:solidFill>
          <a:ln xmlns:a="http://schemas.openxmlformats.org/drawingml/2006/main" w="14288">
            <a:solidFill>
              <a:srgbClr val="CCC8DF"/>
            </a:solidFill>
            <a:prstDash val="solid"/>
          </a:ln>
        </p:spPr>
      </p:sp>
      <p:sp>
        <p:nvSpPr>
          <p:cNvPr id="7" name="A · 첫 결제 이용권">
            <a:extLst xmlns:a="http://schemas.openxmlformats.org/drawingml/2006/main">
              <a:ext uri="{FF2B5EF4-FFF2-40B4-BE49-F238E27FC236}">
                <a16:creationId xmlns:a16="http://schemas.microsoft.com/office/drawing/2014/main" id="{8D583E80-A122-4F79-BC89-749DE56894F9}"/>
              </a:ext>
            </a:extLst>
          </p:cNvPr>
          <p:cNvSpPr>
            <a:spLocks xmlns:a="http://schemas.openxmlformats.org/drawingml/2006/main" noGrp="1"/>
          </p:cNvSpPr>
          <p:nvPr/>
        </p:nvSpPr>
        <p:spPr>
          <a:xfrm xmlns:a="http://schemas.openxmlformats.org/drawingml/2006/main">
            <a:off x="1276350" y="2981325"/>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738096"/>
                </a:solidFill>
                <a:latin typeface="Noto Sans KR"/>
                <a:ea typeface="Noto Sans KR"/>
                <a:cs typeface="Noto Sans KR"/>
              </a:defRPr>
            </a:defPPr>
            <a:lvl1pPr algn="ctr">
              <a:defRPr sz="1950" b="1">
                <a:solidFill>
                  <a:srgbClr val="738096"/>
                </a:solidFill>
                <a:latin typeface="Noto Sans KR"/>
                <a:ea typeface="Noto Sans KR"/>
                <a:cs typeface="Noto Sans KR"/>
              </a:defRPr>
            </a:lvl1pPr>
            <a:lvl2pPr algn="ctr">
              <a:defRPr sz="1950" b="1">
                <a:solidFill>
                  <a:srgbClr val="738096"/>
                </a:solidFill>
                <a:latin typeface="Noto Sans KR"/>
                <a:ea typeface="Noto Sans KR"/>
                <a:cs typeface="Noto Sans KR"/>
              </a:defRPr>
            </a:lvl2pPr>
            <a:lvl3pPr algn="ctr">
              <a:defRPr sz="1950" b="1">
                <a:solidFill>
                  <a:srgbClr val="738096"/>
                </a:solidFill>
                <a:latin typeface="Noto Sans KR"/>
                <a:ea typeface="Noto Sans KR"/>
                <a:cs typeface="Noto Sans KR"/>
              </a:defRPr>
            </a:lvl3pPr>
            <a:lvl4pPr algn="ctr">
              <a:defRPr sz="1950" b="1">
                <a:solidFill>
                  <a:srgbClr val="738096"/>
                </a:solidFill>
                <a:latin typeface="Noto Sans KR"/>
                <a:ea typeface="Noto Sans KR"/>
                <a:cs typeface="Noto Sans KR"/>
              </a:defRPr>
            </a:lvl4pPr>
            <a:lvl5pPr algn="ctr">
              <a:defRPr sz="1950" b="1">
                <a:solidFill>
                  <a:srgbClr val="738096"/>
                </a:solidFill>
                <a:latin typeface="Noto Sans KR"/>
                <a:ea typeface="Noto Sans KR"/>
                <a:cs typeface="Noto Sans KR"/>
              </a:defRPr>
            </a:lvl5pPr>
            <a:lvl6pPr algn="ctr">
              <a:defRPr sz="1950" b="1">
                <a:solidFill>
                  <a:srgbClr val="738096"/>
                </a:solidFill>
                <a:latin typeface="Noto Sans KR"/>
                <a:ea typeface="Noto Sans KR"/>
                <a:cs typeface="Noto Sans KR"/>
              </a:defRPr>
            </a:lvl6pPr>
            <a:lvl7pPr algn="ctr">
              <a:defRPr sz="1950" b="1">
                <a:solidFill>
                  <a:srgbClr val="738096"/>
                </a:solidFill>
                <a:latin typeface="Noto Sans KR"/>
                <a:ea typeface="Noto Sans KR"/>
                <a:cs typeface="Noto Sans KR"/>
              </a:defRPr>
            </a:lvl7pPr>
            <a:lvl8pPr algn="ctr">
              <a:defRPr sz="1950" b="1">
                <a:solidFill>
                  <a:srgbClr val="738096"/>
                </a:solidFill>
                <a:latin typeface="Noto Sans KR"/>
                <a:ea typeface="Noto Sans KR"/>
                <a:cs typeface="Noto Sans KR"/>
              </a:defRPr>
            </a:lvl8pPr>
            <a:lvl9pPr algn="ctr">
              <a:defRPr sz="1950" b="1">
                <a:solidFill>
                  <a:srgbClr val="738096"/>
                </a:solidFill>
                <a:latin typeface="Noto Sans KR"/>
                <a:ea typeface="Noto Sans KR"/>
                <a:cs typeface="Noto Sans KR"/>
              </a:defRPr>
            </a:lvl9pPr>
          </a:lstStyle>
          <a:p xmlns:a="http://schemas.openxmlformats.org/drawingml/2006/main">
            <a:pPr algn="ctr">
              <a:defRPr sz="1950" b="1">
                <a:solidFill>
                  <a:srgbClr val="BAC5D8"/>
                </a:solidFill>
                <a:latin typeface="Noto Sans KR"/>
                <a:ea typeface="Noto Sans KR"/>
                <a:cs typeface="Noto Sans KR"/>
              </a:defRPr>
            </a:pPr>
            <a:r>
              <a:rPr sz="1950" b="1">
                <a:solidFill>
                  <a:srgbClr val="738096"/>
                </a:solidFill>
                <a:latin typeface="Noto Sans KR"/>
                <a:ea typeface="Noto Sans KR"/>
                <a:cs typeface="Noto Sans KR"/>
              </a:rPr>
              <a:t>A · 첫 결제 이용권</a:t>
            </a:r>
          </a:p>
        </p:txBody>
      </p:sp>
      <p:sp>
        <p:nvSpPr>
          <p:cNvPr id="8" name="20% 할인">
            <a:extLst xmlns:a="http://schemas.openxmlformats.org/drawingml/2006/main">
              <a:ext uri="{FF2B5EF4-FFF2-40B4-BE49-F238E27FC236}">
                <a16:creationId xmlns:a16="http://schemas.microsoft.com/office/drawing/2014/main" id="{67D06AAC-F419-4102-9A1F-0EFB80C901E4}"/>
              </a:ext>
            </a:extLst>
          </p:cNvPr>
          <p:cNvSpPr>
            <a:spLocks xmlns:a="http://schemas.openxmlformats.org/drawingml/2006/main" noGrp="1"/>
          </p:cNvSpPr>
          <p:nvPr/>
        </p:nvSpPr>
        <p:spPr>
          <a:xfrm xmlns:a="http://schemas.openxmlformats.org/drawingml/2006/main">
            <a:off x="1238250" y="3638550"/>
            <a:ext cx="3952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500" b="1">
                <a:solidFill>
                  <a:srgbClr val="6554D9"/>
                </a:solidFill>
                <a:latin typeface="Noto Sans KR"/>
                <a:ea typeface="Noto Sans KR"/>
                <a:cs typeface="Noto Sans KR"/>
              </a:defRPr>
            </a:defPPr>
            <a:lvl1pPr algn="ctr">
              <a:defRPr sz="4500" b="1">
                <a:solidFill>
                  <a:srgbClr val="6554D9"/>
                </a:solidFill>
                <a:latin typeface="Noto Sans KR"/>
                <a:ea typeface="Noto Sans KR"/>
                <a:cs typeface="Noto Sans KR"/>
              </a:defRPr>
            </a:lvl1pPr>
            <a:lvl2pPr algn="ctr">
              <a:defRPr sz="4500" b="1">
                <a:solidFill>
                  <a:srgbClr val="6554D9"/>
                </a:solidFill>
                <a:latin typeface="Noto Sans KR"/>
                <a:ea typeface="Noto Sans KR"/>
                <a:cs typeface="Noto Sans KR"/>
              </a:defRPr>
            </a:lvl2pPr>
            <a:lvl3pPr algn="ctr">
              <a:defRPr sz="4500" b="1">
                <a:solidFill>
                  <a:srgbClr val="6554D9"/>
                </a:solidFill>
                <a:latin typeface="Noto Sans KR"/>
                <a:ea typeface="Noto Sans KR"/>
                <a:cs typeface="Noto Sans KR"/>
              </a:defRPr>
            </a:lvl3pPr>
            <a:lvl4pPr algn="ctr">
              <a:defRPr sz="4500" b="1">
                <a:solidFill>
                  <a:srgbClr val="6554D9"/>
                </a:solidFill>
                <a:latin typeface="Noto Sans KR"/>
                <a:ea typeface="Noto Sans KR"/>
                <a:cs typeface="Noto Sans KR"/>
              </a:defRPr>
            </a:lvl4pPr>
            <a:lvl5pPr algn="ctr">
              <a:defRPr sz="4500" b="1">
                <a:solidFill>
                  <a:srgbClr val="6554D9"/>
                </a:solidFill>
                <a:latin typeface="Noto Sans KR"/>
                <a:ea typeface="Noto Sans KR"/>
                <a:cs typeface="Noto Sans KR"/>
              </a:defRPr>
            </a:lvl5pPr>
            <a:lvl6pPr algn="ctr">
              <a:defRPr sz="4500" b="1">
                <a:solidFill>
                  <a:srgbClr val="6554D9"/>
                </a:solidFill>
                <a:latin typeface="Noto Sans KR"/>
                <a:ea typeface="Noto Sans KR"/>
                <a:cs typeface="Noto Sans KR"/>
              </a:defRPr>
            </a:lvl6pPr>
            <a:lvl7pPr algn="ctr">
              <a:defRPr sz="4500" b="1">
                <a:solidFill>
                  <a:srgbClr val="6554D9"/>
                </a:solidFill>
                <a:latin typeface="Noto Sans KR"/>
                <a:ea typeface="Noto Sans KR"/>
                <a:cs typeface="Noto Sans KR"/>
              </a:defRPr>
            </a:lvl7pPr>
            <a:lvl8pPr algn="ctr">
              <a:defRPr sz="4500" b="1">
                <a:solidFill>
                  <a:srgbClr val="6554D9"/>
                </a:solidFill>
                <a:latin typeface="Noto Sans KR"/>
                <a:ea typeface="Noto Sans KR"/>
                <a:cs typeface="Noto Sans KR"/>
              </a:defRPr>
            </a:lvl8pPr>
            <a:lvl9pPr algn="ctr">
              <a:defRPr sz="4500" b="1">
                <a:solidFill>
                  <a:srgbClr val="6554D9"/>
                </a:solidFill>
                <a:latin typeface="Noto Sans KR"/>
                <a:ea typeface="Noto Sans KR"/>
                <a:cs typeface="Noto Sans KR"/>
              </a:defRPr>
            </a:lvl9pPr>
          </a:lstStyle>
          <a:p xmlns:a="http://schemas.openxmlformats.org/drawingml/2006/main">
            <a:pPr algn="ctr">
              <a:defRPr sz="4500" b="1">
                <a:solidFill>
                  <a:srgbClr val="FF9B63"/>
                </a:solidFill>
                <a:latin typeface="Noto Sans KR"/>
                <a:ea typeface="Noto Sans KR"/>
                <a:cs typeface="Noto Sans KR"/>
              </a:defRPr>
            </a:pPr>
            <a:r>
              <a:rPr sz="4500" b="1">
                <a:solidFill>
                  <a:srgbClr val="6554D9"/>
                </a:solidFill>
                <a:latin typeface="Noto Sans KR"/>
                <a:ea typeface="Noto Sans KR"/>
                <a:cs typeface="Noto Sans KR"/>
              </a:rPr>
              <a:t>20% 할인</a:t>
            </a:r>
          </a:p>
        </p:txBody>
      </p:sp>
      <p:sp>
        <p:nvSpPr>
          <p:cNvPr id="9" name="할인 비용 함께 측정">
            <a:extLst xmlns:a="http://schemas.openxmlformats.org/drawingml/2006/main">
              <a:ext uri="{FF2B5EF4-FFF2-40B4-BE49-F238E27FC236}">
                <a16:creationId xmlns:a16="http://schemas.microsoft.com/office/drawing/2014/main" id="{FAB1A8DF-FF33-47FD-80C2-48E6B2DDB1E5}"/>
              </a:ext>
            </a:extLst>
          </p:cNvPr>
          <p:cNvSpPr>
            <a:spLocks xmlns:a="http://schemas.openxmlformats.org/drawingml/2006/main" noGrp="1"/>
          </p:cNvSpPr>
          <p:nvPr/>
        </p:nvSpPr>
        <p:spPr>
          <a:xfrm xmlns:a="http://schemas.openxmlformats.org/drawingml/2006/main">
            <a:off x="1276350" y="4667250"/>
            <a:ext cx="3857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738096"/>
                </a:solidFill>
                <a:latin typeface="Noto Sans KR"/>
                <a:ea typeface="Noto Sans KR"/>
                <a:cs typeface="Noto Sans KR"/>
              </a:defRPr>
            </a:defPPr>
            <a:lvl1pPr algn="ctr">
              <a:defRPr sz="1650" b="0">
                <a:solidFill>
                  <a:srgbClr val="738096"/>
                </a:solidFill>
                <a:latin typeface="Noto Sans KR"/>
                <a:ea typeface="Noto Sans KR"/>
                <a:cs typeface="Noto Sans KR"/>
              </a:defRPr>
            </a:lvl1pPr>
            <a:lvl2pPr algn="ctr">
              <a:defRPr sz="1650" b="0">
                <a:solidFill>
                  <a:srgbClr val="738096"/>
                </a:solidFill>
                <a:latin typeface="Noto Sans KR"/>
                <a:ea typeface="Noto Sans KR"/>
                <a:cs typeface="Noto Sans KR"/>
              </a:defRPr>
            </a:lvl2pPr>
            <a:lvl3pPr algn="ctr">
              <a:defRPr sz="1650" b="0">
                <a:solidFill>
                  <a:srgbClr val="738096"/>
                </a:solidFill>
                <a:latin typeface="Noto Sans KR"/>
                <a:ea typeface="Noto Sans KR"/>
                <a:cs typeface="Noto Sans KR"/>
              </a:defRPr>
            </a:lvl3pPr>
            <a:lvl4pPr algn="ctr">
              <a:defRPr sz="1650" b="0">
                <a:solidFill>
                  <a:srgbClr val="738096"/>
                </a:solidFill>
                <a:latin typeface="Noto Sans KR"/>
                <a:ea typeface="Noto Sans KR"/>
                <a:cs typeface="Noto Sans KR"/>
              </a:defRPr>
            </a:lvl4pPr>
            <a:lvl5pPr algn="ctr">
              <a:defRPr sz="1650" b="0">
                <a:solidFill>
                  <a:srgbClr val="738096"/>
                </a:solidFill>
                <a:latin typeface="Noto Sans KR"/>
                <a:ea typeface="Noto Sans KR"/>
                <a:cs typeface="Noto Sans KR"/>
              </a:defRPr>
            </a:lvl5pPr>
            <a:lvl6pPr algn="ctr">
              <a:defRPr sz="1650" b="0">
                <a:solidFill>
                  <a:srgbClr val="738096"/>
                </a:solidFill>
                <a:latin typeface="Noto Sans KR"/>
                <a:ea typeface="Noto Sans KR"/>
                <a:cs typeface="Noto Sans KR"/>
              </a:defRPr>
            </a:lvl6pPr>
            <a:lvl7pPr algn="ctr">
              <a:defRPr sz="1650" b="0">
                <a:solidFill>
                  <a:srgbClr val="738096"/>
                </a:solidFill>
                <a:latin typeface="Noto Sans KR"/>
                <a:ea typeface="Noto Sans KR"/>
                <a:cs typeface="Noto Sans KR"/>
              </a:defRPr>
            </a:lvl7pPr>
            <a:lvl8pPr algn="ctr">
              <a:defRPr sz="1650" b="0">
                <a:solidFill>
                  <a:srgbClr val="738096"/>
                </a:solidFill>
                <a:latin typeface="Noto Sans KR"/>
                <a:ea typeface="Noto Sans KR"/>
                <a:cs typeface="Noto Sans KR"/>
              </a:defRPr>
            </a:lvl8pPr>
            <a:lvl9pPr algn="ctr">
              <a:defRPr sz="1650" b="0">
                <a:solidFill>
                  <a:srgbClr val="738096"/>
                </a:solidFill>
                <a:latin typeface="Noto Sans KR"/>
                <a:ea typeface="Noto Sans KR"/>
                <a:cs typeface="Noto Sans KR"/>
              </a:defRPr>
            </a:lvl9pPr>
          </a:lstStyle>
          <a:p xmlns:a="http://schemas.openxmlformats.org/drawingml/2006/main">
            <a:pPr algn="ctr">
              <a:defRPr sz="1650" b="0">
                <a:solidFill>
                  <a:srgbClr val="BAC5D8"/>
                </a:solidFill>
                <a:latin typeface="Noto Sans KR"/>
                <a:ea typeface="Noto Sans KR"/>
                <a:cs typeface="Noto Sans KR"/>
              </a:defRPr>
            </a:pPr>
            <a:r>
              <a:rPr sz="1650" b="0">
                <a:solidFill>
                  <a:srgbClr val="738096"/>
                </a:solidFill>
                <a:latin typeface="Noto Sans KR"/>
                <a:ea typeface="Noto Sans KR"/>
                <a:cs typeface="Noto Sans KR"/>
              </a:rPr>
              <a:t>할인 비용 함께 측정</a:t>
            </a:r>
          </a:p>
        </p:txBody>
      </p:sp>
      <p:sp>
        <p:nvSpPr>
          <p:cNvPr id="10" name="VS">
            <a:extLst xmlns:a="http://schemas.openxmlformats.org/drawingml/2006/main">
              <a:ext uri="{FF2B5EF4-FFF2-40B4-BE49-F238E27FC236}">
                <a16:creationId xmlns:a16="http://schemas.microsoft.com/office/drawing/2014/main" id="{CA01A361-69EF-464B-A805-3AFF7A86657B}"/>
              </a:ext>
            </a:extLst>
          </p:cNvPr>
          <p:cNvSpPr>
            <a:spLocks xmlns:a="http://schemas.openxmlformats.org/drawingml/2006/main" noGrp="1"/>
          </p:cNvSpPr>
          <p:nvPr/>
        </p:nvSpPr>
        <p:spPr>
          <a:xfrm xmlns:a="http://schemas.openxmlformats.org/drawingml/2006/main">
            <a:off x="5429250" y="3705225"/>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75" b="1">
                <a:solidFill>
                  <a:srgbClr val="6554D9"/>
                </a:solidFill>
                <a:latin typeface="Noto Sans KR"/>
                <a:ea typeface="Noto Sans KR"/>
                <a:cs typeface="Noto Sans KR"/>
              </a:defRPr>
            </a:defPPr>
            <a:lvl1pPr algn="ctr">
              <a:defRPr sz="2475" b="1">
                <a:solidFill>
                  <a:srgbClr val="6554D9"/>
                </a:solidFill>
                <a:latin typeface="Noto Sans KR"/>
                <a:ea typeface="Noto Sans KR"/>
                <a:cs typeface="Noto Sans KR"/>
              </a:defRPr>
            </a:lvl1pPr>
            <a:lvl2pPr algn="ctr">
              <a:defRPr sz="2475" b="1">
                <a:solidFill>
                  <a:srgbClr val="6554D9"/>
                </a:solidFill>
                <a:latin typeface="Noto Sans KR"/>
                <a:ea typeface="Noto Sans KR"/>
                <a:cs typeface="Noto Sans KR"/>
              </a:defRPr>
            </a:lvl2pPr>
            <a:lvl3pPr algn="ctr">
              <a:defRPr sz="2475" b="1">
                <a:solidFill>
                  <a:srgbClr val="6554D9"/>
                </a:solidFill>
                <a:latin typeface="Noto Sans KR"/>
                <a:ea typeface="Noto Sans KR"/>
                <a:cs typeface="Noto Sans KR"/>
              </a:defRPr>
            </a:lvl3pPr>
            <a:lvl4pPr algn="ctr">
              <a:defRPr sz="2475" b="1">
                <a:solidFill>
                  <a:srgbClr val="6554D9"/>
                </a:solidFill>
                <a:latin typeface="Noto Sans KR"/>
                <a:ea typeface="Noto Sans KR"/>
                <a:cs typeface="Noto Sans KR"/>
              </a:defRPr>
            </a:lvl4pPr>
            <a:lvl5pPr algn="ctr">
              <a:defRPr sz="2475" b="1">
                <a:solidFill>
                  <a:srgbClr val="6554D9"/>
                </a:solidFill>
                <a:latin typeface="Noto Sans KR"/>
                <a:ea typeface="Noto Sans KR"/>
                <a:cs typeface="Noto Sans KR"/>
              </a:defRPr>
            </a:lvl5pPr>
            <a:lvl6pPr algn="ctr">
              <a:defRPr sz="2475" b="1">
                <a:solidFill>
                  <a:srgbClr val="6554D9"/>
                </a:solidFill>
                <a:latin typeface="Noto Sans KR"/>
                <a:ea typeface="Noto Sans KR"/>
                <a:cs typeface="Noto Sans KR"/>
              </a:defRPr>
            </a:lvl6pPr>
            <a:lvl7pPr algn="ctr">
              <a:defRPr sz="2475" b="1">
                <a:solidFill>
                  <a:srgbClr val="6554D9"/>
                </a:solidFill>
                <a:latin typeface="Noto Sans KR"/>
                <a:ea typeface="Noto Sans KR"/>
                <a:cs typeface="Noto Sans KR"/>
              </a:defRPr>
            </a:lvl7pPr>
            <a:lvl8pPr algn="ctr">
              <a:defRPr sz="2475" b="1">
                <a:solidFill>
                  <a:srgbClr val="6554D9"/>
                </a:solidFill>
                <a:latin typeface="Noto Sans KR"/>
                <a:ea typeface="Noto Sans KR"/>
                <a:cs typeface="Noto Sans KR"/>
              </a:defRPr>
            </a:lvl8pPr>
            <a:lvl9pPr algn="ctr">
              <a:defRPr sz="2475" b="1">
                <a:solidFill>
                  <a:srgbClr val="6554D9"/>
                </a:solidFill>
                <a:latin typeface="Noto Sans KR"/>
                <a:ea typeface="Noto Sans KR"/>
                <a:cs typeface="Noto Sans KR"/>
              </a:defRPr>
            </a:lvl9pPr>
          </a:lstStyle>
          <a:p xmlns:a="http://schemas.openxmlformats.org/drawingml/2006/main">
            <a:pPr algn="ctr">
              <a:defRPr sz="2475" b="1">
                <a:solidFill>
                  <a:srgbClr val="FF9B63"/>
                </a:solidFill>
                <a:latin typeface="Noto Sans KR"/>
                <a:ea typeface="Noto Sans KR"/>
                <a:cs typeface="Noto Sans KR"/>
              </a:defRPr>
            </a:pPr>
            <a:r>
              <a:rPr sz="2475" b="1">
                <a:solidFill>
                  <a:srgbClr val="6554D9"/>
                </a:solidFill>
                <a:latin typeface="Noto Sans KR"/>
                <a:ea typeface="Noto Sans KR"/>
                <a:cs typeface="Noto Sans KR"/>
              </a:rPr>
              <a:t>VS</a:t>
            </a:r>
          </a:p>
        </p:txBody>
      </p:sp>
      <p:sp>
        <p:nvSpPr>
          <p:cNvPr id="11" name="">
            <a:extLst xmlns:a="http://schemas.openxmlformats.org/drawingml/2006/main">
              <a:ext uri="{FF2B5EF4-FFF2-40B4-BE49-F238E27FC236}">
                <a16:creationId xmlns:a16="http://schemas.microsoft.com/office/drawing/2014/main" id="{43241A18-3A0A-4257-8291-F06170A361EA}"/>
              </a:ext>
            </a:extLst>
          </p:cNvPr>
          <p:cNvSpPr>
            <a:spLocks xmlns:a="http://schemas.openxmlformats.org/drawingml/2006/main" noGrp="1"/>
          </p:cNvSpPr>
          <p:nvPr/>
        </p:nvSpPr>
        <p:spPr>
          <a:xfrm xmlns:a="http://schemas.openxmlformats.org/drawingml/2006/main">
            <a:off x="6391275" y="2752725"/>
            <a:ext cx="4714875" cy="2476500"/>
          </a:xfrm>
          <a:prstGeom xmlns:a="http://schemas.openxmlformats.org/drawingml/2006/main" prst="roundRect">
            <a:avLst>
              <a:gd name="adj" fmla="val 6923"/>
            </a:avLst>
          </a:prstGeom>
          <a:solidFill xmlns:a="http://schemas.openxmlformats.org/drawingml/2006/main">
            <a:srgbClr val="E4F3EF"/>
          </a:solidFill>
          <a:ln xmlns:a="http://schemas.openxmlformats.org/drawingml/2006/main" w="14288">
            <a:solidFill>
              <a:srgbClr val="CCC8DF"/>
            </a:solidFill>
            <a:prstDash val="solid"/>
          </a:ln>
        </p:spPr>
      </p:sp>
      <p:sp>
        <p:nvSpPr>
          <p:cNvPr id="12" name="B · 비가격 혜택">
            <a:extLst xmlns:a="http://schemas.openxmlformats.org/drawingml/2006/main">
              <a:ext uri="{FF2B5EF4-FFF2-40B4-BE49-F238E27FC236}">
                <a16:creationId xmlns:a16="http://schemas.microsoft.com/office/drawing/2014/main" id="{7DB9A22C-9D77-4558-8E87-DAD3E3D446E8}"/>
              </a:ext>
            </a:extLst>
          </p:cNvPr>
          <p:cNvSpPr>
            <a:spLocks xmlns:a="http://schemas.openxmlformats.org/drawingml/2006/main" noGrp="1"/>
          </p:cNvSpPr>
          <p:nvPr/>
        </p:nvSpPr>
        <p:spPr>
          <a:xfrm xmlns:a="http://schemas.openxmlformats.org/drawingml/2006/main">
            <a:off x="6619875" y="2943225"/>
            <a:ext cx="4257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49780"/>
                </a:solidFill>
                <a:latin typeface="Noto Sans KR"/>
                <a:ea typeface="Noto Sans KR"/>
                <a:cs typeface="Noto Sans KR"/>
              </a:defRPr>
            </a:defPPr>
            <a:lvl1pPr algn="ctr">
              <a:defRPr sz="2175" b="1">
                <a:solidFill>
                  <a:srgbClr val="149780"/>
                </a:solidFill>
                <a:latin typeface="Noto Sans KR"/>
                <a:ea typeface="Noto Sans KR"/>
                <a:cs typeface="Noto Sans KR"/>
              </a:defRPr>
            </a:lvl1pPr>
            <a:lvl2pPr algn="ctr">
              <a:defRPr sz="2175" b="1">
                <a:solidFill>
                  <a:srgbClr val="149780"/>
                </a:solidFill>
                <a:latin typeface="Noto Sans KR"/>
                <a:ea typeface="Noto Sans KR"/>
                <a:cs typeface="Noto Sans KR"/>
              </a:defRPr>
            </a:lvl2pPr>
            <a:lvl3pPr algn="ctr">
              <a:defRPr sz="2175" b="1">
                <a:solidFill>
                  <a:srgbClr val="149780"/>
                </a:solidFill>
                <a:latin typeface="Noto Sans KR"/>
                <a:ea typeface="Noto Sans KR"/>
                <a:cs typeface="Noto Sans KR"/>
              </a:defRPr>
            </a:lvl3pPr>
            <a:lvl4pPr algn="ctr">
              <a:defRPr sz="2175" b="1">
                <a:solidFill>
                  <a:srgbClr val="149780"/>
                </a:solidFill>
                <a:latin typeface="Noto Sans KR"/>
                <a:ea typeface="Noto Sans KR"/>
                <a:cs typeface="Noto Sans KR"/>
              </a:defRPr>
            </a:lvl4pPr>
            <a:lvl5pPr algn="ctr">
              <a:defRPr sz="2175" b="1">
                <a:solidFill>
                  <a:srgbClr val="149780"/>
                </a:solidFill>
                <a:latin typeface="Noto Sans KR"/>
                <a:ea typeface="Noto Sans KR"/>
                <a:cs typeface="Noto Sans KR"/>
              </a:defRPr>
            </a:lvl5pPr>
            <a:lvl6pPr algn="ctr">
              <a:defRPr sz="2175" b="1">
                <a:solidFill>
                  <a:srgbClr val="149780"/>
                </a:solidFill>
                <a:latin typeface="Noto Sans KR"/>
                <a:ea typeface="Noto Sans KR"/>
                <a:cs typeface="Noto Sans KR"/>
              </a:defRPr>
            </a:lvl6pPr>
            <a:lvl7pPr algn="ctr">
              <a:defRPr sz="2175" b="1">
                <a:solidFill>
                  <a:srgbClr val="149780"/>
                </a:solidFill>
                <a:latin typeface="Noto Sans KR"/>
                <a:ea typeface="Noto Sans KR"/>
                <a:cs typeface="Noto Sans KR"/>
              </a:defRPr>
            </a:lvl7pPr>
            <a:lvl8pPr algn="ctr">
              <a:defRPr sz="2175" b="1">
                <a:solidFill>
                  <a:srgbClr val="149780"/>
                </a:solidFill>
                <a:latin typeface="Noto Sans KR"/>
                <a:ea typeface="Noto Sans KR"/>
                <a:cs typeface="Noto Sans KR"/>
              </a:defRPr>
            </a:lvl8pPr>
            <a:lvl9pPr algn="ctr">
              <a:defRPr sz="2175" b="1">
                <a:solidFill>
                  <a:srgbClr val="149780"/>
                </a:solidFill>
                <a:latin typeface="Noto Sans KR"/>
                <a:ea typeface="Noto Sans KR"/>
                <a:cs typeface="Noto Sans KR"/>
              </a:defRPr>
            </a:lvl9pPr>
          </a:lstStyle>
          <a:p xmlns:a="http://schemas.openxmlformats.org/drawingml/2006/main">
            <a:pPr algn="ctr">
              <a:defRPr sz="2175" b="1">
                <a:solidFill>
                  <a:srgbClr val="3CDD8A"/>
                </a:solidFill>
                <a:latin typeface="Noto Sans KR"/>
                <a:ea typeface="Noto Sans KR"/>
                <a:cs typeface="Noto Sans KR"/>
              </a:defRPr>
            </a:pPr>
            <a:r>
              <a:rPr sz="2175" b="1">
                <a:solidFill>
                  <a:srgbClr val="149780"/>
                </a:solidFill>
                <a:latin typeface="Noto Sans KR"/>
                <a:ea typeface="Noto Sans KR"/>
                <a:cs typeface="Noto Sans KR"/>
              </a:rPr>
              <a:t>B · 비가격 혜택</a:t>
            </a:r>
          </a:p>
        </p:txBody>
      </p:sp>
      <p:sp>
        <p:nvSpPr>
          <p:cNvPr id="13" name="회의공간 무료 이용&#10;집중 업무공간 무료 이용&#10;지정 좌석 제공">
            <a:extLst xmlns:a="http://schemas.openxmlformats.org/drawingml/2006/main">
              <a:ext uri="{FF2B5EF4-FFF2-40B4-BE49-F238E27FC236}">
                <a16:creationId xmlns:a16="http://schemas.microsoft.com/office/drawing/2014/main" id="{55A6BAE5-F3F7-450B-8FC5-418F4F5051C5}"/>
              </a:ext>
            </a:extLst>
          </p:cNvPr>
          <p:cNvSpPr>
            <a:spLocks xmlns:a="http://schemas.openxmlformats.org/drawingml/2006/main" noGrp="1"/>
          </p:cNvSpPr>
          <p:nvPr/>
        </p:nvSpPr>
        <p:spPr>
          <a:xfrm xmlns:a="http://schemas.openxmlformats.org/drawingml/2006/main">
            <a:off x="6715125" y="3552825"/>
            <a:ext cx="41148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92035"/>
                </a:solidFill>
                <a:latin typeface="Noto Sans KR"/>
                <a:ea typeface="Noto Sans KR"/>
                <a:cs typeface="Noto Sans KR"/>
              </a:defRPr>
            </a:defPPr>
            <a:lvl1pPr algn="ctr">
              <a:defRPr sz="2025" b="1">
                <a:solidFill>
                  <a:srgbClr val="192035"/>
                </a:solidFill>
                <a:latin typeface="Noto Sans KR"/>
                <a:ea typeface="Noto Sans KR"/>
                <a:cs typeface="Noto Sans KR"/>
              </a:defRPr>
            </a:lvl1pPr>
            <a:lvl2pPr algn="ctr">
              <a:defRPr sz="2025" b="1">
                <a:solidFill>
                  <a:srgbClr val="192035"/>
                </a:solidFill>
                <a:latin typeface="Noto Sans KR"/>
                <a:ea typeface="Noto Sans KR"/>
                <a:cs typeface="Noto Sans KR"/>
              </a:defRPr>
            </a:lvl2pPr>
            <a:lvl3pPr algn="ctr">
              <a:defRPr sz="2025" b="1">
                <a:solidFill>
                  <a:srgbClr val="192035"/>
                </a:solidFill>
                <a:latin typeface="Noto Sans KR"/>
                <a:ea typeface="Noto Sans KR"/>
                <a:cs typeface="Noto Sans KR"/>
              </a:defRPr>
            </a:lvl3pPr>
            <a:lvl4pPr algn="ctr">
              <a:defRPr sz="2025" b="1">
                <a:solidFill>
                  <a:srgbClr val="192035"/>
                </a:solidFill>
                <a:latin typeface="Noto Sans KR"/>
                <a:ea typeface="Noto Sans KR"/>
                <a:cs typeface="Noto Sans KR"/>
              </a:defRPr>
            </a:lvl4pPr>
            <a:lvl5pPr algn="ctr">
              <a:defRPr sz="2025" b="1">
                <a:solidFill>
                  <a:srgbClr val="192035"/>
                </a:solidFill>
                <a:latin typeface="Noto Sans KR"/>
                <a:ea typeface="Noto Sans KR"/>
                <a:cs typeface="Noto Sans KR"/>
              </a:defRPr>
            </a:lvl5pPr>
            <a:lvl6pPr algn="ctr">
              <a:defRPr sz="2025" b="1">
                <a:solidFill>
                  <a:srgbClr val="192035"/>
                </a:solidFill>
                <a:latin typeface="Noto Sans KR"/>
                <a:ea typeface="Noto Sans KR"/>
                <a:cs typeface="Noto Sans KR"/>
              </a:defRPr>
            </a:lvl6pPr>
            <a:lvl7pPr algn="ctr">
              <a:defRPr sz="2025" b="1">
                <a:solidFill>
                  <a:srgbClr val="192035"/>
                </a:solidFill>
                <a:latin typeface="Noto Sans KR"/>
                <a:ea typeface="Noto Sans KR"/>
                <a:cs typeface="Noto Sans KR"/>
              </a:defRPr>
            </a:lvl7pPr>
            <a:lvl8pPr algn="ctr">
              <a:defRPr sz="2025" b="1">
                <a:solidFill>
                  <a:srgbClr val="192035"/>
                </a:solidFill>
                <a:latin typeface="Noto Sans KR"/>
                <a:ea typeface="Noto Sans KR"/>
                <a:cs typeface="Noto Sans KR"/>
              </a:defRPr>
            </a:lvl8pPr>
            <a:lvl9pPr algn="ctr">
              <a:defRPr sz="2025" b="1">
                <a:solidFill>
                  <a:srgbClr val="192035"/>
                </a:solidFill>
                <a:latin typeface="Noto Sans KR"/>
                <a:ea typeface="Noto Sans KR"/>
                <a:cs typeface="Noto Sans KR"/>
              </a:defRPr>
            </a:lvl9pPr>
          </a:lstStyle>
          <a:p xmlns:a="http://schemas.openxmlformats.org/drawingml/2006/main">
            <a:pPr algn="ctr">
              <a:defRPr sz="2025" b="1">
                <a:solidFill>
                  <a:srgbClr val="F1F5F9"/>
                </a:solidFill>
                <a:latin typeface="Noto Sans KR"/>
                <a:ea typeface="Noto Sans KR"/>
                <a:cs typeface="Noto Sans KR"/>
              </a:defRPr>
            </a:pPr>
            <a:r>
              <a:rPr sz="2025" b="1">
                <a:solidFill>
                  <a:srgbClr val="192035"/>
                </a:solidFill>
                <a:latin typeface="Noto Sans KR"/>
                <a:ea typeface="Noto Sans KR"/>
                <a:cs typeface="Noto Sans KR"/>
              </a:rPr>
              <a:t>회의공간 무료 이용</a:t>
            </a:r>
          </a:p>
          <a:p xmlns:a="http://schemas.openxmlformats.org/drawingml/2006/main">
            <a:pPr algn="ctr">
              <a:defRPr sz="2025" b="1">
                <a:solidFill>
                  <a:srgbClr val="F1F5F9"/>
                </a:solidFill>
                <a:latin typeface="Noto Sans KR"/>
                <a:ea typeface="Noto Sans KR"/>
                <a:cs typeface="Noto Sans KR"/>
              </a:defRPr>
            </a:pPr>
            <a:r>
              <a:rPr sz="2025" b="1">
                <a:solidFill>
                  <a:srgbClr val="192035"/>
                </a:solidFill>
                <a:latin typeface="Noto Sans KR"/>
                <a:ea typeface="Noto Sans KR"/>
                <a:cs typeface="Noto Sans KR"/>
              </a:rPr>
              <a:t>집중 업무공간 무료 이용</a:t>
            </a:r>
          </a:p>
          <a:p xmlns:a="http://schemas.openxmlformats.org/drawingml/2006/main">
            <a:pPr algn="ctr">
              <a:defRPr sz="2025" b="1">
                <a:solidFill>
                  <a:srgbClr val="F1F5F9"/>
                </a:solidFill>
                <a:latin typeface="Noto Sans KR"/>
                <a:ea typeface="Noto Sans KR"/>
                <a:cs typeface="Noto Sans KR"/>
              </a:defRPr>
            </a:pPr>
            <a:r>
              <a:rPr sz="2025" b="1">
                <a:solidFill>
                  <a:srgbClr val="192035"/>
                </a:solidFill>
                <a:latin typeface="Noto Sans KR"/>
                <a:ea typeface="Noto Sans KR"/>
                <a:cs typeface="Noto Sans KR"/>
              </a:rPr>
              <a:t>지정 좌석 제공</a:t>
            </a:r>
          </a:p>
        </p:txBody>
      </p:sp>
      <p:sp>
        <p:nvSpPr>
          <p:cNvPr id="14" name="기간·횟수 고정 · 혜택 가치 유사하게 설계">
            <a:extLst xmlns:a="http://schemas.openxmlformats.org/drawingml/2006/main">
              <a:ext uri="{FF2B5EF4-FFF2-40B4-BE49-F238E27FC236}">
                <a16:creationId xmlns:a16="http://schemas.microsoft.com/office/drawing/2014/main" id="{7B01D1F7-077C-48E0-AD7D-37CC007EC72D}"/>
              </a:ext>
            </a:extLst>
          </p:cNvPr>
          <p:cNvSpPr>
            <a:spLocks xmlns:a="http://schemas.openxmlformats.org/drawingml/2006/main" noGrp="1"/>
          </p:cNvSpPr>
          <p:nvPr/>
        </p:nvSpPr>
        <p:spPr>
          <a:xfrm xmlns:a="http://schemas.openxmlformats.org/drawingml/2006/main">
            <a:off x="6572250" y="4810125"/>
            <a:ext cx="438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738096"/>
                </a:solidFill>
                <a:latin typeface="Noto Sans KR"/>
                <a:ea typeface="Noto Sans KR"/>
                <a:cs typeface="Noto Sans KR"/>
              </a:defRPr>
            </a:defPPr>
            <a:lvl1pPr algn="ctr">
              <a:defRPr sz="1350" b="0">
                <a:solidFill>
                  <a:srgbClr val="738096"/>
                </a:solidFill>
                <a:latin typeface="Noto Sans KR"/>
                <a:ea typeface="Noto Sans KR"/>
                <a:cs typeface="Noto Sans KR"/>
              </a:defRPr>
            </a:lvl1pPr>
            <a:lvl2pPr algn="ctr">
              <a:defRPr sz="1350" b="0">
                <a:solidFill>
                  <a:srgbClr val="738096"/>
                </a:solidFill>
                <a:latin typeface="Noto Sans KR"/>
                <a:ea typeface="Noto Sans KR"/>
                <a:cs typeface="Noto Sans KR"/>
              </a:defRPr>
            </a:lvl2pPr>
            <a:lvl3pPr algn="ctr">
              <a:defRPr sz="1350" b="0">
                <a:solidFill>
                  <a:srgbClr val="738096"/>
                </a:solidFill>
                <a:latin typeface="Noto Sans KR"/>
                <a:ea typeface="Noto Sans KR"/>
                <a:cs typeface="Noto Sans KR"/>
              </a:defRPr>
            </a:lvl3pPr>
            <a:lvl4pPr algn="ctr">
              <a:defRPr sz="1350" b="0">
                <a:solidFill>
                  <a:srgbClr val="738096"/>
                </a:solidFill>
                <a:latin typeface="Noto Sans KR"/>
                <a:ea typeface="Noto Sans KR"/>
                <a:cs typeface="Noto Sans KR"/>
              </a:defRPr>
            </a:lvl4pPr>
            <a:lvl5pPr algn="ctr">
              <a:defRPr sz="1350" b="0">
                <a:solidFill>
                  <a:srgbClr val="738096"/>
                </a:solidFill>
                <a:latin typeface="Noto Sans KR"/>
                <a:ea typeface="Noto Sans KR"/>
                <a:cs typeface="Noto Sans KR"/>
              </a:defRPr>
            </a:lvl5pPr>
            <a:lvl6pPr algn="ctr">
              <a:defRPr sz="1350" b="0">
                <a:solidFill>
                  <a:srgbClr val="738096"/>
                </a:solidFill>
                <a:latin typeface="Noto Sans KR"/>
                <a:ea typeface="Noto Sans KR"/>
                <a:cs typeface="Noto Sans KR"/>
              </a:defRPr>
            </a:lvl6pPr>
            <a:lvl7pPr algn="ctr">
              <a:defRPr sz="1350" b="0">
                <a:solidFill>
                  <a:srgbClr val="738096"/>
                </a:solidFill>
                <a:latin typeface="Noto Sans KR"/>
                <a:ea typeface="Noto Sans KR"/>
                <a:cs typeface="Noto Sans KR"/>
              </a:defRPr>
            </a:lvl7pPr>
            <a:lvl8pPr algn="ctr">
              <a:defRPr sz="1350" b="0">
                <a:solidFill>
                  <a:srgbClr val="738096"/>
                </a:solidFill>
                <a:latin typeface="Noto Sans KR"/>
                <a:ea typeface="Noto Sans KR"/>
                <a:cs typeface="Noto Sans KR"/>
              </a:defRPr>
            </a:lvl8pPr>
            <a:lvl9pPr algn="ctr">
              <a:defRPr sz="1350" b="0">
                <a:solidFill>
                  <a:srgbClr val="738096"/>
                </a:solidFill>
                <a:latin typeface="Noto Sans KR"/>
                <a:ea typeface="Noto Sans KR"/>
                <a:cs typeface="Noto Sans KR"/>
              </a:defRPr>
            </a:lvl9pPr>
          </a:lstStyle>
          <a:p xmlns:a="http://schemas.openxmlformats.org/drawingml/2006/main">
            <a:pPr algn="ctr">
              <a:defRPr sz="1350" b="0">
                <a:solidFill>
                  <a:srgbClr val="BAC5D8"/>
                </a:solidFill>
                <a:latin typeface="Noto Sans KR"/>
                <a:ea typeface="Noto Sans KR"/>
                <a:cs typeface="Noto Sans KR"/>
              </a:defRPr>
            </a:pPr>
            <a:r>
              <a:rPr sz="1350" b="0">
                <a:solidFill>
                  <a:srgbClr val="738096"/>
                </a:solidFill>
                <a:latin typeface="Noto Sans KR"/>
                <a:ea typeface="Noto Sans KR"/>
                <a:cs typeface="Noto Sans KR"/>
              </a:rPr>
              <a:t>혜택 구성·기간·횟수 고정 · 두 군의 혜택 가치 유사하게 설계</a:t>
            </a:r>
          </a:p>
        </p:txBody>
      </p:sp>
      <p:sp>
        <p:nvSpPr>
          <p:cNvPr id="15" name="7일 내 결제율  ·  30일 재결제율  ·  취소·할인·운영 비용">
            <a:extLst xmlns:a="http://schemas.openxmlformats.org/drawingml/2006/main">
              <a:ext uri="{FF2B5EF4-FFF2-40B4-BE49-F238E27FC236}">
                <a16:creationId xmlns:a16="http://schemas.microsoft.com/office/drawing/2014/main" id="{71088918-C6D9-4735-B03D-1B2828CF78E0}"/>
              </a:ext>
            </a:extLst>
          </p:cNvPr>
          <p:cNvSpPr>
            <a:spLocks xmlns:a="http://schemas.openxmlformats.org/drawingml/2006/main" noGrp="1"/>
          </p:cNvSpPr>
          <p:nvPr/>
        </p:nvSpPr>
        <p:spPr>
          <a:xfrm xmlns:a="http://schemas.openxmlformats.org/drawingml/2006/main">
            <a:off x="1104900" y="5410200"/>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92035"/>
                </a:solidFill>
                <a:latin typeface="Noto Sans KR"/>
                <a:ea typeface="Noto Sans KR"/>
                <a:cs typeface="Noto Sans KR"/>
              </a:defRPr>
            </a:defPPr>
            <a:lvl1pPr algn="ctr">
              <a:defRPr sz="1650" b="1">
                <a:solidFill>
                  <a:srgbClr val="192035"/>
                </a:solidFill>
                <a:latin typeface="Noto Sans KR"/>
                <a:ea typeface="Noto Sans KR"/>
                <a:cs typeface="Noto Sans KR"/>
              </a:defRPr>
            </a:lvl1pPr>
            <a:lvl2pPr algn="ctr">
              <a:defRPr sz="1650" b="1">
                <a:solidFill>
                  <a:srgbClr val="192035"/>
                </a:solidFill>
                <a:latin typeface="Noto Sans KR"/>
                <a:ea typeface="Noto Sans KR"/>
                <a:cs typeface="Noto Sans KR"/>
              </a:defRPr>
            </a:lvl2pPr>
            <a:lvl3pPr algn="ctr">
              <a:defRPr sz="1650" b="1">
                <a:solidFill>
                  <a:srgbClr val="192035"/>
                </a:solidFill>
                <a:latin typeface="Noto Sans KR"/>
                <a:ea typeface="Noto Sans KR"/>
                <a:cs typeface="Noto Sans KR"/>
              </a:defRPr>
            </a:lvl3pPr>
            <a:lvl4pPr algn="ctr">
              <a:defRPr sz="1650" b="1">
                <a:solidFill>
                  <a:srgbClr val="192035"/>
                </a:solidFill>
                <a:latin typeface="Noto Sans KR"/>
                <a:ea typeface="Noto Sans KR"/>
                <a:cs typeface="Noto Sans KR"/>
              </a:defRPr>
            </a:lvl4pPr>
            <a:lvl5pPr algn="ctr">
              <a:defRPr sz="1650" b="1">
                <a:solidFill>
                  <a:srgbClr val="192035"/>
                </a:solidFill>
                <a:latin typeface="Noto Sans KR"/>
                <a:ea typeface="Noto Sans KR"/>
                <a:cs typeface="Noto Sans KR"/>
              </a:defRPr>
            </a:lvl5pPr>
            <a:lvl6pPr algn="ctr">
              <a:defRPr sz="1650" b="1">
                <a:solidFill>
                  <a:srgbClr val="192035"/>
                </a:solidFill>
                <a:latin typeface="Noto Sans KR"/>
                <a:ea typeface="Noto Sans KR"/>
                <a:cs typeface="Noto Sans KR"/>
              </a:defRPr>
            </a:lvl6pPr>
            <a:lvl7pPr algn="ctr">
              <a:defRPr sz="1650" b="1">
                <a:solidFill>
                  <a:srgbClr val="192035"/>
                </a:solidFill>
                <a:latin typeface="Noto Sans KR"/>
                <a:ea typeface="Noto Sans KR"/>
                <a:cs typeface="Noto Sans KR"/>
              </a:defRPr>
            </a:lvl7pPr>
            <a:lvl8pPr algn="ctr">
              <a:defRPr sz="1650" b="1">
                <a:solidFill>
                  <a:srgbClr val="192035"/>
                </a:solidFill>
                <a:latin typeface="Noto Sans KR"/>
                <a:ea typeface="Noto Sans KR"/>
                <a:cs typeface="Noto Sans KR"/>
              </a:defRPr>
            </a:lvl8pPr>
            <a:lvl9pPr algn="ctr">
              <a:defRPr sz="1650" b="1">
                <a:solidFill>
                  <a:srgbClr val="192035"/>
                </a:solidFill>
                <a:latin typeface="Noto Sans KR"/>
                <a:ea typeface="Noto Sans KR"/>
                <a:cs typeface="Noto Sans KR"/>
              </a:defRPr>
            </a:lvl9pPr>
          </a:lstStyle>
          <a:p xmlns:a="http://schemas.openxmlformats.org/drawingml/2006/main">
            <a:pPr algn="ctr">
              <a:defRPr sz="1650" b="1">
                <a:solidFill>
                  <a:srgbClr val="F1F5F9"/>
                </a:solidFill>
                <a:latin typeface="Noto Sans KR"/>
                <a:ea typeface="Noto Sans KR"/>
                <a:cs typeface="Noto Sans KR"/>
              </a:defRPr>
            </a:pPr>
            <a:r>
              <a:rPr sz="1650" b="1">
                <a:solidFill>
                  <a:srgbClr val="192035"/>
                </a:solidFill>
                <a:latin typeface="Noto Sans KR"/>
                <a:ea typeface="Noto Sans KR"/>
                <a:cs typeface="Noto Sans KR"/>
              </a:rPr>
              <a:t>노출 후 7일 결제율 · 30일 재결제율 · 취소율 · 할인·운영비</a:t>
            </a:r>
          </a:p>
        </p:txBody>
      </p:sp>
      <p:sp>
        <p:nvSpPr>
          <p:cNvPr id="16" name="">
            <a:extLst xmlns:a="http://schemas.openxmlformats.org/drawingml/2006/main">
              <a:ext uri="{FF2B5EF4-FFF2-40B4-BE49-F238E27FC236}">
                <a16:creationId xmlns:a16="http://schemas.microsoft.com/office/drawing/2014/main" id="{5D205473-3999-410B-A484-14C221C7F1DC}"/>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prstDash val="solid"/>
          </a:ln>
        </p:spPr>
      </p:sp>
      <p:sp>
        <p:nvSpPr>
          <p:cNvPr id="17" name="일반 안내 대조군이 없어 기존 정책 대비 개선 효과는 확인할 수 없다">
            <a:extLst xmlns:a="http://schemas.openxmlformats.org/drawingml/2006/main">
              <a:ext uri="{FF2B5EF4-FFF2-40B4-BE49-F238E27FC236}">
                <a16:creationId xmlns:a16="http://schemas.microsoft.com/office/drawing/2014/main" id="{4C85F5F0-C857-48FA-9DDC-25F353B80433}"/>
              </a:ext>
            </a:extLst>
          </p:cNvPr>
          <p:cNvSpPr>
            <a:spLocks xmlns:a="http://schemas.openxmlformats.org/drawingml/2006/main" noGrp="1"/>
          </p:cNvSpPr>
          <p:nvPr/>
        </p:nvSpPr>
        <p:spPr>
          <a:xfrm xmlns:a="http://schemas.openxmlformats.org/drawingml/2006/main">
            <a:off x="1323975" y="5934075"/>
            <a:ext cx="9544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192035"/>
                </a:solidFill>
                <a:latin typeface="Noto Sans KR"/>
                <a:ea typeface="Noto Sans KR"/>
                <a:cs typeface="Noto Sans KR"/>
              </a:defRPr>
            </a:defPPr>
            <a:lvl1pPr algn="ctr">
              <a:defRPr sz="1575" b="1">
                <a:solidFill>
                  <a:srgbClr val="192035"/>
                </a:solidFill>
                <a:latin typeface="Noto Sans KR"/>
                <a:ea typeface="Noto Sans KR"/>
                <a:cs typeface="Noto Sans KR"/>
              </a:defRPr>
            </a:lvl1pPr>
            <a:lvl2pPr algn="ctr">
              <a:defRPr sz="1575" b="1">
                <a:solidFill>
                  <a:srgbClr val="192035"/>
                </a:solidFill>
                <a:latin typeface="Noto Sans KR"/>
                <a:ea typeface="Noto Sans KR"/>
                <a:cs typeface="Noto Sans KR"/>
              </a:defRPr>
            </a:lvl2pPr>
            <a:lvl3pPr algn="ctr">
              <a:defRPr sz="1575" b="1">
                <a:solidFill>
                  <a:srgbClr val="192035"/>
                </a:solidFill>
                <a:latin typeface="Noto Sans KR"/>
                <a:ea typeface="Noto Sans KR"/>
                <a:cs typeface="Noto Sans KR"/>
              </a:defRPr>
            </a:lvl3pPr>
            <a:lvl4pPr algn="ctr">
              <a:defRPr sz="1575" b="1">
                <a:solidFill>
                  <a:srgbClr val="192035"/>
                </a:solidFill>
                <a:latin typeface="Noto Sans KR"/>
                <a:ea typeface="Noto Sans KR"/>
                <a:cs typeface="Noto Sans KR"/>
              </a:defRPr>
            </a:lvl4pPr>
            <a:lvl5pPr algn="ctr">
              <a:defRPr sz="1575" b="1">
                <a:solidFill>
                  <a:srgbClr val="192035"/>
                </a:solidFill>
                <a:latin typeface="Noto Sans KR"/>
                <a:ea typeface="Noto Sans KR"/>
                <a:cs typeface="Noto Sans KR"/>
              </a:defRPr>
            </a:lvl5pPr>
            <a:lvl6pPr algn="ctr">
              <a:defRPr sz="1575" b="1">
                <a:solidFill>
                  <a:srgbClr val="192035"/>
                </a:solidFill>
                <a:latin typeface="Noto Sans KR"/>
                <a:ea typeface="Noto Sans KR"/>
                <a:cs typeface="Noto Sans KR"/>
              </a:defRPr>
            </a:lvl6pPr>
            <a:lvl7pPr algn="ctr">
              <a:defRPr sz="1575" b="1">
                <a:solidFill>
                  <a:srgbClr val="192035"/>
                </a:solidFill>
                <a:latin typeface="Noto Sans KR"/>
                <a:ea typeface="Noto Sans KR"/>
                <a:cs typeface="Noto Sans KR"/>
              </a:defRPr>
            </a:lvl7pPr>
            <a:lvl8pPr algn="ctr">
              <a:defRPr sz="1575" b="1">
                <a:solidFill>
                  <a:srgbClr val="192035"/>
                </a:solidFill>
                <a:latin typeface="Noto Sans KR"/>
                <a:ea typeface="Noto Sans KR"/>
                <a:cs typeface="Noto Sans KR"/>
              </a:defRPr>
            </a:lvl8pPr>
            <a:lvl9pPr algn="ctr">
              <a:defRPr sz="1575" b="1">
                <a:solidFill>
                  <a:srgbClr val="192035"/>
                </a:solidFill>
                <a:latin typeface="Noto Sans KR"/>
                <a:ea typeface="Noto Sans KR"/>
                <a:cs typeface="Noto Sans KR"/>
              </a:defRPr>
            </a:lvl9pPr>
          </a:lstStyle>
          <a:p xmlns:a="http://schemas.openxmlformats.org/drawingml/2006/main">
            <a:pPr algn="ctr">
              <a:defRPr sz="1650" b="1">
                <a:solidFill>
                  <a:srgbClr val="F1F5F9"/>
                </a:solidFill>
                <a:latin typeface="Noto Sans KR"/>
                <a:ea typeface="Noto Sans KR"/>
                <a:cs typeface="Noto Sans KR"/>
              </a:defRPr>
            </a:pPr>
            <a:r>
              <a:rPr sz="1575" b="1">
                <a:solidFill>
                  <a:srgbClr val="192035"/>
                </a:solidFill>
                <a:latin typeface="Noto Sans KR"/>
                <a:ea typeface="Noto Sans KR"/>
                <a:cs typeface="Noto Sans KR"/>
              </a:rPr>
              <a:t>두 혜택 간 상대 효과 비교 · 기존 정책 대비 개선 여부는 별도 대조군 필요</a:t>
            </a:r>
          </a:p>
        </p:txBody>
      </p:sp>
    </p:spTree>
    <p:extLst>
      <p:ext uri="{BB962C8B-B14F-4D97-AF65-F5344CB8AC3E}">
        <p14:creationId xmlns:p14="http://schemas.microsoft.com/office/powerpoint/2010/main" val="1154186990"/>
      </p:ext>
    </p:extLst>
  </p:cSld>
</p:sld>
</file>

<file path=ppt/slides/slide14.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03B9439-31C8-4E07-AA34-08CF995FBE3B}"/>
              </a:ext>
            </a:extLst>
          </p:cNvPr>
          <p:cNvPicPr>
            <a:picLocks xmlns:a="http://schemas.openxmlformats.org/drawingml/2006/main" noChangeAspect="1"/>
          </p:cNvPicPr>
          <p:nvPr/>
        </p:nvPicPr>
        <p:blipFill>
          <a:blip xmlns:r="http://schemas.openxmlformats.org/officeDocument/2006/relationships" xmlns:a="http://schemas.openxmlformats.org/drawingml/2006/main" r:embed="Rfd74e1edfaae480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검증한 안내·혜택을 CRM에 적용">
            <a:extLst xmlns:a="http://schemas.openxmlformats.org/drawingml/2006/main">
              <a:ext uri="{FF2B5EF4-FFF2-40B4-BE49-F238E27FC236}">
                <a16:creationId xmlns:a16="http://schemas.microsoft.com/office/drawing/2014/main" id="{2A84E27C-9548-43C1-ACC3-B21F1CB43F2B}"/>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92035"/>
                </a:solidFill>
                <a:latin typeface="Noto Sans KR"/>
                <a:ea typeface="Noto Sans KR"/>
                <a:cs typeface="Noto Sans KR"/>
              </a:defRPr>
            </a:defPPr>
            <a:lvl1pPr algn="ctr">
              <a:defRPr sz="2850" b="1">
                <a:solidFill>
                  <a:srgbClr val="192035"/>
                </a:solidFill>
                <a:latin typeface="Noto Sans KR"/>
                <a:ea typeface="Noto Sans KR"/>
                <a:cs typeface="Noto Sans KR"/>
              </a:defRPr>
            </a:lvl1pPr>
            <a:lvl2pPr algn="ctr">
              <a:defRPr sz="2850" b="1">
                <a:solidFill>
                  <a:srgbClr val="192035"/>
                </a:solidFill>
                <a:latin typeface="Noto Sans KR"/>
                <a:ea typeface="Noto Sans KR"/>
                <a:cs typeface="Noto Sans KR"/>
              </a:defRPr>
            </a:lvl2pPr>
            <a:lvl3pPr algn="ctr">
              <a:defRPr sz="2850" b="1">
                <a:solidFill>
                  <a:srgbClr val="192035"/>
                </a:solidFill>
                <a:latin typeface="Noto Sans KR"/>
                <a:ea typeface="Noto Sans KR"/>
                <a:cs typeface="Noto Sans KR"/>
              </a:defRPr>
            </a:lvl3pPr>
            <a:lvl4pPr algn="ctr">
              <a:defRPr sz="2850" b="1">
                <a:solidFill>
                  <a:srgbClr val="192035"/>
                </a:solidFill>
                <a:latin typeface="Noto Sans KR"/>
                <a:ea typeface="Noto Sans KR"/>
                <a:cs typeface="Noto Sans KR"/>
              </a:defRPr>
            </a:lvl4pPr>
            <a:lvl5pPr algn="ctr">
              <a:defRPr sz="2850" b="1">
                <a:solidFill>
                  <a:srgbClr val="192035"/>
                </a:solidFill>
                <a:latin typeface="Noto Sans KR"/>
                <a:ea typeface="Noto Sans KR"/>
                <a:cs typeface="Noto Sans KR"/>
              </a:defRPr>
            </a:lvl5pPr>
            <a:lvl6pPr algn="ctr">
              <a:defRPr sz="2850" b="1">
                <a:solidFill>
                  <a:srgbClr val="192035"/>
                </a:solidFill>
                <a:latin typeface="Noto Sans KR"/>
                <a:ea typeface="Noto Sans KR"/>
                <a:cs typeface="Noto Sans KR"/>
              </a:defRPr>
            </a:lvl6pPr>
            <a:lvl7pPr algn="ctr">
              <a:defRPr sz="2850" b="1">
                <a:solidFill>
                  <a:srgbClr val="192035"/>
                </a:solidFill>
                <a:latin typeface="Noto Sans KR"/>
                <a:ea typeface="Noto Sans KR"/>
                <a:cs typeface="Noto Sans KR"/>
              </a:defRPr>
            </a:lvl7pPr>
            <a:lvl8pPr algn="ctr">
              <a:defRPr sz="2850" b="1">
                <a:solidFill>
                  <a:srgbClr val="192035"/>
                </a:solidFill>
                <a:latin typeface="Noto Sans KR"/>
                <a:ea typeface="Noto Sans KR"/>
                <a:cs typeface="Noto Sans KR"/>
              </a:defRPr>
            </a:lvl8pPr>
            <a:lvl9pPr algn="ctr">
              <a:defRPr sz="2850" b="1">
                <a:solidFill>
                  <a:srgbClr val="192035"/>
                </a:solidFill>
                <a:latin typeface="Noto Sans KR"/>
                <a:ea typeface="Noto Sans KR"/>
                <a:cs typeface="Noto Sans KR"/>
              </a:defRPr>
            </a:lvl9pPr>
          </a:lstStyle>
          <a:p xmlns:a="http://schemas.openxmlformats.org/drawingml/2006/main">
            <a:pPr algn="ctr">
              <a:defRPr sz="2775" b="1">
                <a:solidFill>
                  <a:srgbClr val="192035"/>
                </a:solidFill>
                <a:latin typeface="Noto Sans KR"/>
                <a:ea typeface="Noto Sans KR"/>
                <a:cs typeface="Noto Sans KR"/>
              </a:defRPr>
            </a:pPr>
            <a:r>
              <a:rPr sz="2850" b="1">
                <a:solidFill>
                  <a:srgbClr val="192035"/>
                </a:solidFill>
                <a:latin typeface="Noto Sans KR"/>
                <a:ea typeface="Noto Sans KR"/>
                <a:cs typeface="Noto Sans KR"/>
              </a:rPr>
              <a:t>실험 결과를 CRM 운영에 반영</a:t>
            </a:r>
          </a:p>
        </p:txBody>
      </p:sp>
      <p:sp>
        <p:nvSpPr>
          <p:cNvPr id="4" name="">
            <a:extLst xmlns:a="http://schemas.openxmlformats.org/drawingml/2006/main">
              <a:ext uri="{FF2B5EF4-FFF2-40B4-BE49-F238E27FC236}">
                <a16:creationId xmlns:a16="http://schemas.microsoft.com/office/drawing/2014/main" id="{A6A72E6D-A27D-498E-A493-B6B553A25383}"/>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ln>
        </p:spPr>
      </p:sp>
      <p:sp>
        <p:nvSpPr>
          <p:cNvPr id="5" name="행동 요인과 경쟁사 정황만으로는 결제율 하락 원인을 확정하기 어려웠다">
            <a:extLst xmlns:a="http://schemas.openxmlformats.org/drawingml/2006/main">
              <a:ext uri="{FF2B5EF4-FFF2-40B4-BE49-F238E27FC236}">
                <a16:creationId xmlns:a16="http://schemas.microsoft.com/office/drawing/2014/main" id="{23F4668B-4AC2-408B-8CBE-8AC2986CF964}"/>
              </a:ext>
            </a:extLst>
          </p:cNvPr>
          <p:cNvSpPr>
            <a:spLocks xmlns:a="http://schemas.openxmlformats.org/drawingml/2006/main" noGrp="1"/>
          </p:cNvSpPr>
          <p:nvPr/>
        </p:nvSpPr>
        <p:spPr>
          <a:xfrm xmlns:a="http://schemas.openxmlformats.org/drawingml/2006/main">
            <a:off x="857250" y="2009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738096"/>
                </a:solidFill>
                <a:latin typeface="Noto Sans KR"/>
                <a:ea typeface="Noto Sans KR"/>
                <a:cs typeface="Noto Sans KR"/>
              </a:defRPr>
            </a:defPPr>
            <a:lvl1pPr algn="ctr">
              <a:defRPr sz="1425" b="0">
                <a:solidFill>
                  <a:srgbClr val="738096"/>
                </a:solidFill>
                <a:latin typeface="Noto Sans KR"/>
                <a:ea typeface="Noto Sans KR"/>
                <a:cs typeface="Noto Sans KR"/>
              </a:defRPr>
            </a:lvl1pPr>
            <a:lvl2pPr algn="ctr">
              <a:defRPr sz="1425" b="0">
                <a:solidFill>
                  <a:srgbClr val="738096"/>
                </a:solidFill>
                <a:latin typeface="Noto Sans KR"/>
                <a:ea typeface="Noto Sans KR"/>
                <a:cs typeface="Noto Sans KR"/>
              </a:defRPr>
            </a:lvl2pPr>
            <a:lvl3pPr algn="ctr">
              <a:defRPr sz="1425" b="0">
                <a:solidFill>
                  <a:srgbClr val="738096"/>
                </a:solidFill>
                <a:latin typeface="Noto Sans KR"/>
                <a:ea typeface="Noto Sans KR"/>
                <a:cs typeface="Noto Sans KR"/>
              </a:defRPr>
            </a:lvl3pPr>
            <a:lvl4pPr algn="ctr">
              <a:defRPr sz="1425" b="0">
                <a:solidFill>
                  <a:srgbClr val="738096"/>
                </a:solidFill>
                <a:latin typeface="Noto Sans KR"/>
                <a:ea typeface="Noto Sans KR"/>
                <a:cs typeface="Noto Sans KR"/>
              </a:defRPr>
            </a:lvl4pPr>
            <a:lvl5pPr algn="ctr">
              <a:defRPr sz="1425" b="0">
                <a:solidFill>
                  <a:srgbClr val="738096"/>
                </a:solidFill>
                <a:latin typeface="Noto Sans KR"/>
                <a:ea typeface="Noto Sans KR"/>
                <a:cs typeface="Noto Sans KR"/>
              </a:defRPr>
            </a:lvl5pPr>
            <a:lvl6pPr algn="ctr">
              <a:defRPr sz="1425" b="0">
                <a:solidFill>
                  <a:srgbClr val="738096"/>
                </a:solidFill>
                <a:latin typeface="Noto Sans KR"/>
                <a:ea typeface="Noto Sans KR"/>
                <a:cs typeface="Noto Sans KR"/>
              </a:defRPr>
            </a:lvl6pPr>
            <a:lvl7pPr algn="ctr">
              <a:defRPr sz="1425" b="0">
                <a:solidFill>
                  <a:srgbClr val="738096"/>
                </a:solidFill>
                <a:latin typeface="Noto Sans KR"/>
                <a:ea typeface="Noto Sans KR"/>
                <a:cs typeface="Noto Sans KR"/>
              </a:defRPr>
            </a:lvl7pPr>
            <a:lvl8pPr algn="ctr">
              <a:defRPr sz="1425" b="0">
                <a:solidFill>
                  <a:srgbClr val="738096"/>
                </a:solidFill>
                <a:latin typeface="Noto Sans KR"/>
                <a:ea typeface="Noto Sans KR"/>
                <a:cs typeface="Noto Sans KR"/>
              </a:defRPr>
            </a:lvl8pPr>
            <a:lvl9pPr algn="ctr">
              <a:defRPr sz="1425" b="0">
                <a:solidFill>
                  <a:srgbClr val="738096"/>
                </a:solidFill>
                <a:latin typeface="Noto Sans KR"/>
                <a:ea typeface="Noto Sans KR"/>
                <a:cs typeface="Noto Sans KR"/>
              </a:defRPr>
            </a:lvl9pPr>
          </a:lstStyle>
          <a:p xmlns:a="http://schemas.openxmlformats.org/drawingml/2006/main">
            <a:pPr algn="ctr">
              <a:defRPr sz="1425" b="0">
                <a:solidFill>
                  <a:srgbClr val="738096"/>
                </a:solidFill>
                <a:latin typeface="Noto Sans KR"/>
                <a:ea typeface="Noto Sans KR"/>
                <a:cs typeface="Noto Sans KR"/>
              </a:defRPr>
            </a:pPr>
            <a:r>
              <a:rPr sz="1425" b="0">
                <a:solidFill>
                  <a:srgbClr val="738096"/>
                </a:solidFill>
                <a:latin typeface="Noto Sans KR"/>
                <a:ea typeface="Noto Sans KR"/>
                <a:cs typeface="Noto Sans KR"/>
              </a:rPr>
              <a:t>분석만으로 원인을 확정하기 어려워 고객 응답과 실험을 후속 단계로 제안</a:t>
            </a:r>
          </a:p>
        </p:txBody>
      </p:sp>
      <p:sp>
        <p:nvSpPr>
          <p:cNvPr id="6" name="">
            <a:extLst xmlns:a="http://schemas.openxmlformats.org/drawingml/2006/main">
              <a:ext uri="{FF2B5EF4-FFF2-40B4-BE49-F238E27FC236}">
                <a16:creationId xmlns:a16="http://schemas.microsoft.com/office/drawing/2014/main" id="{5285512D-C585-4BD2-8D2D-DF280C50E3CF}"/>
              </a:ext>
            </a:extLst>
          </p:cNvPr>
          <p:cNvSpPr>
            <a:spLocks xmlns:a="http://schemas.openxmlformats.org/drawingml/2006/main" noGrp="1"/>
          </p:cNvSpPr>
          <p:nvPr/>
        </p:nvSpPr>
        <p:spPr>
          <a:xfrm xmlns:a="http://schemas.openxmlformats.org/drawingml/2006/main">
            <a:off x="1066800" y="2647950"/>
            <a:ext cx="3067050" cy="2695575"/>
          </a:xfrm>
          <a:prstGeom xmlns:a="http://schemas.openxmlformats.org/drawingml/2006/main" prst="roundRect">
            <a:avLst>
              <a:gd name="adj" fmla="val 6360"/>
            </a:avLst>
          </a:prstGeom>
          <a:solidFill xmlns:a="http://schemas.openxmlformats.org/drawingml/2006/main">
            <a:srgbClr val="F0EDF9"/>
          </a:solidFill>
          <a:ln xmlns:a="http://schemas.openxmlformats.org/drawingml/2006/main" w="14288">
            <a:solidFill>
              <a:srgbClr val="CCC8DF"/>
            </a:solidFill>
          </a:ln>
        </p:spPr>
      </p:sp>
      <p:sp>
        <p:nvSpPr>
          <p:cNvPr id="7" name="01  미결제 이유 투표">
            <a:extLst xmlns:a="http://schemas.openxmlformats.org/drawingml/2006/main">
              <a:ext uri="{FF2B5EF4-FFF2-40B4-BE49-F238E27FC236}">
                <a16:creationId xmlns:a16="http://schemas.microsoft.com/office/drawing/2014/main" id="{BF470743-B5D1-4D2E-A25E-F64812D6E066}"/>
              </a:ext>
            </a:extLst>
          </p:cNvPr>
          <p:cNvSpPr>
            <a:spLocks xmlns:a="http://schemas.openxmlformats.org/drawingml/2006/main" noGrp="1"/>
          </p:cNvSpPr>
          <p:nvPr/>
        </p:nvSpPr>
        <p:spPr>
          <a:xfrm xmlns:a="http://schemas.openxmlformats.org/drawingml/2006/main">
            <a:off x="1162050" y="2819400"/>
            <a:ext cx="2876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6554D9"/>
                </a:solidFill>
                <a:latin typeface="Noto Sans KR"/>
                <a:ea typeface="Noto Sans KR"/>
                <a:cs typeface="Noto Sans KR"/>
              </a:defRPr>
            </a:defPPr>
            <a:lvl1pPr algn="ctr">
              <a:defRPr sz="2025" b="1">
                <a:solidFill>
                  <a:srgbClr val="6554D9"/>
                </a:solidFill>
                <a:latin typeface="Noto Sans KR"/>
                <a:ea typeface="Noto Sans KR"/>
                <a:cs typeface="Noto Sans KR"/>
              </a:defRPr>
            </a:lvl1pPr>
            <a:lvl2pPr algn="ctr">
              <a:defRPr sz="2025" b="1">
                <a:solidFill>
                  <a:srgbClr val="6554D9"/>
                </a:solidFill>
                <a:latin typeface="Noto Sans KR"/>
                <a:ea typeface="Noto Sans KR"/>
                <a:cs typeface="Noto Sans KR"/>
              </a:defRPr>
            </a:lvl2pPr>
            <a:lvl3pPr algn="ctr">
              <a:defRPr sz="2025" b="1">
                <a:solidFill>
                  <a:srgbClr val="6554D9"/>
                </a:solidFill>
                <a:latin typeface="Noto Sans KR"/>
                <a:ea typeface="Noto Sans KR"/>
                <a:cs typeface="Noto Sans KR"/>
              </a:defRPr>
            </a:lvl3pPr>
            <a:lvl4pPr algn="ctr">
              <a:defRPr sz="2025" b="1">
                <a:solidFill>
                  <a:srgbClr val="6554D9"/>
                </a:solidFill>
                <a:latin typeface="Noto Sans KR"/>
                <a:ea typeface="Noto Sans KR"/>
                <a:cs typeface="Noto Sans KR"/>
              </a:defRPr>
            </a:lvl4pPr>
            <a:lvl5pPr algn="ctr">
              <a:defRPr sz="2025" b="1">
                <a:solidFill>
                  <a:srgbClr val="6554D9"/>
                </a:solidFill>
                <a:latin typeface="Noto Sans KR"/>
                <a:ea typeface="Noto Sans KR"/>
                <a:cs typeface="Noto Sans KR"/>
              </a:defRPr>
            </a:lvl5pPr>
            <a:lvl6pPr algn="ctr">
              <a:defRPr sz="2025" b="1">
                <a:solidFill>
                  <a:srgbClr val="6554D9"/>
                </a:solidFill>
                <a:latin typeface="Noto Sans KR"/>
                <a:ea typeface="Noto Sans KR"/>
                <a:cs typeface="Noto Sans KR"/>
              </a:defRPr>
            </a:lvl6pPr>
            <a:lvl7pPr algn="ctr">
              <a:defRPr sz="2025" b="1">
                <a:solidFill>
                  <a:srgbClr val="6554D9"/>
                </a:solidFill>
                <a:latin typeface="Noto Sans KR"/>
                <a:ea typeface="Noto Sans KR"/>
                <a:cs typeface="Noto Sans KR"/>
              </a:defRPr>
            </a:lvl7pPr>
            <a:lvl8pPr algn="ctr">
              <a:defRPr sz="2025" b="1">
                <a:solidFill>
                  <a:srgbClr val="6554D9"/>
                </a:solidFill>
                <a:latin typeface="Noto Sans KR"/>
                <a:ea typeface="Noto Sans KR"/>
                <a:cs typeface="Noto Sans KR"/>
              </a:defRPr>
            </a:lvl8pPr>
            <a:lvl9pPr algn="ctr">
              <a:defRPr sz="2025" b="1">
                <a:solidFill>
                  <a:srgbClr val="6554D9"/>
                </a:solidFill>
                <a:latin typeface="Noto Sans KR"/>
                <a:ea typeface="Noto Sans KR"/>
                <a:cs typeface="Noto Sans KR"/>
              </a:defRPr>
            </a:lvl9pPr>
          </a:lstStyle>
          <a:p xmlns:a="http://schemas.openxmlformats.org/drawingml/2006/main">
            <a:pPr algn="ctr">
              <a:defRPr sz="2025" b="1">
                <a:solidFill>
                  <a:srgbClr val="6554D9"/>
                </a:solidFill>
                <a:latin typeface="Noto Sans KR"/>
                <a:ea typeface="Noto Sans KR"/>
                <a:cs typeface="Noto Sans KR"/>
              </a:defRPr>
            </a:pPr>
            <a:r>
              <a:rPr sz="2025" b="1">
                <a:solidFill>
                  <a:srgbClr val="6554D9"/>
                </a:solidFill>
                <a:latin typeface="Noto Sans KR"/>
                <a:ea typeface="Noto Sans KR"/>
                <a:cs typeface="Noto Sans KR"/>
              </a:rPr>
              <a:t>01  미결제 이유 투표</a:t>
            </a:r>
          </a:p>
        </p:txBody>
      </p:sp>
      <p:sp>
        <p:nvSpPr>
          <p:cNvPr id="8" name="고객에게 이유를 묻고&#10;행동·결제 기록과 연결">
            <a:extLst xmlns:a="http://schemas.openxmlformats.org/drawingml/2006/main">
              <a:ext uri="{FF2B5EF4-FFF2-40B4-BE49-F238E27FC236}">
                <a16:creationId xmlns:a16="http://schemas.microsoft.com/office/drawing/2014/main" id="{969CE289-B462-49A8-ACAB-5D1F3C11E9F4}"/>
              </a:ext>
            </a:extLst>
          </p:cNvPr>
          <p:cNvSpPr>
            <a:spLocks xmlns:a="http://schemas.openxmlformats.org/drawingml/2006/main" noGrp="1"/>
          </p:cNvSpPr>
          <p:nvPr/>
        </p:nvSpPr>
        <p:spPr>
          <a:xfrm xmlns:a="http://schemas.openxmlformats.org/drawingml/2006/main">
            <a:off x="1190625" y="3609975"/>
            <a:ext cx="2819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0">
                <a:solidFill>
                  <a:srgbClr val="192035"/>
                </a:solidFill>
                <a:latin typeface="Noto Sans KR"/>
                <a:ea typeface="Noto Sans KR"/>
                <a:cs typeface="Noto Sans KR"/>
              </a:defRPr>
            </a:defPPr>
            <a:lvl1pPr algn="ctr">
              <a:defRPr sz="1800" b="0">
                <a:solidFill>
                  <a:srgbClr val="192035"/>
                </a:solidFill>
                <a:latin typeface="Noto Sans KR"/>
                <a:ea typeface="Noto Sans KR"/>
                <a:cs typeface="Noto Sans KR"/>
              </a:defRPr>
            </a:lvl1pPr>
            <a:lvl2pPr algn="ctr">
              <a:defRPr sz="1800" b="0">
                <a:solidFill>
                  <a:srgbClr val="192035"/>
                </a:solidFill>
                <a:latin typeface="Noto Sans KR"/>
                <a:ea typeface="Noto Sans KR"/>
                <a:cs typeface="Noto Sans KR"/>
              </a:defRPr>
            </a:lvl2pPr>
            <a:lvl3pPr algn="ctr">
              <a:defRPr sz="1800" b="0">
                <a:solidFill>
                  <a:srgbClr val="192035"/>
                </a:solidFill>
                <a:latin typeface="Noto Sans KR"/>
                <a:ea typeface="Noto Sans KR"/>
                <a:cs typeface="Noto Sans KR"/>
              </a:defRPr>
            </a:lvl3pPr>
            <a:lvl4pPr algn="ctr">
              <a:defRPr sz="1800" b="0">
                <a:solidFill>
                  <a:srgbClr val="192035"/>
                </a:solidFill>
                <a:latin typeface="Noto Sans KR"/>
                <a:ea typeface="Noto Sans KR"/>
                <a:cs typeface="Noto Sans KR"/>
              </a:defRPr>
            </a:lvl4pPr>
            <a:lvl5pPr algn="ctr">
              <a:defRPr sz="1800" b="0">
                <a:solidFill>
                  <a:srgbClr val="192035"/>
                </a:solidFill>
                <a:latin typeface="Noto Sans KR"/>
                <a:ea typeface="Noto Sans KR"/>
                <a:cs typeface="Noto Sans KR"/>
              </a:defRPr>
            </a:lvl5pPr>
            <a:lvl6pPr algn="ctr">
              <a:defRPr sz="1800" b="0">
                <a:solidFill>
                  <a:srgbClr val="192035"/>
                </a:solidFill>
                <a:latin typeface="Noto Sans KR"/>
                <a:ea typeface="Noto Sans KR"/>
                <a:cs typeface="Noto Sans KR"/>
              </a:defRPr>
            </a:lvl6pPr>
            <a:lvl7pPr algn="ctr">
              <a:defRPr sz="1800" b="0">
                <a:solidFill>
                  <a:srgbClr val="192035"/>
                </a:solidFill>
                <a:latin typeface="Noto Sans KR"/>
                <a:ea typeface="Noto Sans KR"/>
                <a:cs typeface="Noto Sans KR"/>
              </a:defRPr>
            </a:lvl7pPr>
            <a:lvl8pPr algn="ctr">
              <a:defRPr sz="1800" b="0">
                <a:solidFill>
                  <a:srgbClr val="192035"/>
                </a:solidFill>
                <a:latin typeface="Noto Sans KR"/>
                <a:ea typeface="Noto Sans KR"/>
                <a:cs typeface="Noto Sans KR"/>
              </a:defRPr>
            </a:lvl8pPr>
            <a:lvl9pPr algn="ctr">
              <a:defRPr sz="1800" b="0">
                <a:solidFill>
                  <a:srgbClr val="192035"/>
                </a:solidFill>
                <a:latin typeface="Noto Sans KR"/>
                <a:ea typeface="Noto Sans KR"/>
                <a:cs typeface="Noto Sans KR"/>
              </a:defRPr>
            </a:lvl9pPr>
          </a:lstStyle>
          <a:p xmlns:a="http://schemas.openxmlformats.org/drawingml/2006/main">
            <a:pPr algn="ctr">
              <a:defRPr sz="1800" b="0">
                <a:solidFill>
                  <a:srgbClr val="192035"/>
                </a:solidFill>
                <a:latin typeface="Noto Sans KR"/>
                <a:ea typeface="Noto Sans KR"/>
                <a:cs typeface="Noto Sans KR"/>
              </a:defRPr>
            </a:pPr>
            <a:r>
              <a:rPr sz="1800" b="0">
                <a:solidFill>
                  <a:srgbClr val="192035"/>
                </a:solidFill>
                <a:latin typeface="Noto Sans KR"/>
                <a:ea typeface="Noto Sans KR"/>
                <a:cs typeface="Noto Sans KR"/>
              </a:rPr>
              <a:t>고객에게 이유를 묻고</a:t>
            </a:r>
          </a:p>
          <a:p xmlns:a="http://schemas.openxmlformats.org/drawingml/2006/main">
            <a:pPr algn="ctr">
              <a:defRPr sz="1800" b="0">
                <a:solidFill>
                  <a:srgbClr val="192035"/>
                </a:solidFill>
                <a:latin typeface="Noto Sans KR"/>
                <a:ea typeface="Noto Sans KR"/>
                <a:cs typeface="Noto Sans KR"/>
              </a:defRPr>
            </a:pPr>
            <a:r>
              <a:rPr sz="1800" b="0">
                <a:solidFill>
                  <a:srgbClr val="192035"/>
                </a:solidFill>
                <a:latin typeface="Noto Sans KR"/>
                <a:ea typeface="Noto Sans KR"/>
                <a:cs typeface="Noto Sans KR"/>
              </a:rPr>
              <a:t>행동·결제 기록과 연결</a:t>
            </a:r>
          </a:p>
        </p:txBody>
      </p:sp>
      <p:sp>
        <p:nvSpPr>
          <p:cNvPr id="9" name="원인 후보 좁히기">
            <a:extLst xmlns:a="http://schemas.openxmlformats.org/drawingml/2006/main">
              <a:ext uri="{FF2B5EF4-FFF2-40B4-BE49-F238E27FC236}">
                <a16:creationId xmlns:a16="http://schemas.microsoft.com/office/drawing/2014/main" id="{C66AEA8F-2ADF-41E1-93FF-7B97DA4FF615}"/>
              </a:ext>
            </a:extLst>
          </p:cNvPr>
          <p:cNvSpPr>
            <a:spLocks xmlns:a="http://schemas.openxmlformats.org/drawingml/2006/main" noGrp="1"/>
          </p:cNvSpPr>
          <p:nvPr/>
        </p:nvSpPr>
        <p:spPr>
          <a:xfrm xmlns:a="http://schemas.openxmlformats.org/drawingml/2006/main">
            <a:off x="1181100" y="4819650"/>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6554D9"/>
                </a:solidFill>
                <a:latin typeface="Noto Sans KR"/>
                <a:ea typeface="Noto Sans KR"/>
                <a:cs typeface="Noto Sans KR"/>
              </a:defRPr>
            </a:defPPr>
            <a:lvl1pPr algn="ctr">
              <a:defRPr sz="1725" b="1">
                <a:solidFill>
                  <a:srgbClr val="6554D9"/>
                </a:solidFill>
                <a:latin typeface="Noto Sans KR"/>
                <a:ea typeface="Noto Sans KR"/>
                <a:cs typeface="Noto Sans KR"/>
              </a:defRPr>
            </a:lvl1pPr>
            <a:lvl2pPr algn="ctr">
              <a:defRPr sz="1725" b="1">
                <a:solidFill>
                  <a:srgbClr val="6554D9"/>
                </a:solidFill>
                <a:latin typeface="Noto Sans KR"/>
                <a:ea typeface="Noto Sans KR"/>
                <a:cs typeface="Noto Sans KR"/>
              </a:defRPr>
            </a:lvl2pPr>
            <a:lvl3pPr algn="ctr">
              <a:defRPr sz="1725" b="1">
                <a:solidFill>
                  <a:srgbClr val="6554D9"/>
                </a:solidFill>
                <a:latin typeface="Noto Sans KR"/>
                <a:ea typeface="Noto Sans KR"/>
                <a:cs typeface="Noto Sans KR"/>
              </a:defRPr>
            </a:lvl3pPr>
            <a:lvl4pPr algn="ctr">
              <a:defRPr sz="1725" b="1">
                <a:solidFill>
                  <a:srgbClr val="6554D9"/>
                </a:solidFill>
                <a:latin typeface="Noto Sans KR"/>
                <a:ea typeface="Noto Sans KR"/>
                <a:cs typeface="Noto Sans KR"/>
              </a:defRPr>
            </a:lvl4pPr>
            <a:lvl5pPr algn="ctr">
              <a:defRPr sz="1725" b="1">
                <a:solidFill>
                  <a:srgbClr val="6554D9"/>
                </a:solidFill>
                <a:latin typeface="Noto Sans KR"/>
                <a:ea typeface="Noto Sans KR"/>
                <a:cs typeface="Noto Sans KR"/>
              </a:defRPr>
            </a:lvl5pPr>
            <a:lvl6pPr algn="ctr">
              <a:defRPr sz="1725" b="1">
                <a:solidFill>
                  <a:srgbClr val="6554D9"/>
                </a:solidFill>
                <a:latin typeface="Noto Sans KR"/>
                <a:ea typeface="Noto Sans KR"/>
                <a:cs typeface="Noto Sans KR"/>
              </a:defRPr>
            </a:lvl6pPr>
            <a:lvl7pPr algn="ctr">
              <a:defRPr sz="1725" b="1">
                <a:solidFill>
                  <a:srgbClr val="6554D9"/>
                </a:solidFill>
                <a:latin typeface="Noto Sans KR"/>
                <a:ea typeface="Noto Sans KR"/>
                <a:cs typeface="Noto Sans KR"/>
              </a:defRPr>
            </a:lvl7pPr>
            <a:lvl8pPr algn="ctr">
              <a:defRPr sz="1725" b="1">
                <a:solidFill>
                  <a:srgbClr val="6554D9"/>
                </a:solidFill>
                <a:latin typeface="Noto Sans KR"/>
                <a:ea typeface="Noto Sans KR"/>
                <a:cs typeface="Noto Sans KR"/>
              </a:defRPr>
            </a:lvl8pPr>
            <a:lvl9pPr algn="ctr">
              <a:defRPr sz="1725" b="1">
                <a:solidFill>
                  <a:srgbClr val="6554D9"/>
                </a:solidFill>
                <a:latin typeface="Noto Sans KR"/>
                <a:ea typeface="Noto Sans KR"/>
                <a:cs typeface="Noto Sans KR"/>
              </a:defRPr>
            </a:lvl9pPr>
          </a:lstStyle>
          <a:p xmlns:a="http://schemas.openxmlformats.org/drawingml/2006/main">
            <a:pPr algn="ctr">
              <a:defRPr sz="1725" b="1">
                <a:solidFill>
                  <a:srgbClr val="6554D9"/>
                </a:solidFill>
                <a:latin typeface="Noto Sans KR"/>
                <a:ea typeface="Noto Sans KR"/>
                <a:cs typeface="Noto Sans KR"/>
              </a:defRPr>
            </a:pPr>
            <a:r>
              <a:rPr sz="1725" b="1">
                <a:solidFill>
                  <a:srgbClr val="6554D9"/>
                </a:solidFill>
                <a:latin typeface="Noto Sans KR"/>
                <a:ea typeface="Noto Sans KR"/>
                <a:cs typeface="Noto Sans KR"/>
              </a:rPr>
              <a:t>원인 후보 좁히기</a:t>
            </a:r>
          </a:p>
        </p:txBody>
      </p:sp>
      <p:sp>
        <p:nvSpPr>
          <p:cNvPr id="10" name="">
            <a:extLst xmlns:a="http://schemas.openxmlformats.org/drawingml/2006/main">
              <a:ext uri="{FF2B5EF4-FFF2-40B4-BE49-F238E27FC236}">
                <a16:creationId xmlns:a16="http://schemas.microsoft.com/office/drawing/2014/main" id="{B9EB984F-9EEA-4AD2-93AD-933F6869AD3B}"/>
              </a:ext>
            </a:extLst>
          </p:cNvPr>
          <p:cNvSpPr>
            <a:spLocks xmlns:a="http://schemas.openxmlformats.org/drawingml/2006/main" noGrp="1"/>
          </p:cNvSpPr>
          <p:nvPr/>
        </p:nvSpPr>
        <p:spPr>
          <a:xfrm xmlns:a="http://schemas.openxmlformats.org/drawingml/2006/main">
            <a:off x="4552950" y="2647950"/>
            <a:ext cx="3067050" cy="2695575"/>
          </a:xfrm>
          <a:prstGeom xmlns:a="http://schemas.openxmlformats.org/drawingml/2006/main" prst="roundRect">
            <a:avLst>
              <a:gd name="adj" fmla="val 6360"/>
            </a:avLst>
          </a:prstGeom>
          <a:solidFill xmlns:a="http://schemas.openxmlformats.org/drawingml/2006/main">
            <a:srgbClr val="E4F3EF"/>
          </a:solidFill>
          <a:ln xmlns:a="http://schemas.openxmlformats.org/drawingml/2006/main" w="14288">
            <a:solidFill>
              <a:srgbClr val="CCC8DF"/>
            </a:solidFill>
          </a:ln>
        </p:spPr>
      </p:sp>
      <p:sp>
        <p:nvSpPr>
          <p:cNvPr id="11" name="02  A/B 테스트">
            <a:extLst xmlns:a="http://schemas.openxmlformats.org/drawingml/2006/main">
              <a:ext uri="{FF2B5EF4-FFF2-40B4-BE49-F238E27FC236}">
                <a16:creationId xmlns:a16="http://schemas.microsoft.com/office/drawing/2014/main" id="{D537723C-94E3-47D7-AF60-894E9EB5A493}"/>
              </a:ext>
            </a:extLst>
          </p:cNvPr>
          <p:cNvSpPr>
            <a:spLocks xmlns:a="http://schemas.openxmlformats.org/drawingml/2006/main" noGrp="1"/>
          </p:cNvSpPr>
          <p:nvPr/>
        </p:nvSpPr>
        <p:spPr>
          <a:xfrm xmlns:a="http://schemas.openxmlformats.org/drawingml/2006/main">
            <a:off x="4648200" y="2819400"/>
            <a:ext cx="2876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49780"/>
                </a:solidFill>
                <a:latin typeface="Noto Sans KR"/>
                <a:ea typeface="Noto Sans KR"/>
                <a:cs typeface="Noto Sans KR"/>
              </a:defRPr>
            </a:defPPr>
            <a:lvl1pPr algn="ctr">
              <a:defRPr sz="2025" b="1">
                <a:solidFill>
                  <a:srgbClr val="149780"/>
                </a:solidFill>
                <a:latin typeface="Noto Sans KR"/>
                <a:ea typeface="Noto Sans KR"/>
                <a:cs typeface="Noto Sans KR"/>
              </a:defRPr>
            </a:lvl1pPr>
            <a:lvl2pPr algn="ctr">
              <a:defRPr sz="2025" b="1">
                <a:solidFill>
                  <a:srgbClr val="149780"/>
                </a:solidFill>
                <a:latin typeface="Noto Sans KR"/>
                <a:ea typeface="Noto Sans KR"/>
                <a:cs typeface="Noto Sans KR"/>
              </a:defRPr>
            </a:lvl2pPr>
            <a:lvl3pPr algn="ctr">
              <a:defRPr sz="2025" b="1">
                <a:solidFill>
                  <a:srgbClr val="149780"/>
                </a:solidFill>
                <a:latin typeface="Noto Sans KR"/>
                <a:ea typeface="Noto Sans KR"/>
                <a:cs typeface="Noto Sans KR"/>
              </a:defRPr>
            </a:lvl3pPr>
            <a:lvl4pPr algn="ctr">
              <a:defRPr sz="2025" b="1">
                <a:solidFill>
                  <a:srgbClr val="149780"/>
                </a:solidFill>
                <a:latin typeface="Noto Sans KR"/>
                <a:ea typeface="Noto Sans KR"/>
                <a:cs typeface="Noto Sans KR"/>
              </a:defRPr>
            </a:lvl4pPr>
            <a:lvl5pPr algn="ctr">
              <a:defRPr sz="2025" b="1">
                <a:solidFill>
                  <a:srgbClr val="149780"/>
                </a:solidFill>
                <a:latin typeface="Noto Sans KR"/>
                <a:ea typeface="Noto Sans KR"/>
                <a:cs typeface="Noto Sans KR"/>
              </a:defRPr>
            </a:lvl5pPr>
            <a:lvl6pPr algn="ctr">
              <a:defRPr sz="2025" b="1">
                <a:solidFill>
                  <a:srgbClr val="149780"/>
                </a:solidFill>
                <a:latin typeface="Noto Sans KR"/>
                <a:ea typeface="Noto Sans KR"/>
                <a:cs typeface="Noto Sans KR"/>
              </a:defRPr>
            </a:lvl6pPr>
            <a:lvl7pPr algn="ctr">
              <a:defRPr sz="2025" b="1">
                <a:solidFill>
                  <a:srgbClr val="149780"/>
                </a:solidFill>
                <a:latin typeface="Noto Sans KR"/>
                <a:ea typeface="Noto Sans KR"/>
                <a:cs typeface="Noto Sans KR"/>
              </a:defRPr>
            </a:lvl7pPr>
            <a:lvl8pPr algn="ctr">
              <a:defRPr sz="2025" b="1">
                <a:solidFill>
                  <a:srgbClr val="149780"/>
                </a:solidFill>
                <a:latin typeface="Noto Sans KR"/>
                <a:ea typeface="Noto Sans KR"/>
                <a:cs typeface="Noto Sans KR"/>
              </a:defRPr>
            </a:lvl8pPr>
            <a:lvl9pPr algn="ctr">
              <a:defRPr sz="2025" b="1">
                <a:solidFill>
                  <a:srgbClr val="149780"/>
                </a:solidFill>
                <a:latin typeface="Noto Sans KR"/>
                <a:ea typeface="Noto Sans KR"/>
                <a:cs typeface="Noto Sans KR"/>
              </a:defRPr>
            </a:lvl9pPr>
          </a:lstStyle>
          <a:p xmlns:a="http://schemas.openxmlformats.org/drawingml/2006/main">
            <a:pPr algn="ctr">
              <a:defRPr sz="2025" b="1">
                <a:solidFill>
                  <a:srgbClr val="149780"/>
                </a:solidFill>
                <a:latin typeface="Noto Sans KR"/>
                <a:ea typeface="Noto Sans KR"/>
                <a:cs typeface="Noto Sans KR"/>
              </a:defRPr>
            </a:pPr>
            <a:r>
              <a:rPr sz="2025" b="1">
                <a:solidFill>
                  <a:srgbClr val="149780"/>
                </a:solidFill>
                <a:latin typeface="Noto Sans KR"/>
                <a:ea typeface="Noto Sans KR"/>
                <a:cs typeface="Noto Sans KR"/>
              </a:rPr>
              <a:t>02  A/B 테스트</a:t>
            </a:r>
          </a:p>
        </p:txBody>
      </p:sp>
      <p:sp>
        <p:nvSpPr>
          <p:cNvPr id="12" name="응답에서 도출한 가설로&#10;안내·혜택의 효과 비교">
            <a:extLst xmlns:a="http://schemas.openxmlformats.org/drawingml/2006/main">
              <a:ext uri="{FF2B5EF4-FFF2-40B4-BE49-F238E27FC236}">
                <a16:creationId xmlns:a16="http://schemas.microsoft.com/office/drawing/2014/main" id="{E6C5E6A6-0B12-4717-B607-532C0BA3A77D}"/>
              </a:ext>
            </a:extLst>
          </p:cNvPr>
          <p:cNvSpPr>
            <a:spLocks xmlns:a="http://schemas.openxmlformats.org/drawingml/2006/main" noGrp="1"/>
          </p:cNvSpPr>
          <p:nvPr/>
        </p:nvSpPr>
        <p:spPr>
          <a:xfrm xmlns:a="http://schemas.openxmlformats.org/drawingml/2006/main">
            <a:off x="4676775" y="3609975"/>
            <a:ext cx="2819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0">
                <a:solidFill>
                  <a:srgbClr val="192035"/>
                </a:solidFill>
                <a:latin typeface="Noto Sans KR"/>
                <a:ea typeface="Noto Sans KR"/>
                <a:cs typeface="Noto Sans KR"/>
              </a:defRPr>
            </a:defPPr>
            <a:lvl1pPr algn="ctr">
              <a:defRPr sz="1800" b="0">
                <a:solidFill>
                  <a:srgbClr val="192035"/>
                </a:solidFill>
                <a:latin typeface="Noto Sans KR"/>
                <a:ea typeface="Noto Sans KR"/>
                <a:cs typeface="Noto Sans KR"/>
              </a:defRPr>
            </a:lvl1pPr>
            <a:lvl2pPr algn="ctr">
              <a:defRPr sz="1800" b="0">
                <a:solidFill>
                  <a:srgbClr val="192035"/>
                </a:solidFill>
                <a:latin typeface="Noto Sans KR"/>
                <a:ea typeface="Noto Sans KR"/>
                <a:cs typeface="Noto Sans KR"/>
              </a:defRPr>
            </a:lvl2pPr>
            <a:lvl3pPr algn="ctr">
              <a:defRPr sz="1800" b="0">
                <a:solidFill>
                  <a:srgbClr val="192035"/>
                </a:solidFill>
                <a:latin typeface="Noto Sans KR"/>
                <a:ea typeface="Noto Sans KR"/>
                <a:cs typeface="Noto Sans KR"/>
              </a:defRPr>
            </a:lvl3pPr>
            <a:lvl4pPr algn="ctr">
              <a:defRPr sz="1800" b="0">
                <a:solidFill>
                  <a:srgbClr val="192035"/>
                </a:solidFill>
                <a:latin typeface="Noto Sans KR"/>
                <a:ea typeface="Noto Sans KR"/>
                <a:cs typeface="Noto Sans KR"/>
              </a:defRPr>
            </a:lvl4pPr>
            <a:lvl5pPr algn="ctr">
              <a:defRPr sz="1800" b="0">
                <a:solidFill>
                  <a:srgbClr val="192035"/>
                </a:solidFill>
                <a:latin typeface="Noto Sans KR"/>
                <a:ea typeface="Noto Sans KR"/>
                <a:cs typeface="Noto Sans KR"/>
              </a:defRPr>
            </a:lvl5pPr>
            <a:lvl6pPr algn="ctr">
              <a:defRPr sz="1800" b="0">
                <a:solidFill>
                  <a:srgbClr val="192035"/>
                </a:solidFill>
                <a:latin typeface="Noto Sans KR"/>
                <a:ea typeface="Noto Sans KR"/>
                <a:cs typeface="Noto Sans KR"/>
              </a:defRPr>
            </a:lvl6pPr>
            <a:lvl7pPr algn="ctr">
              <a:defRPr sz="1800" b="0">
                <a:solidFill>
                  <a:srgbClr val="192035"/>
                </a:solidFill>
                <a:latin typeface="Noto Sans KR"/>
                <a:ea typeface="Noto Sans KR"/>
                <a:cs typeface="Noto Sans KR"/>
              </a:defRPr>
            </a:lvl7pPr>
            <a:lvl8pPr algn="ctr">
              <a:defRPr sz="1800" b="0">
                <a:solidFill>
                  <a:srgbClr val="192035"/>
                </a:solidFill>
                <a:latin typeface="Noto Sans KR"/>
                <a:ea typeface="Noto Sans KR"/>
                <a:cs typeface="Noto Sans KR"/>
              </a:defRPr>
            </a:lvl8pPr>
            <a:lvl9pPr algn="ctr">
              <a:defRPr sz="1800" b="0">
                <a:solidFill>
                  <a:srgbClr val="192035"/>
                </a:solidFill>
                <a:latin typeface="Noto Sans KR"/>
                <a:ea typeface="Noto Sans KR"/>
                <a:cs typeface="Noto Sans KR"/>
              </a:defRPr>
            </a:lvl9pPr>
          </a:lstStyle>
          <a:p xmlns:a="http://schemas.openxmlformats.org/drawingml/2006/main">
            <a:pPr algn="ctr">
              <a:defRPr sz="1800" b="0">
                <a:solidFill>
                  <a:srgbClr val="192035"/>
                </a:solidFill>
                <a:latin typeface="Noto Sans KR"/>
                <a:ea typeface="Noto Sans KR"/>
                <a:cs typeface="Noto Sans KR"/>
              </a:defRPr>
            </a:pPr>
            <a:r>
              <a:rPr sz="1800" b="0">
                <a:solidFill>
                  <a:srgbClr val="192035"/>
                </a:solidFill>
                <a:latin typeface="Noto Sans KR"/>
                <a:ea typeface="Noto Sans KR"/>
                <a:cs typeface="Noto Sans KR"/>
              </a:rPr>
              <a:t>응답에서 도출한 가설로</a:t>
            </a:r>
          </a:p>
          <a:p xmlns:a="http://schemas.openxmlformats.org/drawingml/2006/main">
            <a:pPr algn="ctr">
              <a:defRPr sz="1800" b="0">
                <a:solidFill>
                  <a:srgbClr val="192035"/>
                </a:solidFill>
                <a:latin typeface="Noto Sans KR"/>
                <a:ea typeface="Noto Sans KR"/>
                <a:cs typeface="Noto Sans KR"/>
              </a:defRPr>
            </a:pPr>
            <a:r>
              <a:rPr sz="1800" b="0">
                <a:solidFill>
                  <a:srgbClr val="192035"/>
                </a:solidFill>
                <a:latin typeface="Noto Sans KR"/>
                <a:ea typeface="Noto Sans KR"/>
                <a:cs typeface="Noto Sans KR"/>
              </a:rPr>
              <a:t>안내·혜택의 효과 비교</a:t>
            </a:r>
          </a:p>
        </p:txBody>
      </p:sp>
      <p:sp>
        <p:nvSpPr>
          <p:cNvPr id="13" name="대응안 효과 검증">
            <a:extLst xmlns:a="http://schemas.openxmlformats.org/drawingml/2006/main">
              <a:ext uri="{FF2B5EF4-FFF2-40B4-BE49-F238E27FC236}">
                <a16:creationId xmlns:a16="http://schemas.microsoft.com/office/drawing/2014/main" id="{9B58AF88-C55D-4826-BD6E-C91911102ACB}"/>
              </a:ext>
            </a:extLst>
          </p:cNvPr>
          <p:cNvSpPr>
            <a:spLocks xmlns:a="http://schemas.openxmlformats.org/drawingml/2006/main" noGrp="1"/>
          </p:cNvSpPr>
          <p:nvPr/>
        </p:nvSpPr>
        <p:spPr>
          <a:xfrm xmlns:a="http://schemas.openxmlformats.org/drawingml/2006/main">
            <a:off x="4667250" y="4819650"/>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149780"/>
                </a:solidFill>
                <a:latin typeface="Noto Sans KR"/>
                <a:ea typeface="Noto Sans KR"/>
                <a:cs typeface="Noto Sans KR"/>
              </a:defRPr>
            </a:defPPr>
            <a:lvl1pPr algn="ctr">
              <a:defRPr sz="1725" b="1">
                <a:solidFill>
                  <a:srgbClr val="149780"/>
                </a:solidFill>
                <a:latin typeface="Noto Sans KR"/>
                <a:ea typeface="Noto Sans KR"/>
                <a:cs typeface="Noto Sans KR"/>
              </a:defRPr>
            </a:lvl1pPr>
            <a:lvl2pPr algn="ctr">
              <a:defRPr sz="1725" b="1">
                <a:solidFill>
                  <a:srgbClr val="149780"/>
                </a:solidFill>
                <a:latin typeface="Noto Sans KR"/>
                <a:ea typeface="Noto Sans KR"/>
                <a:cs typeface="Noto Sans KR"/>
              </a:defRPr>
            </a:lvl2pPr>
            <a:lvl3pPr algn="ctr">
              <a:defRPr sz="1725" b="1">
                <a:solidFill>
                  <a:srgbClr val="149780"/>
                </a:solidFill>
                <a:latin typeface="Noto Sans KR"/>
                <a:ea typeface="Noto Sans KR"/>
                <a:cs typeface="Noto Sans KR"/>
              </a:defRPr>
            </a:lvl3pPr>
            <a:lvl4pPr algn="ctr">
              <a:defRPr sz="1725" b="1">
                <a:solidFill>
                  <a:srgbClr val="149780"/>
                </a:solidFill>
                <a:latin typeface="Noto Sans KR"/>
                <a:ea typeface="Noto Sans KR"/>
                <a:cs typeface="Noto Sans KR"/>
              </a:defRPr>
            </a:lvl4pPr>
            <a:lvl5pPr algn="ctr">
              <a:defRPr sz="1725" b="1">
                <a:solidFill>
                  <a:srgbClr val="149780"/>
                </a:solidFill>
                <a:latin typeface="Noto Sans KR"/>
                <a:ea typeface="Noto Sans KR"/>
                <a:cs typeface="Noto Sans KR"/>
              </a:defRPr>
            </a:lvl5pPr>
            <a:lvl6pPr algn="ctr">
              <a:defRPr sz="1725" b="1">
                <a:solidFill>
                  <a:srgbClr val="149780"/>
                </a:solidFill>
                <a:latin typeface="Noto Sans KR"/>
                <a:ea typeface="Noto Sans KR"/>
                <a:cs typeface="Noto Sans KR"/>
              </a:defRPr>
            </a:lvl6pPr>
            <a:lvl7pPr algn="ctr">
              <a:defRPr sz="1725" b="1">
                <a:solidFill>
                  <a:srgbClr val="149780"/>
                </a:solidFill>
                <a:latin typeface="Noto Sans KR"/>
                <a:ea typeface="Noto Sans KR"/>
                <a:cs typeface="Noto Sans KR"/>
              </a:defRPr>
            </a:lvl7pPr>
            <a:lvl8pPr algn="ctr">
              <a:defRPr sz="1725" b="1">
                <a:solidFill>
                  <a:srgbClr val="149780"/>
                </a:solidFill>
                <a:latin typeface="Noto Sans KR"/>
                <a:ea typeface="Noto Sans KR"/>
                <a:cs typeface="Noto Sans KR"/>
              </a:defRPr>
            </a:lvl8pPr>
            <a:lvl9pPr algn="ctr">
              <a:defRPr sz="1725" b="1">
                <a:solidFill>
                  <a:srgbClr val="149780"/>
                </a:solidFill>
                <a:latin typeface="Noto Sans KR"/>
                <a:ea typeface="Noto Sans KR"/>
                <a:cs typeface="Noto Sans KR"/>
              </a:defRPr>
            </a:lvl9pPr>
          </a:lstStyle>
          <a:p xmlns:a="http://schemas.openxmlformats.org/drawingml/2006/main">
            <a:pPr algn="ctr">
              <a:defRPr sz="1725" b="1">
                <a:solidFill>
                  <a:srgbClr val="149780"/>
                </a:solidFill>
                <a:latin typeface="Noto Sans KR"/>
                <a:ea typeface="Noto Sans KR"/>
                <a:cs typeface="Noto Sans KR"/>
              </a:defRPr>
            </a:pPr>
            <a:r>
              <a:rPr sz="1725" b="1">
                <a:solidFill>
                  <a:srgbClr val="149780"/>
                </a:solidFill>
                <a:latin typeface="Noto Sans KR"/>
                <a:ea typeface="Noto Sans KR"/>
                <a:cs typeface="Noto Sans KR"/>
              </a:rPr>
              <a:t>대응안 효과 검증</a:t>
            </a:r>
          </a:p>
        </p:txBody>
      </p:sp>
      <p:sp>
        <p:nvSpPr>
          <p:cNvPr id="14" name="">
            <a:extLst xmlns:a="http://schemas.openxmlformats.org/drawingml/2006/main">
              <a:ext uri="{FF2B5EF4-FFF2-40B4-BE49-F238E27FC236}">
                <a16:creationId xmlns:a16="http://schemas.microsoft.com/office/drawing/2014/main" id="{17081A55-9061-4A7D-93C5-A785598AC851}"/>
              </a:ext>
            </a:extLst>
          </p:cNvPr>
          <p:cNvSpPr>
            <a:spLocks xmlns:a="http://schemas.openxmlformats.org/drawingml/2006/main" noGrp="1"/>
          </p:cNvSpPr>
          <p:nvPr/>
        </p:nvSpPr>
        <p:spPr>
          <a:xfrm xmlns:a="http://schemas.openxmlformats.org/drawingml/2006/main">
            <a:off x="8039100" y="2647950"/>
            <a:ext cx="3067050" cy="2695575"/>
          </a:xfrm>
          <a:prstGeom xmlns:a="http://schemas.openxmlformats.org/drawingml/2006/main" prst="roundRect">
            <a:avLst>
              <a:gd name="adj" fmla="val 6360"/>
            </a:avLst>
          </a:prstGeom>
          <a:solidFill xmlns:a="http://schemas.openxmlformats.org/drawingml/2006/main">
            <a:srgbClr val="F0EDF9"/>
          </a:solidFill>
          <a:ln xmlns:a="http://schemas.openxmlformats.org/drawingml/2006/main" w="14288">
            <a:solidFill>
              <a:srgbClr val="CCC8DF"/>
            </a:solidFill>
          </a:ln>
        </p:spPr>
      </p:sp>
      <p:sp>
        <p:nvSpPr>
          <p:cNvPr id="15" name="03  CRM 적용">
            <a:extLst xmlns:a="http://schemas.openxmlformats.org/drawingml/2006/main">
              <a:ext uri="{FF2B5EF4-FFF2-40B4-BE49-F238E27FC236}">
                <a16:creationId xmlns:a16="http://schemas.microsoft.com/office/drawing/2014/main" id="{EA93E5A1-4219-42A3-AF57-32DC2F6472B6}"/>
              </a:ext>
            </a:extLst>
          </p:cNvPr>
          <p:cNvSpPr>
            <a:spLocks xmlns:a="http://schemas.openxmlformats.org/drawingml/2006/main" noGrp="1"/>
          </p:cNvSpPr>
          <p:nvPr/>
        </p:nvSpPr>
        <p:spPr>
          <a:xfrm xmlns:a="http://schemas.openxmlformats.org/drawingml/2006/main">
            <a:off x="8134350" y="2819400"/>
            <a:ext cx="2876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6554D9"/>
                </a:solidFill>
                <a:latin typeface="Noto Sans KR"/>
                <a:ea typeface="Noto Sans KR"/>
                <a:cs typeface="Noto Sans KR"/>
              </a:defRPr>
            </a:defPPr>
            <a:lvl1pPr algn="ctr">
              <a:defRPr sz="2025" b="1">
                <a:solidFill>
                  <a:srgbClr val="6554D9"/>
                </a:solidFill>
                <a:latin typeface="Noto Sans KR"/>
                <a:ea typeface="Noto Sans KR"/>
                <a:cs typeface="Noto Sans KR"/>
              </a:defRPr>
            </a:lvl1pPr>
            <a:lvl2pPr algn="ctr">
              <a:defRPr sz="2025" b="1">
                <a:solidFill>
                  <a:srgbClr val="6554D9"/>
                </a:solidFill>
                <a:latin typeface="Noto Sans KR"/>
                <a:ea typeface="Noto Sans KR"/>
                <a:cs typeface="Noto Sans KR"/>
              </a:defRPr>
            </a:lvl2pPr>
            <a:lvl3pPr algn="ctr">
              <a:defRPr sz="2025" b="1">
                <a:solidFill>
                  <a:srgbClr val="6554D9"/>
                </a:solidFill>
                <a:latin typeface="Noto Sans KR"/>
                <a:ea typeface="Noto Sans KR"/>
                <a:cs typeface="Noto Sans KR"/>
              </a:defRPr>
            </a:lvl3pPr>
            <a:lvl4pPr algn="ctr">
              <a:defRPr sz="2025" b="1">
                <a:solidFill>
                  <a:srgbClr val="6554D9"/>
                </a:solidFill>
                <a:latin typeface="Noto Sans KR"/>
                <a:ea typeface="Noto Sans KR"/>
                <a:cs typeface="Noto Sans KR"/>
              </a:defRPr>
            </a:lvl4pPr>
            <a:lvl5pPr algn="ctr">
              <a:defRPr sz="2025" b="1">
                <a:solidFill>
                  <a:srgbClr val="6554D9"/>
                </a:solidFill>
                <a:latin typeface="Noto Sans KR"/>
                <a:ea typeface="Noto Sans KR"/>
                <a:cs typeface="Noto Sans KR"/>
              </a:defRPr>
            </a:lvl5pPr>
            <a:lvl6pPr algn="ctr">
              <a:defRPr sz="2025" b="1">
                <a:solidFill>
                  <a:srgbClr val="6554D9"/>
                </a:solidFill>
                <a:latin typeface="Noto Sans KR"/>
                <a:ea typeface="Noto Sans KR"/>
                <a:cs typeface="Noto Sans KR"/>
              </a:defRPr>
            </a:lvl6pPr>
            <a:lvl7pPr algn="ctr">
              <a:defRPr sz="2025" b="1">
                <a:solidFill>
                  <a:srgbClr val="6554D9"/>
                </a:solidFill>
                <a:latin typeface="Noto Sans KR"/>
                <a:ea typeface="Noto Sans KR"/>
                <a:cs typeface="Noto Sans KR"/>
              </a:defRPr>
            </a:lvl7pPr>
            <a:lvl8pPr algn="ctr">
              <a:defRPr sz="2025" b="1">
                <a:solidFill>
                  <a:srgbClr val="6554D9"/>
                </a:solidFill>
                <a:latin typeface="Noto Sans KR"/>
                <a:ea typeface="Noto Sans KR"/>
                <a:cs typeface="Noto Sans KR"/>
              </a:defRPr>
            </a:lvl8pPr>
            <a:lvl9pPr algn="ctr">
              <a:defRPr sz="2025" b="1">
                <a:solidFill>
                  <a:srgbClr val="6554D9"/>
                </a:solidFill>
                <a:latin typeface="Noto Sans KR"/>
                <a:ea typeface="Noto Sans KR"/>
                <a:cs typeface="Noto Sans KR"/>
              </a:defRPr>
            </a:lvl9pPr>
          </a:lstStyle>
          <a:p xmlns:a="http://schemas.openxmlformats.org/drawingml/2006/main">
            <a:pPr algn="ctr">
              <a:defRPr sz="2025" b="1">
                <a:solidFill>
                  <a:srgbClr val="6554D9"/>
                </a:solidFill>
                <a:latin typeface="Noto Sans KR"/>
                <a:ea typeface="Noto Sans KR"/>
                <a:cs typeface="Noto Sans KR"/>
              </a:defRPr>
            </a:pPr>
            <a:r>
              <a:rPr sz="2025" b="1">
                <a:solidFill>
                  <a:srgbClr val="6554D9"/>
                </a:solidFill>
                <a:latin typeface="Noto Sans KR"/>
                <a:ea typeface="Noto Sans KR"/>
                <a:cs typeface="Noto Sans KR"/>
              </a:rPr>
              <a:t>03  CRM 적용</a:t>
            </a:r>
          </a:p>
        </p:txBody>
      </p:sp>
      <p:sp>
        <p:nvSpPr>
          <p:cNvPr id="16" name="효과를 확인한 고객군에&#10;검증한 안내·혜택 적용">
            <a:extLst xmlns:a="http://schemas.openxmlformats.org/drawingml/2006/main">
              <a:ext uri="{FF2B5EF4-FFF2-40B4-BE49-F238E27FC236}">
                <a16:creationId xmlns:a16="http://schemas.microsoft.com/office/drawing/2014/main" id="{CA0A08F8-E5D5-42FA-AB90-AF615DF9ACEC}"/>
              </a:ext>
            </a:extLst>
          </p:cNvPr>
          <p:cNvSpPr>
            <a:spLocks xmlns:a="http://schemas.openxmlformats.org/drawingml/2006/main" noGrp="1"/>
          </p:cNvSpPr>
          <p:nvPr/>
        </p:nvSpPr>
        <p:spPr>
          <a:xfrm xmlns:a="http://schemas.openxmlformats.org/drawingml/2006/main">
            <a:off x="8162925" y="3609975"/>
            <a:ext cx="2819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0">
                <a:solidFill>
                  <a:srgbClr val="192035"/>
                </a:solidFill>
                <a:latin typeface="Noto Sans KR"/>
                <a:ea typeface="Noto Sans KR"/>
                <a:cs typeface="Noto Sans KR"/>
              </a:defRPr>
            </a:defPPr>
            <a:lvl1pPr algn="ctr">
              <a:defRPr sz="1800" b="0">
                <a:solidFill>
                  <a:srgbClr val="192035"/>
                </a:solidFill>
                <a:latin typeface="Noto Sans KR"/>
                <a:ea typeface="Noto Sans KR"/>
                <a:cs typeface="Noto Sans KR"/>
              </a:defRPr>
            </a:lvl1pPr>
            <a:lvl2pPr algn="ctr">
              <a:defRPr sz="1800" b="0">
                <a:solidFill>
                  <a:srgbClr val="192035"/>
                </a:solidFill>
                <a:latin typeface="Noto Sans KR"/>
                <a:ea typeface="Noto Sans KR"/>
                <a:cs typeface="Noto Sans KR"/>
              </a:defRPr>
            </a:lvl2pPr>
            <a:lvl3pPr algn="ctr">
              <a:defRPr sz="1800" b="0">
                <a:solidFill>
                  <a:srgbClr val="192035"/>
                </a:solidFill>
                <a:latin typeface="Noto Sans KR"/>
                <a:ea typeface="Noto Sans KR"/>
                <a:cs typeface="Noto Sans KR"/>
              </a:defRPr>
            </a:lvl3pPr>
            <a:lvl4pPr algn="ctr">
              <a:defRPr sz="1800" b="0">
                <a:solidFill>
                  <a:srgbClr val="192035"/>
                </a:solidFill>
                <a:latin typeface="Noto Sans KR"/>
                <a:ea typeface="Noto Sans KR"/>
                <a:cs typeface="Noto Sans KR"/>
              </a:defRPr>
            </a:lvl4pPr>
            <a:lvl5pPr algn="ctr">
              <a:defRPr sz="1800" b="0">
                <a:solidFill>
                  <a:srgbClr val="192035"/>
                </a:solidFill>
                <a:latin typeface="Noto Sans KR"/>
                <a:ea typeface="Noto Sans KR"/>
                <a:cs typeface="Noto Sans KR"/>
              </a:defRPr>
            </a:lvl5pPr>
            <a:lvl6pPr algn="ctr">
              <a:defRPr sz="1800" b="0">
                <a:solidFill>
                  <a:srgbClr val="192035"/>
                </a:solidFill>
                <a:latin typeface="Noto Sans KR"/>
                <a:ea typeface="Noto Sans KR"/>
                <a:cs typeface="Noto Sans KR"/>
              </a:defRPr>
            </a:lvl6pPr>
            <a:lvl7pPr algn="ctr">
              <a:defRPr sz="1800" b="0">
                <a:solidFill>
                  <a:srgbClr val="192035"/>
                </a:solidFill>
                <a:latin typeface="Noto Sans KR"/>
                <a:ea typeface="Noto Sans KR"/>
                <a:cs typeface="Noto Sans KR"/>
              </a:defRPr>
            </a:lvl7pPr>
            <a:lvl8pPr algn="ctr">
              <a:defRPr sz="1800" b="0">
                <a:solidFill>
                  <a:srgbClr val="192035"/>
                </a:solidFill>
                <a:latin typeface="Noto Sans KR"/>
                <a:ea typeface="Noto Sans KR"/>
                <a:cs typeface="Noto Sans KR"/>
              </a:defRPr>
            </a:lvl8pPr>
            <a:lvl9pPr algn="ctr">
              <a:defRPr sz="1800" b="0">
                <a:solidFill>
                  <a:srgbClr val="192035"/>
                </a:solidFill>
                <a:latin typeface="Noto Sans KR"/>
                <a:ea typeface="Noto Sans KR"/>
                <a:cs typeface="Noto Sans KR"/>
              </a:defRPr>
            </a:lvl9pPr>
          </a:lstStyle>
          <a:p xmlns:a="http://schemas.openxmlformats.org/drawingml/2006/main">
            <a:pPr algn="ctr">
              <a:defRPr sz="1800" b="0">
                <a:solidFill>
                  <a:srgbClr val="192035"/>
                </a:solidFill>
                <a:latin typeface="Noto Sans KR"/>
                <a:ea typeface="Noto Sans KR"/>
                <a:cs typeface="Noto Sans KR"/>
              </a:defRPr>
            </a:pPr>
            <a:r>
              <a:rPr sz="1800" b="0">
                <a:solidFill>
                  <a:srgbClr val="192035"/>
                </a:solidFill>
                <a:latin typeface="Noto Sans KR"/>
                <a:ea typeface="Noto Sans KR"/>
                <a:cs typeface="Noto Sans KR"/>
              </a:rPr>
              <a:t>효과가 확인된 고객군에</a:t>
            </a:r>
          </a:p>
          <a:p xmlns:a="http://schemas.openxmlformats.org/drawingml/2006/main">
            <a:pPr algn="ctr">
              <a:defRPr sz="1800" b="0">
                <a:solidFill>
                  <a:srgbClr val="192035"/>
                </a:solidFill>
                <a:latin typeface="Noto Sans KR"/>
                <a:ea typeface="Noto Sans KR"/>
                <a:cs typeface="Noto Sans KR"/>
              </a:defRPr>
            </a:pPr>
            <a:r>
              <a:rPr sz="1800" b="0">
                <a:solidFill>
                  <a:srgbClr val="192035"/>
                </a:solidFill>
                <a:latin typeface="Noto Sans KR"/>
                <a:ea typeface="Noto Sans KR"/>
                <a:cs typeface="Noto Sans KR"/>
              </a:rPr>
              <a:t>맞춤 안내·혜택 적용</a:t>
            </a:r>
          </a:p>
        </p:txBody>
      </p:sp>
      <p:sp>
        <p:nvSpPr>
          <p:cNvPr id="17" name="운영 적용·개선">
            <a:extLst xmlns:a="http://schemas.openxmlformats.org/drawingml/2006/main">
              <a:ext uri="{FF2B5EF4-FFF2-40B4-BE49-F238E27FC236}">
                <a16:creationId xmlns:a16="http://schemas.microsoft.com/office/drawing/2014/main" id="{21C8B173-A489-4FD6-8CFB-AA39762921C4}"/>
              </a:ext>
            </a:extLst>
          </p:cNvPr>
          <p:cNvSpPr>
            <a:spLocks xmlns:a="http://schemas.openxmlformats.org/drawingml/2006/main" noGrp="1"/>
          </p:cNvSpPr>
          <p:nvPr/>
        </p:nvSpPr>
        <p:spPr>
          <a:xfrm xmlns:a="http://schemas.openxmlformats.org/drawingml/2006/main">
            <a:off x="8153400" y="4819650"/>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6554D9"/>
                </a:solidFill>
                <a:latin typeface="Noto Sans KR"/>
                <a:ea typeface="Noto Sans KR"/>
                <a:cs typeface="Noto Sans KR"/>
              </a:defRPr>
            </a:defPPr>
            <a:lvl1pPr algn="ctr">
              <a:defRPr sz="1725" b="1">
                <a:solidFill>
                  <a:srgbClr val="6554D9"/>
                </a:solidFill>
                <a:latin typeface="Noto Sans KR"/>
                <a:ea typeface="Noto Sans KR"/>
                <a:cs typeface="Noto Sans KR"/>
              </a:defRPr>
            </a:lvl1pPr>
            <a:lvl2pPr algn="ctr">
              <a:defRPr sz="1725" b="1">
                <a:solidFill>
                  <a:srgbClr val="6554D9"/>
                </a:solidFill>
                <a:latin typeface="Noto Sans KR"/>
                <a:ea typeface="Noto Sans KR"/>
                <a:cs typeface="Noto Sans KR"/>
              </a:defRPr>
            </a:lvl2pPr>
            <a:lvl3pPr algn="ctr">
              <a:defRPr sz="1725" b="1">
                <a:solidFill>
                  <a:srgbClr val="6554D9"/>
                </a:solidFill>
                <a:latin typeface="Noto Sans KR"/>
                <a:ea typeface="Noto Sans KR"/>
                <a:cs typeface="Noto Sans KR"/>
              </a:defRPr>
            </a:lvl3pPr>
            <a:lvl4pPr algn="ctr">
              <a:defRPr sz="1725" b="1">
                <a:solidFill>
                  <a:srgbClr val="6554D9"/>
                </a:solidFill>
                <a:latin typeface="Noto Sans KR"/>
                <a:ea typeface="Noto Sans KR"/>
                <a:cs typeface="Noto Sans KR"/>
              </a:defRPr>
            </a:lvl4pPr>
            <a:lvl5pPr algn="ctr">
              <a:defRPr sz="1725" b="1">
                <a:solidFill>
                  <a:srgbClr val="6554D9"/>
                </a:solidFill>
                <a:latin typeface="Noto Sans KR"/>
                <a:ea typeface="Noto Sans KR"/>
                <a:cs typeface="Noto Sans KR"/>
              </a:defRPr>
            </a:lvl5pPr>
            <a:lvl6pPr algn="ctr">
              <a:defRPr sz="1725" b="1">
                <a:solidFill>
                  <a:srgbClr val="6554D9"/>
                </a:solidFill>
                <a:latin typeface="Noto Sans KR"/>
                <a:ea typeface="Noto Sans KR"/>
                <a:cs typeface="Noto Sans KR"/>
              </a:defRPr>
            </a:lvl6pPr>
            <a:lvl7pPr algn="ctr">
              <a:defRPr sz="1725" b="1">
                <a:solidFill>
                  <a:srgbClr val="6554D9"/>
                </a:solidFill>
                <a:latin typeface="Noto Sans KR"/>
                <a:ea typeface="Noto Sans KR"/>
                <a:cs typeface="Noto Sans KR"/>
              </a:defRPr>
            </a:lvl7pPr>
            <a:lvl8pPr algn="ctr">
              <a:defRPr sz="1725" b="1">
                <a:solidFill>
                  <a:srgbClr val="6554D9"/>
                </a:solidFill>
                <a:latin typeface="Noto Sans KR"/>
                <a:ea typeface="Noto Sans KR"/>
                <a:cs typeface="Noto Sans KR"/>
              </a:defRPr>
            </a:lvl8pPr>
            <a:lvl9pPr algn="ctr">
              <a:defRPr sz="1725" b="1">
                <a:solidFill>
                  <a:srgbClr val="6554D9"/>
                </a:solidFill>
                <a:latin typeface="Noto Sans KR"/>
                <a:ea typeface="Noto Sans KR"/>
                <a:cs typeface="Noto Sans KR"/>
              </a:defRPr>
            </a:lvl9pPr>
          </a:lstStyle>
          <a:p xmlns:a="http://schemas.openxmlformats.org/drawingml/2006/main">
            <a:pPr algn="ctr">
              <a:defRPr sz="1725" b="1">
                <a:solidFill>
                  <a:srgbClr val="6554D9"/>
                </a:solidFill>
                <a:latin typeface="Noto Sans KR"/>
                <a:ea typeface="Noto Sans KR"/>
                <a:cs typeface="Noto Sans KR"/>
              </a:defRPr>
            </a:pPr>
            <a:r>
              <a:rPr sz="1725" b="1">
                <a:solidFill>
                  <a:srgbClr val="6554D9"/>
                </a:solidFill>
                <a:latin typeface="Noto Sans KR"/>
                <a:ea typeface="Noto Sans KR"/>
                <a:cs typeface="Noto Sans KR"/>
              </a:rPr>
              <a:t>운영 적용·개선</a:t>
            </a:r>
          </a:p>
        </p:txBody>
      </p:sp>
      <p:sp>
        <p:nvSpPr>
          <p:cNvPr id="18" name="결제율 · 재결제율 · 유지율 · 할인·운영비로 지속 점검">
            <a:extLst xmlns:a="http://schemas.openxmlformats.org/drawingml/2006/main">
              <a:ext uri="{FF2B5EF4-FFF2-40B4-BE49-F238E27FC236}">
                <a16:creationId xmlns:a16="http://schemas.microsoft.com/office/drawing/2014/main" id="{3438600D-FA4A-4A35-94A3-4C0C61FA3462}"/>
              </a:ext>
            </a:extLst>
          </p:cNvPr>
          <p:cNvSpPr>
            <a:spLocks xmlns:a="http://schemas.openxmlformats.org/drawingml/2006/main" noGrp="1"/>
          </p:cNvSpPr>
          <p:nvPr/>
        </p:nvSpPr>
        <p:spPr>
          <a:xfrm xmlns:a="http://schemas.openxmlformats.org/drawingml/2006/main">
            <a:off x="1143000" y="542925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738096"/>
                </a:solidFill>
                <a:latin typeface="Noto Sans KR"/>
                <a:ea typeface="Noto Sans KR"/>
                <a:cs typeface="Noto Sans KR"/>
              </a:defRPr>
            </a:defPPr>
            <a:lvl1pPr algn="ctr">
              <a:defRPr sz="1650" b="0">
                <a:solidFill>
                  <a:srgbClr val="738096"/>
                </a:solidFill>
                <a:latin typeface="Noto Sans KR"/>
                <a:ea typeface="Noto Sans KR"/>
                <a:cs typeface="Noto Sans KR"/>
              </a:defRPr>
            </a:lvl1pPr>
            <a:lvl2pPr algn="ctr">
              <a:defRPr sz="1650" b="0">
                <a:solidFill>
                  <a:srgbClr val="738096"/>
                </a:solidFill>
                <a:latin typeface="Noto Sans KR"/>
                <a:ea typeface="Noto Sans KR"/>
                <a:cs typeface="Noto Sans KR"/>
              </a:defRPr>
            </a:lvl2pPr>
            <a:lvl3pPr algn="ctr">
              <a:defRPr sz="1650" b="0">
                <a:solidFill>
                  <a:srgbClr val="738096"/>
                </a:solidFill>
                <a:latin typeface="Noto Sans KR"/>
                <a:ea typeface="Noto Sans KR"/>
                <a:cs typeface="Noto Sans KR"/>
              </a:defRPr>
            </a:lvl3pPr>
            <a:lvl4pPr algn="ctr">
              <a:defRPr sz="1650" b="0">
                <a:solidFill>
                  <a:srgbClr val="738096"/>
                </a:solidFill>
                <a:latin typeface="Noto Sans KR"/>
                <a:ea typeface="Noto Sans KR"/>
                <a:cs typeface="Noto Sans KR"/>
              </a:defRPr>
            </a:lvl4pPr>
            <a:lvl5pPr algn="ctr">
              <a:defRPr sz="1650" b="0">
                <a:solidFill>
                  <a:srgbClr val="738096"/>
                </a:solidFill>
                <a:latin typeface="Noto Sans KR"/>
                <a:ea typeface="Noto Sans KR"/>
                <a:cs typeface="Noto Sans KR"/>
              </a:defRPr>
            </a:lvl5pPr>
            <a:lvl6pPr algn="ctr">
              <a:defRPr sz="1650" b="0">
                <a:solidFill>
                  <a:srgbClr val="738096"/>
                </a:solidFill>
                <a:latin typeface="Noto Sans KR"/>
                <a:ea typeface="Noto Sans KR"/>
                <a:cs typeface="Noto Sans KR"/>
              </a:defRPr>
            </a:lvl6pPr>
            <a:lvl7pPr algn="ctr">
              <a:defRPr sz="1650" b="0">
                <a:solidFill>
                  <a:srgbClr val="738096"/>
                </a:solidFill>
                <a:latin typeface="Noto Sans KR"/>
                <a:ea typeface="Noto Sans KR"/>
                <a:cs typeface="Noto Sans KR"/>
              </a:defRPr>
            </a:lvl7pPr>
            <a:lvl8pPr algn="ctr">
              <a:defRPr sz="1650" b="0">
                <a:solidFill>
                  <a:srgbClr val="738096"/>
                </a:solidFill>
                <a:latin typeface="Noto Sans KR"/>
                <a:ea typeface="Noto Sans KR"/>
                <a:cs typeface="Noto Sans KR"/>
              </a:defRPr>
            </a:lvl8pPr>
            <a:lvl9pPr algn="ctr">
              <a:defRPr sz="1650" b="0">
                <a:solidFill>
                  <a:srgbClr val="738096"/>
                </a:solidFill>
                <a:latin typeface="Noto Sans KR"/>
                <a:ea typeface="Noto Sans KR"/>
                <a:cs typeface="Noto Sans KR"/>
              </a:defRPr>
            </a:lvl9pPr>
          </a:lstStyle>
          <a:p xmlns:a="http://schemas.openxmlformats.org/drawingml/2006/main">
            <a:pPr algn="ctr">
              <a:defRPr sz="1650" b="0">
                <a:solidFill>
                  <a:srgbClr val="738096"/>
                </a:solidFill>
                <a:latin typeface="Noto Sans KR"/>
                <a:ea typeface="Noto Sans KR"/>
                <a:cs typeface="Noto Sans KR"/>
              </a:defRPr>
            </a:pPr>
            <a:r>
              <a:rPr sz="1650" b="0">
                <a:solidFill>
                  <a:srgbClr val="738096"/>
                </a:solidFill>
                <a:latin typeface="Noto Sans KR"/>
                <a:ea typeface="Noto Sans KR"/>
                <a:cs typeface="Noto Sans KR"/>
              </a:rPr>
              <a:t>결제율 · 재결제율 · 유지율 · 할인·운영비로 지속 점검</a:t>
            </a:r>
          </a:p>
        </p:txBody>
      </p:sp>
      <p:sp>
        <p:nvSpPr>
          <p:cNvPr id="19" name="">
            <a:extLst xmlns:a="http://schemas.openxmlformats.org/drawingml/2006/main">
              <a:ext uri="{FF2B5EF4-FFF2-40B4-BE49-F238E27FC236}">
                <a16:creationId xmlns:a16="http://schemas.microsoft.com/office/drawing/2014/main" id="{42CFD63F-ACAF-4F05-BE5A-2F4015AF1572}"/>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ln>
        </p:spPr>
      </p:sp>
      <p:sp>
        <p:nvSpPr>
          <p:cNvPr id="20" name="투표로 가설을 좁히고, 실험 결과를 확인한 뒤 CRM에 반영한다">
            <a:extLst xmlns:a="http://schemas.openxmlformats.org/drawingml/2006/main">
              <a:ext uri="{FF2B5EF4-FFF2-40B4-BE49-F238E27FC236}">
                <a16:creationId xmlns:a16="http://schemas.microsoft.com/office/drawing/2014/main" id="{DAE000B5-EE1F-4139-B67D-554153EA0D82}"/>
              </a:ext>
            </a:extLst>
          </p:cNvPr>
          <p:cNvSpPr>
            <a:spLocks xmlns:a="http://schemas.openxmlformats.org/drawingml/2006/main" noGrp="1"/>
          </p:cNvSpPr>
          <p:nvPr/>
        </p:nvSpPr>
        <p:spPr>
          <a:xfrm xmlns:a="http://schemas.openxmlformats.org/drawingml/2006/main">
            <a:off x="1304925" y="5934075"/>
            <a:ext cx="9582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92035"/>
                </a:solidFill>
                <a:latin typeface="Noto Sans KR"/>
                <a:ea typeface="Noto Sans KR"/>
                <a:cs typeface="Noto Sans KR"/>
              </a:defRPr>
            </a:defPPr>
            <a:lvl1pPr algn="ctr">
              <a:defRPr sz="1650" b="1">
                <a:solidFill>
                  <a:srgbClr val="192035"/>
                </a:solidFill>
                <a:latin typeface="Noto Sans KR"/>
                <a:ea typeface="Noto Sans KR"/>
                <a:cs typeface="Noto Sans KR"/>
              </a:defRPr>
            </a:lvl1pPr>
            <a:lvl2pPr algn="ctr">
              <a:defRPr sz="1650" b="1">
                <a:solidFill>
                  <a:srgbClr val="192035"/>
                </a:solidFill>
                <a:latin typeface="Noto Sans KR"/>
                <a:ea typeface="Noto Sans KR"/>
                <a:cs typeface="Noto Sans KR"/>
              </a:defRPr>
            </a:lvl2pPr>
            <a:lvl3pPr algn="ctr">
              <a:defRPr sz="1650" b="1">
                <a:solidFill>
                  <a:srgbClr val="192035"/>
                </a:solidFill>
                <a:latin typeface="Noto Sans KR"/>
                <a:ea typeface="Noto Sans KR"/>
                <a:cs typeface="Noto Sans KR"/>
              </a:defRPr>
            </a:lvl3pPr>
            <a:lvl4pPr algn="ctr">
              <a:defRPr sz="1650" b="1">
                <a:solidFill>
                  <a:srgbClr val="192035"/>
                </a:solidFill>
                <a:latin typeface="Noto Sans KR"/>
                <a:ea typeface="Noto Sans KR"/>
                <a:cs typeface="Noto Sans KR"/>
              </a:defRPr>
            </a:lvl4pPr>
            <a:lvl5pPr algn="ctr">
              <a:defRPr sz="1650" b="1">
                <a:solidFill>
                  <a:srgbClr val="192035"/>
                </a:solidFill>
                <a:latin typeface="Noto Sans KR"/>
                <a:ea typeface="Noto Sans KR"/>
                <a:cs typeface="Noto Sans KR"/>
              </a:defRPr>
            </a:lvl5pPr>
            <a:lvl6pPr algn="ctr">
              <a:defRPr sz="1650" b="1">
                <a:solidFill>
                  <a:srgbClr val="192035"/>
                </a:solidFill>
                <a:latin typeface="Noto Sans KR"/>
                <a:ea typeface="Noto Sans KR"/>
                <a:cs typeface="Noto Sans KR"/>
              </a:defRPr>
            </a:lvl6pPr>
            <a:lvl7pPr algn="ctr">
              <a:defRPr sz="1650" b="1">
                <a:solidFill>
                  <a:srgbClr val="192035"/>
                </a:solidFill>
                <a:latin typeface="Noto Sans KR"/>
                <a:ea typeface="Noto Sans KR"/>
                <a:cs typeface="Noto Sans KR"/>
              </a:defRPr>
            </a:lvl7pPr>
            <a:lvl8pPr algn="ctr">
              <a:defRPr sz="1650" b="1">
                <a:solidFill>
                  <a:srgbClr val="192035"/>
                </a:solidFill>
                <a:latin typeface="Noto Sans KR"/>
                <a:ea typeface="Noto Sans KR"/>
                <a:cs typeface="Noto Sans KR"/>
              </a:defRPr>
            </a:lvl8pPr>
            <a:lvl9pPr algn="ctr">
              <a:defRPr sz="1650" b="1">
                <a:solidFill>
                  <a:srgbClr val="192035"/>
                </a:solidFill>
                <a:latin typeface="Noto Sans KR"/>
                <a:ea typeface="Noto Sans KR"/>
                <a:cs typeface="Noto Sans KR"/>
              </a:defRPr>
            </a:lvl9pPr>
          </a:lstStyle>
          <a:p xmlns:a="http://schemas.openxmlformats.org/drawingml/2006/main">
            <a:pPr algn="ctr">
              <a:defRPr sz="1725" b="1">
                <a:solidFill>
                  <a:srgbClr val="192035"/>
                </a:solidFill>
                <a:latin typeface="Noto Sans KR"/>
                <a:ea typeface="Noto Sans KR"/>
                <a:cs typeface="Noto Sans KR"/>
              </a:defRPr>
            </a:pPr>
            <a:r>
              <a:rPr sz="1650" b="1">
                <a:solidFill>
                  <a:srgbClr val="192035"/>
                </a:solidFill>
                <a:latin typeface="Noto Sans KR"/>
                <a:ea typeface="Noto Sans KR"/>
                <a:cs typeface="Noto Sans KR"/>
              </a:rPr>
              <a:t>미결제 이유 투표로 가설을 좁히고, 실험으로 검증한 대응안을 CRM에 적용</a:t>
            </a:r>
          </a:p>
        </p:txBody>
      </p:sp>
    </p:spTree>
    <p:extLst>
      <p:ext uri="{BB962C8B-B14F-4D97-AF65-F5344CB8AC3E}">
        <p14:creationId xmlns:p14="http://schemas.microsoft.com/office/powerpoint/2010/main" val="1411088301"/>
      </p:ext>
    </p:extLst>
  </p:cSld>
</p:sld>
</file>

<file path=ppt/slides/slide15.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26F906F-113D-4AED-AB49-985EF27CFF1D}"/>
              </a:ext>
            </a:extLst>
          </p:cNvPr>
          <p:cNvPicPr>
            <a:picLocks xmlns:a="http://schemas.openxmlformats.org/drawingml/2006/main" noChangeAspect="1"/>
          </p:cNvPicPr>
          <p:nvPr/>
        </p:nvPicPr>
        <p:blipFill>
          <a:blip xmlns:r="http://schemas.openxmlformats.org/officeDocument/2006/relationships" xmlns:a="http://schemas.openxmlformats.org/drawingml/2006/main" r:embed="R506a430dffbf4b8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부록 A. 기본 로지스틱 회귀 결과">
            <a:extLst xmlns:a="http://schemas.openxmlformats.org/drawingml/2006/main">
              <a:ext uri="{FF2B5EF4-FFF2-40B4-BE49-F238E27FC236}">
                <a16:creationId xmlns:a16="http://schemas.microsoft.com/office/drawing/2014/main" id="{56EA299C-19D5-4D81-8AB6-754B41DA4C3D}"/>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192035"/>
                </a:solidFill>
                <a:latin typeface="Noto Sans KR"/>
                <a:ea typeface="Noto Sans KR"/>
                <a:cs typeface="Noto Sans KR"/>
              </a:defRPr>
            </a:defPPr>
            <a:lvl1pPr algn="ctr">
              <a:defRPr sz="3000" b="1">
                <a:solidFill>
                  <a:srgbClr val="192035"/>
                </a:solidFill>
                <a:latin typeface="Noto Sans KR"/>
                <a:ea typeface="Noto Sans KR"/>
                <a:cs typeface="Noto Sans KR"/>
              </a:defRPr>
            </a:lvl1pPr>
            <a:lvl2pPr algn="ctr">
              <a:defRPr sz="3000" b="1">
                <a:solidFill>
                  <a:srgbClr val="192035"/>
                </a:solidFill>
                <a:latin typeface="Noto Sans KR"/>
                <a:ea typeface="Noto Sans KR"/>
                <a:cs typeface="Noto Sans KR"/>
              </a:defRPr>
            </a:lvl2pPr>
            <a:lvl3pPr algn="ctr">
              <a:defRPr sz="3000" b="1">
                <a:solidFill>
                  <a:srgbClr val="192035"/>
                </a:solidFill>
                <a:latin typeface="Noto Sans KR"/>
                <a:ea typeface="Noto Sans KR"/>
                <a:cs typeface="Noto Sans KR"/>
              </a:defRPr>
            </a:lvl3pPr>
            <a:lvl4pPr algn="ctr">
              <a:defRPr sz="3000" b="1">
                <a:solidFill>
                  <a:srgbClr val="192035"/>
                </a:solidFill>
                <a:latin typeface="Noto Sans KR"/>
                <a:ea typeface="Noto Sans KR"/>
                <a:cs typeface="Noto Sans KR"/>
              </a:defRPr>
            </a:lvl4pPr>
            <a:lvl5pPr algn="ctr">
              <a:defRPr sz="3000" b="1">
                <a:solidFill>
                  <a:srgbClr val="192035"/>
                </a:solidFill>
                <a:latin typeface="Noto Sans KR"/>
                <a:ea typeface="Noto Sans KR"/>
                <a:cs typeface="Noto Sans KR"/>
              </a:defRPr>
            </a:lvl5pPr>
            <a:lvl6pPr algn="ctr">
              <a:defRPr sz="3000" b="1">
                <a:solidFill>
                  <a:srgbClr val="192035"/>
                </a:solidFill>
                <a:latin typeface="Noto Sans KR"/>
                <a:ea typeface="Noto Sans KR"/>
                <a:cs typeface="Noto Sans KR"/>
              </a:defRPr>
            </a:lvl6pPr>
            <a:lvl7pPr algn="ctr">
              <a:defRPr sz="3000" b="1">
                <a:solidFill>
                  <a:srgbClr val="192035"/>
                </a:solidFill>
                <a:latin typeface="Noto Sans KR"/>
                <a:ea typeface="Noto Sans KR"/>
                <a:cs typeface="Noto Sans KR"/>
              </a:defRPr>
            </a:lvl7pPr>
            <a:lvl8pPr algn="ctr">
              <a:defRPr sz="3000" b="1">
                <a:solidFill>
                  <a:srgbClr val="192035"/>
                </a:solidFill>
                <a:latin typeface="Noto Sans KR"/>
                <a:ea typeface="Noto Sans KR"/>
                <a:cs typeface="Noto Sans KR"/>
              </a:defRPr>
            </a:lvl8pPr>
            <a:lvl9pPr algn="ctr">
              <a:defRPr sz="3000" b="1">
                <a:solidFill>
                  <a:srgbClr val="192035"/>
                </a:solidFill>
                <a:latin typeface="Noto Sans KR"/>
                <a:ea typeface="Noto Sans KR"/>
                <a:cs typeface="Noto Sans KR"/>
              </a:defRPr>
            </a:lvl9pPr>
          </a:lstStyle>
          <a:p xmlns:a="http://schemas.openxmlformats.org/drawingml/2006/main">
            <a:pPr algn="ctr">
              <a:defRPr sz="3000" b="1">
                <a:solidFill>
                  <a:srgbClr val="F1F5F9"/>
                </a:solidFill>
                <a:latin typeface="Noto Sans KR"/>
                <a:ea typeface="Noto Sans KR"/>
                <a:cs typeface="Noto Sans KR"/>
              </a:defRPr>
            </a:pPr>
            <a:r>
              <a:rPr sz="3000" b="1">
                <a:solidFill>
                  <a:srgbClr val="192035"/>
                </a:solidFill>
                <a:latin typeface="Noto Sans KR"/>
                <a:ea typeface="Noto Sans KR"/>
                <a:cs typeface="Noto Sans KR"/>
              </a:rPr>
              <a:t>부록 A. 기본 로지스틱 회귀 결과</a:t>
            </a:r>
          </a:p>
        </p:txBody>
      </p:sp>
      <p:sp>
        <p:nvSpPr>
          <p:cNvPr id="4" name="">
            <a:extLst xmlns:a="http://schemas.openxmlformats.org/drawingml/2006/main">
              <a:ext uri="{FF2B5EF4-FFF2-40B4-BE49-F238E27FC236}">
                <a16:creationId xmlns:a16="http://schemas.microsoft.com/office/drawing/2014/main" id="{7584FB32-7574-4149-BE10-34352C353672}"/>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prstDash val="solid"/>
          </a:ln>
        </p:spPr>
      </p:sp>
      <p:sp>
        <p:nvSpPr>
          <p:cNvPr id="5" name="2022·2023년 11~12월 방문 고객 873명 · 결제 1 / 미결제 0">
            <a:extLst xmlns:a="http://schemas.openxmlformats.org/drawingml/2006/main">
              <a:ext uri="{FF2B5EF4-FFF2-40B4-BE49-F238E27FC236}">
                <a16:creationId xmlns:a16="http://schemas.microsoft.com/office/drawing/2014/main" id="{4EE61C5F-5DE9-4F96-A47E-3C35A6A46F75}"/>
              </a:ext>
            </a:extLst>
          </p:cNvPr>
          <p:cNvSpPr>
            <a:spLocks xmlns:a="http://schemas.openxmlformats.org/drawingml/2006/main" noGrp="1"/>
          </p:cNvSpPr>
          <p:nvPr/>
        </p:nvSpPr>
        <p:spPr>
          <a:xfrm xmlns:a="http://schemas.openxmlformats.org/drawingml/2006/main">
            <a:off x="857250" y="2009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738096"/>
                </a:solidFill>
                <a:latin typeface="Noto Sans KR"/>
                <a:ea typeface="Noto Sans KR"/>
                <a:cs typeface="Noto Sans KR"/>
              </a:defRPr>
            </a:defPPr>
            <a:lvl1pPr algn="ctr">
              <a:defRPr sz="1425" b="0">
                <a:solidFill>
                  <a:srgbClr val="738096"/>
                </a:solidFill>
                <a:latin typeface="Noto Sans KR"/>
                <a:ea typeface="Noto Sans KR"/>
                <a:cs typeface="Noto Sans KR"/>
              </a:defRPr>
            </a:lvl1pPr>
            <a:lvl2pPr algn="ctr">
              <a:defRPr sz="1425" b="0">
                <a:solidFill>
                  <a:srgbClr val="738096"/>
                </a:solidFill>
                <a:latin typeface="Noto Sans KR"/>
                <a:ea typeface="Noto Sans KR"/>
                <a:cs typeface="Noto Sans KR"/>
              </a:defRPr>
            </a:lvl2pPr>
            <a:lvl3pPr algn="ctr">
              <a:defRPr sz="1425" b="0">
                <a:solidFill>
                  <a:srgbClr val="738096"/>
                </a:solidFill>
                <a:latin typeface="Noto Sans KR"/>
                <a:ea typeface="Noto Sans KR"/>
                <a:cs typeface="Noto Sans KR"/>
              </a:defRPr>
            </a:lvl3pPr>
            <a:lvl4pPr algn="ctr">
              <a:defRPr sz="1425" b="0">
                <a:solidFill>
                  <a:srgbClr val="738096"/>
                </a:solidFill>
                <a:latin typeface="Noto Sans KR"/>
                <a:ea typeface="Noto Sans KR"/>
                <a:cs typeface="Noto Sans KR"/>
              </a:defRPr>
            </a:lvl4pPr>
            <a:lvl5pPr algn="ctr">
              <a:defRPr sz="1425" b="0">
                <a:solidFill>
                  <a:srgbClr val="738096"/>
                </a:solidFill>
                <a:latin typeface="Noto Sans KR"/>
                <a:ea typeface="Noto Sans KR"/>
                <a:cs typeface="Noto Sans KR"/>
              </a:defRPr>
            </a:lvl5pPr>
            <a:lvl6pPr algn="ctr">
              <a:defRPr sz="1425" b="0">
                <a:solidFill>
                  <a:srgbClr val="738096"/>
                </a:solidFill>
                <a:latin typeface="Noto Sans KR"/>
                <a:ea typeface="Noto Sans KR"/>
                <a:cs typeface="Noto Sans KR"/>
              </a:defRPr>
            </a:lvl6pPr>
            <a:lvl7pPr algn="ctr">
              <a:defRPr sz="1425" b="0">
                <a:solidFill>
                  <a:srgbClr val="738096"/>
                </a:solidFill>
                <a:latin typeface="Noto Sans KR"/>
                <a:ea typeface="Noto Sans KR"/>
                <a:cs typeface="Noto Sans KR"/>
              </a:defRPr>
            </a:lvl7pPr>
            <a:lvl8pPr algn="ctr">
              <a:defRPr sz="1425" b="0">
                <a:solidFill>
                  <a:srgbClr val="738096"/>
                </a:solidFill>
                <a:latin typeface="Noto Sans KR"/>
                <a:ea typeface="Noto Sans KR"/>
                <a:cs typeface="Noto Sans KR"/>
              </a:defRPr>
            </a:lvl8pPr>
            <a:lvl9pPr algn="ctr">
              <a:defRPr sz="1425" b="0">
                <a:solidFill>
                  <a:srgbClr val="738096"/>
                </a:solidFill>
                <a:latin typeface="Noto Sans KR"/>
                <a:ea typeface="Noto Sans KR"/>
                <a:cs typeface="Noto Sans KR"/>
              </a:defRPr>
            </a:lvl9pPr>
          </a:lstStyle>
          <a:p xmlns:a="http://schemas.openxmlformats.org/drawingml/2006/main">
            <a:pPr algn="ctr">
              <a:defRPr sz="1425" b="0">
                <a:solidFill>
                  <a:srgbClr val="BAC5D8"/>
                </a:solidFill>
                <a:latin typeface="Noto Sans KR"/>
                <a:ea typeface="Noto Sans KR"/>
                <a:cs typeface="Noto Sans KR"/>
              </a:defRPr>
            </a:pPr>
            <a:r>
              <a:rPr sz="1425" b="0">
                <a:solidFill>
                  <a:srgbClr val="738096"/>
                </a:solidFill>
                <a:latin typeface="Noto Sans KR"/>
                <a:ea typeface="Noto Sans KR"/>
                <a:cs typeface="Noto Sans KR"/>
              </a:rPr>
              <a:t>2022·2023년 11~12월 방문 고객 873명 · 결제 1 / 미결제 0</a:t>
            </a:r>
          </a:p>
        </p:txBody>
      </p:sp>
      <p:graphicFrame>
        <p:nvGraphicFramePr>
          <p:cNvPr id="6" name="">
            <a:extLst xmlns:a="http://schemas.openxmlformats.org/drawingml/2006/main">
              <a:ext uri="{FF2B5EF4-FFF2-40B4-BE49-F238E27FC236}">
                <a16:creationId xmlns:a16="http://schemas.microsoft.com/office/drawing/2014/main" id="{9E925EE2-B0F3-44F8-9475-D1446A7DF2DC}"/>
              </a:ext>
            </a:extLst>
          </p:cNvPr>
          <p:cNvGraphicFramePr/>
          <p:nvPr/>
        </p:nvGraphicFramePr>
        <p:xfrm>
          <a:off xmlns:a="http://schemas.openxmlformats.org/drawingml/2006/main" x="1143000" y="2590800"/>
          <a:ext xmlns:a="http://schemas.openxmlformats.org/drawingml/2006/main" cx="9906000" cy="2838450"/>
        </p:xfrm>
        <a:graphic xmlns:a="http://schemas.openxmlformats.org/drawingml/2006/main">
          <a:graphicData uri="http://schemas.openxmlformats.org/drawingml/2006/table">
            <a:tbl>
              <a:tblPr/>
              <a:tblGrid>
                <a:gridCol w="2952750"/>
                <a:gridCol w="2000250"/>
                <a:gridCol w="1619250"/>
                <a:gridCol w="3333750"/>
              </a:tblGrid>
              <a:tr h="473075">
                <a:tc>
                  <a:txBody>
                    <a:bodyPr wrap="square" lIns="95250" tIns="38100" rIns="85725" bIns="38100">
                      <a:noAutofit/>
                    </a:bodyPr>
                    <a:lstStyle/>
                    <a:p>
                      <a:pPr algn="l"/>
                      <a:r>
                        <a:rPr sz="1725" b="1">
                          <a:solidFill>
                            <a:srgbClr val="192035"/>
                          </a:solidFill>
                          <a:latin typeface="Noto Sans KR"/>
                          <a:ea typeface="Noto Sans KR"/>
                          <a:cs typeface="Noto Sans KR"/>
                        </a:rPr>
                        <a:t>변수</a:t>
                      </a:r>
                    </a:p>
                  </a:txBody>
                  <a:tcPr marL="91440" marR="91440" marT="45720" marB="45720" anchor="ctr">
                    <a:lnL w="9525">
                      <a:solidFill>
                        <a:srgbClr val="DAD6E8"/>
                      </a:solidFill>
                      <a:prstDash val="solid"/>
                    </a:lnL>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725" b="1">
                          <a:solidFill>
                            <a:srgbClr val="192035"/>
                          </a:solidFill>
                          <a:latin typeface="Noto Sans KR"/>
                          <a:ea typeface="Noto Sans KR"/>
                          <a:cs typeface="Noto Sans KR"/>
                        </a:rPr>
                        <a:t>오즈비 OR</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725" b="1">
                          <a:solidFill>
                            <a:srgbClr val="192035"/>
                          </a:solidFill>
                          <a:latin typeface="Noto Sans KR"/>
                          <a:ea typeface="Noto Sans KR"/>
                          <a:cs typeface="Noto Sans KR"/>
                        </a:rPr>
                        <a:t>p값</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725" b="1">
                          <a:solidFill>
                            <a:srgbClr val="192035"/>
                          </a:solidFill>
                          <a:latin typeface="Noto Sans KR"/>
                          <a:ea typeface="Noto Sans KR"/>
                          <a:cs typeface="Noto Sans KR"/>
                        </a:rPr>
                        <a:t>95% 신뢰구간</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r>
              <a:tr h="473075">
                <a:tc>
                  <a:txBody>
                    <a:bodyPr wrap="square" lIns="95250" tIns="38100" rIns="85725" bIns="38100">
                      <a:noAutofit/>
                    </a:bodyPr>
                    <a:lstStyle/>
                    <a:p>
                      <a:pPr algn="l"/>
                      <a:r>
                        <a:rPr sz="1725" b="0">
                          <a:solidFill>
                            <a:srgbClr val="192035"/>
                          </a:solidFill>
                          <a:latin typeface="Noto Sans KR"/>
                          <a:ea typeface="Noto Sans KR"/>
                          <a:cs typeface="Noto Sans KR"/>
                        </a:rPr>
                        <a:t>방문일수</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725" b="0">
                          <a:solidFill>
                            <a:srgbClr val="192035"/>
                          </a:solidFill>
                          <a:latin typeface="Noto Sans KR"/>
                          <a:ea typeface="Noto Sans KR"/>
                          <a:cs typeface="Noto Sans KR"/>
                        </a:rPr>
                        <a:t>2.3190</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725" b="0">
                          <a:solidFill>
                            <a:srgbClr val="192035"/>
                          </a:solidFill>
                          <a:latin typeface="Noto Sans KR"/>
                          <a:ea typeface="Noto Sans KR"/>
                          <a:cs typeface="Noto Sans KR"/>
                        </a:rPr>
                        <a:t>&lt;0.001</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725" b="0">
                          <a:solidFill>
                            <a:srgbClr val="192035"/>
                          </a:solidFill>
                          <a:latin typeface="Noto Sans KR"/>
                          <a:ea typeface="Noto Sans KR"/>
                          <a:cs typeface="Noto Sans KR"/>
                        </a:rPr>
                        <a:t>1.7933–2.9990</a:t>
                      </a:r>
                    </a:p>
                  </a:txBody>
                  <a:tcPr marL="91440" marR="91440" marT="45720" marB="45720" anchor="ctr">
                    <a:lnR w="9525">
                      <a:solidFill>
                        <a:srgbClr val="DAD6E8"/>
                      </a:solidFill>
                      <a:prstDash val="solid"/>
                    </a:lnR>
                    <a:lnB w="9525">
                      <a:solidFill>
                        <a:srgbClr val="DAD6E8"/>
                      </a:solidFill>
                      <a:prstDash val="solid"/>
                    </a:lnB>
                    <a:solidFill>
                      <a:srgbClr val="FFFFFF"/>
                    </a:solidFill>
                  </a:tcPr>
                </a:tc>
              </a:tr>
              <a:tr h="473075">
                <a:tc>
                  <a:txBody>
                    <a:bodyPr wrap="square" lIns="95250" tIns="38100" rIns="85725" bIns="38100">
                      <a:noAutofit/>
                    </a:bodyPr>
                    <a:lstStyle/>
                    <a:p>
                      <a:pPr algn="l"/>
                      <a:r>
                        <a:rPr sz="1725" b="0">
                          <a:solidFill>
                            <a:srgbClr val="192035"/>
                          </a:solidFill>
                          <a:latin typeface="Noto Sans KR"/>
                          <a:ea typeface="Noto Sans KR"/>
                          <a:cs typeface="Noto Sans KR"/>
                        </a:rPr>
                        <a:t>총 체류시간</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725" b="0">
                          <a:solidFill>
                            <a:srgbClr val="192035"/>
                          </a:solidFill>
                          <a:latin typeface="Noto Sans KR"/>
                          <a:ea typeface="Noto Sans KR"/>
                          <a:cs typeface="Noto Sans KR"/>
                        </a:rPr>
                        <a:t>0.9585</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725" b="0">
                          <a:solidFill>
                            <a:srgbClr val="192035"/>
                          </a:solidFill>
                          <a:latin typeface="Noto Sans KR"/>
                          <a:ea typeface="Noto Sans KR"/>
                          <a:cs typeface="Noto Sans KR"/>
                        </a:rPr>
                        <a:t>0.006</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725" b="0">
                          <a:solidFill>
                            <a:srgbClr val="192035"/>
                          </a:solidFill>
                          <a:latin typeface="Noto Sans KR"/>
                          <a:ea typeface="Noto Sans KR"/>
                          <a:cs typeface="Noto Sans KR"/>
                        </a:rPr>
                        <a:t>0.9302–0.9876</a:t>
                      </a:r>
                    </a:p>
                  </a:txBody>
                  <a:tcPr marL="91440" marR="91440" marT="45720" marB="45720" anchor="ctr">
                    <a:lnR w="9525">
                      <a:solidFill>
                        <a:srgbClr val="DAD6E8"/>
                      </a:solidFill>
                      <a:prstDash val="solid"/>
                    </a:lnR>
                    <a:lnB w="9525">
                      <a:solidFill>
                        <a:srgbClr val="DAD6E8"/>
                      </a:solidFill>
                      <a:prstDash val="solid"/>
                    </a:lnB>
                    <a:solidFill>
                      <a:srgbClr val="F3F1FA"/>
                    </a:solidFill>
                  </a:tcPr>
                </a:tc>
              </a:tr>
              <a:tr h="473075">
                <a:tc>
                  <a:txBody>
                    <a:bodyPr wrap="square" lIns="95250" tIns="38100" rIns="85725" bIns="38100">
                      <a:noAutofit/>
                    </a:bodyPr>
                    <a:lstStyle/>
                    <a:p>
                      <a:pPr algn="l"/>
                      <a:r>
                        <a:rPr sz="1725" b="0">
                          <a:solidFill>
                            <a:srgbClr val="192035"/>
                          </a:solidFill>
                          <a:latin typeface="Noto Sans KR"/>
                          <a:ea typeface="Noto Sans KR"/>
                          <a:cs typeface="Noto Sans KR"/>
                        </a:rPr>
                        <a:t>이용 지점수</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725" b="0">
                          <a:solidFill>
                            <a:srgbClr val="192035"/>
                          </a:solidFill>
                          <a:latin typeface="Noto Sans KR"/>
                          <a:ea typeface="Noto Sans KR"/>
                          <a:cs typeface="Noto Sans KR"/>
                        </a:rPr>
                        <a:t>1.2470</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725" b="0">
                          <a:solidFill>
                            <a:srgbClr val="192035"/>
                          </a:solidFill>
                          <a:latin typeface="Noto Sans KR"/>
                          <a:ea typeface="Noto Sans KR"/>
                          <a:cs typeface="Noto Sans KR"/>
                        </a:rPr>
                        <a:t>0.385</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725" b="0">
                          <a:solidFill>
                            <a:srgbClr val="192035"/>
                          </a:solidFill>
                          <a:latin typeface="Noto Sans KR"/>
                          <a:ea typeface="Noto Sans KR"/>
                          <a:cs typeface="Noto Sans KR"/>
                        </a:rPr>
                        <a:t>0.7580–2.0514</a:t>
                      </a:r>
                    </a:p>
                  </a:txBody>
                  <a:tcPr marL="91440" marR="91440" marT="45720" marB="45720" anchor="ctr">
                    <a:lnR w="9525">
                      <a:solidFill>
                        <a:srgbClr val="DAD6E8"/>
                      </a:solidFill>
                      <a:prstDash val="solid"/>
                    </a:lnR>
                    <a:lnB w="9525">
                      <a:solidFill>
                        <a:srgbClr val="DAD6E8"/>
                      </a:solidFill>
                      <a:prstDash val="solid"/>
                    </a:lnB>
                    <a:solidFill>
                      <a:srgbClr val="FFFFFF"/>
                    </a:solidFill>
                  </a:tcPr>
                </a:tc>
              </a:tr>
              <a:tr h="473075">
                <a:tc>
                  <a:txBody>
                    <a:bodyPr wrap="square" lIns="95250" tIns="38100" rIns="85725" bIns="38100">
                      <a:noAutofit/>
                    </a:bodyPr>
                    <a:lstStyle/>
                    <a:p>
                      <a:pPr algn="l"/>
                      <a:r>
                        <a:rPr sz="1725" b="0">
                          <a:solidFill>
                            <a:srgbClr val="192035"/>
                          </a:solidFill>
                          <a:latin typeface="Noto Sans KR"/>
                          <a:ea typeface="Noto Sans KR"/>
                          <a:cs typeface="Noto Sans KR"/>
                        </a:rPr>
                        <a:t>첫 방문 소요일</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725" b="0">
                          <a:solidFill>
                            <a:srgbClr val="192035"/>
                          </a:solidFill>
                          <a:latin typeface="Noto Sans KR"/>
                          <a:ea typeface="Noto Sans KR"/>
                          <a:cs typeface="Noto Sans KR"/>
                        </a:rPr>
                        <a:t>1.2872</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725" b="0">
                          <a:solidFill>
                            <a:srgbClr val="192035"/>
                          </a:solidFill>
                          <a:latin typeface="Noto Sans KR"/>
                          <a:ea typeface="Noto Sans KR"/>
                          <a:cs typeface="Noto Sans KR"/>
                        </a:rPr>
                        <a:t>0.018</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725" b="0">
                          <a:solidFill>
                            <a:srgbClr val="192035"/>
                          </a:solidFill>
                          <a:latin typeface="Noto Sans KR"/>
                          <a:ea typeface="Noto Sans KR"/>
                          <a:cs typeface="Noto Sans KR"/>
                        </a:rPr>
                        <a:t>1.0348–1.5874</a:t>
                      </a:r>
                    </a:p>
                  </a:txBody>
                  <a:tcPr marL="91440" marR="91440" marT="45720" marB="45720" anchor="ctr">
                    <a:lnR w="9525">
                      <a:solidFill>
                        <a:srgbClr val="DAD6E8"/>
                      </a:solidFill>
                      <a:prstDash val="solid"/>
                    </a:lnR>
                    <a:lnB w="9525">
                      <a:solidFill>
                        <a:srgbClr val="DAD6E8"/>
                      </a:solidFill>
                      <a:prstDash val="solid"/>
                    </a:lnB>
                    <a:solidFill>
                      <a:srgbClr val="F3F1FA"/>
                    </a:solidFill>
                  </a:tcPr>
                </a:tc>
              </a:tr>
              <a:tr h="473075">
                <a:tc>
                  <a:txBody>
                    <a:bodyPr wrap="square" lIns="95250" tIns="38100" rIns="85725" bIns="38100">
                      <a:noAutofit/>
                    </a:bodyPr>
                    <a:lstStyle/>
                    <a:p>
                      <a:pPr algn="l"/>
                      <a:r>
                        <a:rPr sz="1725" b="1">
                          <a:solidFill>
                            <a:srgbClr val="192035"/>
                          </a:solidFill>
                          <a:latin typeface="Noto Sans KR"/>
                          <a:ea typeface="Noto Sans KR"/>
                          <a:cs typeface="Noto Sans KR"/>
                        </a:rPr>
                        <a:t>2023년 여부</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D5F0EE"/>
                    </a:solidFill>
                  </a:tcPr>
                </a:tc>
                <a:tc>
                  <a:txBody>
                    <a:bodyPr wrap="square" lIns="95250" tIns="38100" rIns="85725" bIns="38100">
                      <a:noAutofit/>
                    </a:bodyPr>
                    <a:lstStyle/>
                    <a:p>
                      <a:pPr algn="ctr"/>
                      <a:r>
                        <a:rPr sz="1725" b="1">
                          <a:solidFill>
                            <a:srgbClr val="192035"/>
                          </a:solidFill>
                          <a:latin typeface="Noto Sans KR"/>
                          <a:ea typeface="Noto Sans KR"/>
                          <a:cs typeface="Noto Sans KR"/>
                        </a:rPr>
                        <a:t>0.3738</a:t>
                      </a:r>
                    </a:p>
                  </a:txBody>
                  <a:tcPr marL="91440" marR="91440" marT="45720" marB="45720" anchor="ctr">
                    <a:lnR w="9525">
                      <a:solidFill>
                        <a:srgbClr val="DAD6E8"/>
                      </a:solidFill>
                      <a:prstDash val="solid"/>
                    </a:lnR>
                    <a:lnB w="9525">
                      <a:solidFill>
                        <a:srgbClr val="DAD6E8"/>
                      </a:solidFill>
                      <a:prstDash val="solid"/>
                    </a:lnB>
                    <a:solidFill>
                      <a:srgbClr val="D5F0EE"/>
                    </a:solidFill>
                  </a:tcPr>
                </a:tc>
                <a:tc>
                  <a:txBody>
                    <a:bodyPr wrap="square" lIns="95250" tIns="38100" rIns="85725" bIns="38100">
                      <a:noAutofit/>
                    </a:bodyPr>
                    <a:lstStyle/>
                    <a:p>
                      <a:pPr algn="ctr"/>
                      <a:r>
                        <a:rPr sz="1725" b="1">
                          <a:solidFill>
                            <a:srgbClr val="192035"/>
                          </a:solidFill>
                          <a:latin typeface="Noto Sans KR"/>
                          <a:ea typeface="Noto Sans KR"/>
                          <a:cs typeface="Noto Sans KR"/>
                        </a:rPr>
                        <a:t>&lt;0.001</a:t>
                      </a:r>
                    </a:p>
                  </a:txBody>
                  <a:tcPr marL="91440" marR="91440" marT="45720" marB="45720" anchor="ctr">
                    <a:lnR w="9525">
                      <a:solidFill>
                        <a:srgbClr val="DAD6E8"/>
                      </a:solidFill>
                      <a:prstDash val="solid"/>
                    </a:lnR>
                    <a:lnB w="9525">
                      <a:solidFill>
                        <a:srgbClr val="DAD6E8"/>
                      </a:solidFill>
                      <a:prstDash val="solid"/>
                    </a:lnB>
                    <a:solidFill>
                      <a:srgbClr val="D5F0EE"/>
                    </a:solidFill>
                  </a:tcPr>
                </a:tc>
                <a:tc>
                  <a:txBody>
                    <a:bodyPr wrap="square" lIns="95250" tIns="38100" rIns="85725" bIns="38100">
                      <a:noAutofit/>
                    </a:bodyPr>
                    <a:lstStyle/>
                    <a:p>
                      <a:pPr algn="ctr"/>
                      <a:r>
                        <a:rPr sz="1725" b="1">
                          <a:solidFill>
                            <a:srgbClr val="192035"/>
                          </a:solidFill>
                          <a:latin typeface="Noto Sans KR"/>
                          <a:ea typeface="Noto Sans KR"/>
                          <a:cs typeface="Noto Sans KR"/>
                        </a:rPr>
                        <a:t>0.2640–0.5292</a:t>
                      </a:r>
                    </a:p>
                  </a:txBody>
                  <a:tcPr marL="91440" marR="91440" marT="45720" marB="45720" anchor="ctr">
                    <a:lnR w="9525">
                      <a:solidFill>
                        <a:srgbClr val="DAD6E8"/>
                      </a:solidFill>
                      <a:prstDash val="solid"/>
                    </a:lnR>
                    <a:lnB w="9525">
                      <a:solidFill>
                        <a:srgbClr val="DAD6E8"/>
                      </a:solidFill>
                      <a:prstDash val="solid"/>
                    </a:lnB>
                    <a:solidFill>
                      <a:srgbClr val="D5F0EE"/>
                    </a:solidFill>
                  </a:tcPr>
                </a:tc>
              </a:tr>
            </a:tbl>
          </a:graphicData>
        </a:graphic>
      </p:graphicFrame>
      <p:sp>
        <p:nvSpPr>
          <p:cNvPr id="7" name="상호작용을 포함하지 않은 모형 · 연도 기준: 2022년">
            <a:extLst xmlns:a="http://schemas.openxmlformats.org/drawingml/2006/main">
              <a:ext uri="{FF2B5EF4-FFF2-40B4-BE49-F238E27FC236}">
                <a16:creationId xmlns:a16="http://schemas.microsoft.com/office/drawing/2014/main" id="{B4D9C9B5-9D03-45D6-8E72-48DA5805FF34}"/>
              </a:ext>
            </a:extLst>
          </p:cNvPr>
          <p:cNvSpPr>
            <a:spLocks xmlns:a="http://schemas.openxmlformats.org/drawingml/2006/main" noGrp="1"/>
          </p:cNvSpPr>
          <p:nvPr/>
        </p:nvSpPr>
        <p:spPr>
          <a:xfrm xmlns:a="http://schemas.openxmlformats.org/drawingml/2006/main">
            <a:off x="1238250" y="5495925"/>
            <a:ext cx="971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738096"/>
                </a:solidFill>
                <a:latin typeface="Noto Sans KR"/>
                <a:ea typeface="Noto Sans KR"/>
                <a:cs typeface="Noto Sans KR"/>
              </a:defRPr>
            </a:defPPr>
            <a:lvl1pPr algn="ctr">
              <a:defRPr sz="1500" b="0">
                <a:solidFill>
                  <a:srgbClr val="738096"/>
                </a:solidFill>
                <a:latin typeface="Noto Sans KR"/>
                <a:ea typeface="Noto Sans KR"/>
                <a:cs typeface="Noto Sans KR"/>
              </a:defRPr>
            </a:lvl1pPr>
            <a:lvl2pPr algn="ctr">
              <a:defRPr sz="1500" b="0">
                <a:solidFill>
                  <a:srgbClr val="738096"/>
                </a:solidFill>
                <a:latin typeface="Noto Sans KR"/>
                <a:ea typeface="Noto Sans KR"/>
                <a:cs typeface="Noto Sans KR"/>
              </a:defRPr>
            </a:lvl2pPr>
            <a:lvl3pPr algn="ctr">
              <a:defRPr sz="1500" b="0">
                <a:solidFill>
                  <a:srgbClr val="738096"/>
                </a:solidFill>
                <a:latin typeface="Noto Sans KR"/>
                <a:ea typeface="Noto Sans KR"/>
                <a:cs typeface="Noto Sans KR"/>
              </a:defRPr>
            </a:lvl3pPr>
            <a:lvl4pPr algn="ctr">
              <a:defRPr sz="1500" b="0">
                <a:solidFill>
                  <a:srgbClr val="738096"/>
                </a:solidFill>
                <a:latin typeface="Noto Sans KR"/>
                <a:ea typeface="Noto Sans KR"/>
                <a:cs typeface="Noto Sans KR"/>
              </a:defRPr>
            </a:lvl4pPr>
            <a:lvl5pPr algn="ctr">
              <a:defRPr sz="1500" b="0">
                <a:solidFill>
                  <a:srgbClr val="738096"/>
                </a:solidFill>
                <a:latin typeface="Noto Sans KR"/>
                <a:ea typeface="Noto Sans KR"/>
                <a:cs typeface="Noto Sans KR"/>
              </a:defRPr>
            </a:lvl5pPr>
            <a:lvl6pPr algn="ctr">
              <a:defRPr sz="1500" b="0">
                <a:solidFill>
                  <a:srgbClr val="738096"/>
                </a:solidFill>
                <a:latin typeface="Noto Sans KR"/>
                <a:ea typeface="Noto Sans KR"/>
                <a:cs typeface="Noto Sans KR"/>
              </a:defRPr>
            </a:lvl6pPr>
            <a:lvl7pPr algn="ctr">
              <a:defRPr sz="1500" b="0">
                <a:solidFill>
                  <a:srgbClr val="738096"/>
                </a:solidFill>
                <a:latin typeface="Noto Sans KR"/>
                <a:ea typeface="Noto Sans KR"/>
                <a:cs typeface="Noto Sans KR"/>
              </a:defRPr>
            </a:lvl7pPr>
            <a:lvl8pPr algn="ctr">
              <a:defRPr sz="1500" b="0">
                <a:solidFill>
                  <a:srgbClr val="738096"/>
                </a:solidFill>
                <a:latin typeface="Noto Sans KR"/>
                <a:ea typeface="Noto Sans KR"/>
                <a:cs typeface="Noto Sans KR"/>
              </a:defRPr>
            </a:lvl8pPr>
            <a:lvl9pPr algn="ctr">
              <a:defRPr sz="1500" b="0">
                <a:solidFill>
                  <a:srgbClr val="738096"/>
                </a:solidFill>
                <a:latin typeface="Noto Sans KR"/>
                <a:ea typeface="Noto Sans KR"/>
                <a:cs typeface="Noto Sans KR"/>
              </a:defRPr>
            </a:lvl9pPr>
          </a:lstStyle>
          <a:p xmlns:a="http://schemas.openxmlformats.org/drawingml/2006/main">
            <a:pPr algn="ctr">
              <a:defRPr sz="1500" b="0">
                <a:solidFill>
                  <a:srgbClr val="BAC5D8"/>
                </a:solidFill>
                <a:latin typeface="Noto Sans KR"/>
                <a:ea typeface="Noto Sans KR"/>
                <a:cs typeface="Noto Sans KR"/>
              </a:defRPr>
            </a:pPr>
            <a:r>
              <a:rPr sz="1500" b="0">
                <a:solidFill>
                  <a:srgbClr val="738096"/>
                </a:solidFill>
                <a:latin typeface="Noto Sans KR"/>
                <a:ea typeface="Noto Sans KR"/>
                <a:cs typeface="Noto Sans KR"/>
              </a:rPr>
              <a:t>상호작용을 포함하지 않은 모형 · 연도 기준: 2022년</a:t>
            </a:r>
          </a:p>
        </p:txBody>
      </p:sp>
      <p:sp>
        <p:nvSpPr>
          <p:cNvPr id="8" name="">
            <a:extLst xmlns:a="http://schemas.openxmlformats.org/drawingml/2006/main">
              <a:ext uri="{FF2B5EF4-FFF2-40B4-BE49-F238E27FC236}">
                <a16:creationId xmlns:a16="http://schemas.microsoft.com/office/drawing/2014/main" id="{436656A1-7216-4E21-8BF1-CC90F5049372}"/>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prstDash val="solid"/>
          </a:ln>
        </p:spPr>
      </p:sp>
      <p:sp>
        <p:nvSpPr>
          <p:cNvPr id="9" name="OR은 결제 확률의 비율과 다르며 인과효과로 해석하지 않는다">
            <a:extLst xmlns:a="http://schemas.openxmlformats.org/drawingml/2006/main">
              <a:ext uri="{FF2B5EF4-FFF2-40B4-BE49-F238E27FC236}">
                <a16:creationId xmlns:a16="http://schemas.microsoft.com/office/drawing/2014/main" id="{2A8B24CF-0545-4AE1-B9BA-DCB718E3416B}"/>
              </a:ext>
            </a:extLst>
          </p:cNvPr>
          <p:cNvSpPr>
            <a:spLocks xmlns:a="http://schemas.openxmlformats.org/drawingml/2006/main" noGrp="1"/>
          </p:cNvSpPr>
          <p:nvPr/>
        </p:nvSpPr>
        <p:spPr>
          <a:xfrm xmlns:a="http://schemas.openxmlformats.org/drawingml/2006/main">
            <a:off x="1323975" y="5934075"/>
            <a:ext cx="9544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192035"/>
                </a:solidFill>
                <a:latin typeface="Noto Sans KR"/>
                <a:ea typeface="Noto Sans KR"/>
                <a:cs typeface="Noto Sans KR"/>
              </a:defRPr>
            </a:defPPr>
            <a:lvl1pPr algn="ctr">
              <a:defRPr sz="1725" b="1">
                <a:solidFill>
                  <a:srgbClr val="192035"/>
                </a:solidFill>
                <a:latin typeface="Noto Sans KR"/>
                <a:ea typeface="Noto Sans KR"/>
                <a:cs typeface="Noto Sans KR"/>
              </a:defRPr>
            </a:lvl1pPr>
            <a:lvl2pPr algn="ctr">
              <a:defRPr sz="1725" b="1">
                <a:solidFill>
                  <a:srgbClr val="192035"/>
                </a:solidFill>
                <a:latin typeface="Noto Sans KR"/>
                <a:ea typeface="Noto Sans KR"/>
                <a:cs typeface="Noto Sans KR"/>
              </a:defRPr>
            </a:lvl2pPr>
            <a:lvl3pPr algn="ctr">
              <a:defRPr sz="1725" b="1">
                <a:solidFill>
                  <a:srgbClr val="192035"/>
                </a:solidFill>
                <a:latin typeface="Noto Sans KR"/>
                <a:ea typeface="Noto Sans KR"/>
                <a:cs typeface="Noto Sans KR"/>
              </a:defRPr>
            </a:lvl3pPr>
            <a:lvl4pPr algn="ctr">
              <a:defRPr sz="1725" b="1">
                <a:solidFill>
                  <a:srgbClr val="192035"/>
                </a:solidFill>
                <a:latin typeface="Noto Sans KR"/>
                <a:ea typeface="Noto Sans KR"/>
                <a:cs typeface="Noto Sans KR"/>
              </a:defRPr>
            </a:lvl4pPr>
            <a:lvl5pPr algn="ctr">
              <a:defRPr sz="1725" b="1">
                <a:solidFill>
                  <a:srgbClr val="192035"/>
                </a:solidFill>
                <a:latin typeface="Noto Sans KR"/>
                <a:ea typeface="Noto Sans KR"/>
                <a:cs typeface="Noto Sans KR"/>
              </a:defRPr>
            </a:lvl5pPr>
            <a:lvl6pPr algn="ctr">
              <a:defRPr sz="1725" b="1">
                <a:solidFill>
                  <a:srgbClr val="192035"/>
                </a:solidFill>
                <a:latin typeface="Noto Sans KR"/>
                <a:ea typeface="Noto Sans KR"/>
                <a:cs typeface="Noto Sans KR"/>
              </a:defRPr>
            </a:lvl6pPr>
            <a:lvl7pPr algn="ctr">
              <a:defRPr sz="1725" b="1">
                <a:solidFill>
                  <a:srgbClr val="192035"/>
                </a:solidFill>
                <a:latin typeface="Noto Sans KR"/>
                <a:ea typeface="Noto Sans KR"/>
                <a:cs typeface="Noto Sans KR"/>
              </a:defRPr>
            </a:lvl7pPr>
            <a:lvl8pPr algn="ctr">
              <a:defRPr sz="1725" b="1">
                <a:solidFill>
                  <a:srgbClr val="192035"/>
                </a:solidFill>
                <a:latin typeface="Noto Sans KR"/>
                <a:ea typeface="Noto Sans KR"/>
                <a:cs typeface="Noto Sans KR"/>
              </a:defRPr>
            </a:lvl8pPr>
            <a:lvl9pPr algn="ctr">
              <a:defRPr sz="1725" b="1">
                <a:solidFill>
                  <a:srgbClr val="192035"/>
                </a:solidFill>
                <a:latin typeface="Noto Sans KR"/>
                <a:ea typeface="Noto Sans KR"/>
                <a:cs typeface="Noto Sans KR"/>
              </a:defRPr>
            </a:lvl9pPr>
          </a:lstStyle>
          <a:p xmlns:a="http://schemas.openxmlformats.org/drawingml/2006/main">
            <a:pPr algn="ctr">
              <a:defRPr sz="1725" b="1">
                <a:solidFill>
                  <a:srgbClr val="F1F5F9"/>
                </a:solidFill>
                <a:latin typeface="Noto Sans KR"/>
                <a:ea typeface="Noto Sans KR"/>
                <a:cs typeface="Noto Sans KR"/>
              </a:defRPr>
            </a:pPr>
            <a:r>
              <a:rPr sz="1725" b="1">
                <a:solidFill>
                  <a:srgbClr val="192035"/>
                </a:solidFill>
                <a:latin typeface="Noto Sans KR"/>
                <a:ea typeface="Noto Sans KR"/>
                <a:cs typeface="Noto Sans KR"/>
              </a:rPr>
              <a:t>OR은 결제 확률의 비율과 다르며 인과효과로 해석하지 않는다</a:t>
            </a:r>
          </a:p>
        </p:txBody>
      </p:sp>
    </p:spTree>
    <p:extLst>
      <p:ext uri="{BB962C8B-B14F-4D97-AF65-F5344CB8AC3E}">
        <p14:creationId xmlns:p14="http://schemas.microsoft.com/office/powerpoint/2010/main" val="1574886297"/>
      </p:ext>
    </p:extLst>
  </p:cSld>
</p:sld>
</file>

<file path=ppt/slides/slide16.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8698FFC-6EB9-4CA4-923F-04879595505B}"/>
              </a:ext>
            </a:extLst>
          </p:cNvPr>
          <p:cNvPicPr>
            <a:picLocks xmlns:a="http://schemas.openxmlformats.org/drawingml/2006/main" noChangeAspect="1"/>
          </p:cNvPicPr>
          <p:nvPr/>
        </p:nvPicPr>
        <p:blipFill>
          <a:blip xmlns:r="http://schemas.openxmlformats.org/officeDocument/2006/relationships" xmlns:a="http://schemas.openxmlformats.org/drawingml/2006/main" r:embed="R558c0e78ab90468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부록 B. 연도별 행동 관계 검토">
            <a:extLst xmlns:a="http://schemas.openxmlformats.org/drawingml/2006/main">
              <a:ext uri="{FF2B5EF4-FFF2-40B4-BE49-F238E27FC236}">
                <a16:creationId xmlns:a16="http://schemas.microsoft.com/office/drawing/2014/main" id="{C939A562-89D9-4720-BF53-F51B1CB497FF}"/>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192035"/>
                </a:solidFill>
                <a:latin typeface="Noto Sans KR"/>
                <a:ea typeface="Noto Sans KR"/>
                <a:cs typeface="Noto Sans KR"/>
              </a:defRPr>
            </a:defPPr>
            <a:lvl1pPr algn="ctr">
              <a:defRPr sz="3000" b="1">
                <a:solidFill>
                  <a:srgbClr val="192035"/>
                </a:solidFill>
                <a:latin typeface="Noto Sans KR"/>
                <a:ea typeface="Noto Sans KR"/>
                <a:cs typeface="Noto Sans KR"/>
              </a:defRPr>
            </a:lvl1pPr>
            <a:lvl2pPr algn="ctr">
              <a:defRPr sz="3000" b="1">
                <a:solidFill>
                  <a:srgbClr val="192035"/>
                </a:solidFill>
                <a:latin typeface="Noto Sans KR"/>
                <a:ea typeface="Noto Sans KR"/>
                <a:cs typeface="Noto Sans KR"/>
              </a:defRPr>
            </a:lvl2pPr>
            <a:lvl3pPr algn="ctr">
              <a:defRPr sz="3000" b="1">
                <a:solidFill>
                  <a:srgbClr val="192035"/>
                </a:solidFill>
                <a:latin typeface="Noto Sans KR"/>
                <a:ea typeface="Noto Sans KR"/>
                <a:cs typeface="Noto Sans KR"/>
              </a:defRPr>
            </a:lvl3pPr>
            <a:lvl4pPr algn="ctr">
              <a:defRPr sz="3000" b="1">
                <a:solidFill>
                  <a:srgbClr val="192035"/>
                </a:solidFill>
                <a:latin typeface="Noto Sans KR"/>
                <a:ea typeface="Noto Sans KR"/>
                <a:cs typeface="Noto Sans KR"/>
              </a:defRPr>
            </a:lvl4pPr>
            <a:lvl5pPr algn="ctr">
              <a:defRPr sz="3000" b="1">
                <a:solidFill>
                  <a:srgbClr val="192035"/>
                </a:solidFill>
                <a:latin typeface="Noto Sans KR"/>
                <a:ea typeface="Noto Sans KR"/>
                <a:cs typeface="Noto Sans KR"/>
              </a:defRPr>
            </a:lvl5pPr>
            <a:lvl6pPr algn="ctr">
              <a:defRPr sz="3000" b="1">
                <a:solidFill>
                  <a:srgbClr val="192035"/>
                </a:solidFill>
                <a:latin typeface="Noto Sans KR"/>
                <a:ea typeface="Noto Sans KR"/>
                <a:cs typeface="Noto Sans KR"/>
              </a:defRPr>
            </a:lvl6pPr>
            <a:lvl7pPr algn="ctr">
              <a:defRPr sz="3000" b="1">
                <a:solidFill>
                  <a:srgbClr val="192035"/>
                </a:solidFill>
                <a:latin typeface="Noto Sans KR"/>
                <a:ea typeface="Noto Sans KR"/>
                <a:cs typeface="Noto Sans KR"/>
              </a:defRPr>
            </a:lvl7pPr>
            <a:lvl8pPr algn="ctr">
              <a:defRPr sz="3000" b="1">
                <a:solidFill>
                  <a:srgbClr val="192035"/>
                </a:solidFill>
                <a:latin typeface="Noto Sans KR"/>
                <a:ea typeface="Noto Sans KR"/>
                <a:cs typeface="Noto Sans KR"/>
              </a:defRPr>
            </a:lvl8pPr>
            <a:lvl9pPr algn="ctr">
              <a:defRPr sz="3000" b="1">
                <a:solidFill>
                  <a:srgbClr val="192035"/>
                </a:solidFill>
                <a:latin typeface="Noto Sans KR"/>
                <a:ea typeface="Noto Sans KR"/>
                <a:cs typeface="Noto Sans KR"/>
              </a:defRPr>
            </a:lvl9pPr>
          </a:lstStyle>
          <a:p xmlns:a="http://schemas.openxmlformats.org/drawingml/2006/main">
            <a:pPr algn="ctr">
              <a:defRPr sz="3000" b="1">
                <a:solidFill>
                  <a:srgbClr val="F1F5F9"/>
                </a:solidFill>
                <a:latin typeface="Noto Sans KR"/>
                <a:ea typeface="Noto Sans KR"/>
                <a:cs typeface="Noto Sans KR"/>
              </a:defRPr>
            </a:pPr>
            <a:r>
              <a:rPr sz="3000" b="1">
                <a:solidFill>
                  <a:srgbClr val="192035"/>
                </a:solidFill>
                <a:latin typeface="Noto Sans KR"/>
                <a:ea typeface="Noto Sans KR"/>
                <a:cs typeface="Noto Sans KR"/>
              </a:rPr>
              <a:t>부록 B. 연도별 행동 관계 검토</a:t>
            </a:r>
          </a:p>
        </p:txBody>
      </p:sp>
      <p:sp>
        <p:nvSpPr>
          <p:cNvPr id="4" name="">
            <a:extLst xmlns:a="http://schemas.openxmlformats.org/drawingml/2006/main">
              <a:ext uri="{FF2B5EF4-FFF2-40B4-BE49-F238E27FC236}">
                <a16:creationId xmlns:a16="http://schemas.microsoft.com/office/drawing/2014/main" id="{EB5606A8-5156-40F9-AA3E-AF58855D5144}"/>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prstDash val="solid"/>
          </a:ln>
        </p:spPr>
      </p:sp>
      <p:sp>
        <p:nvSpPr>
          <p:cNvPr id="5" name="행동 × 연도 상호작용">
            <a:extLst xmlns:a="http://schemas.openxmlformats.org/drawingml/2006/main">
              <a:ext uri="{FF2B5EF4-FFF2-40B4-BE49-F238E27FC236}">
                <a16:creationId xmlns:a16="http://schemas.microsoft.com/office/drawing/2014/main" id="{DCB1D963-922F-43E0-8D81-C7833ABB0593}"/>
              </a:ext>
            </a:extLst>
          </p:cNvPr>
          <p:cNvSpPr>
            <a:spLocks xmlns:a="http://schemas.openxmlformats.org/drawingml/2006/main" noGrp="1"/>
          </p:cNvSpPr>
          <p:nvPr/>
        </p:nvSpPr>
        <p:spPr>
          <a:xfrm xmlns:a="http://schemas.openxmlformats.org/drawingml/2006/main">
            <a:off x="990600" y="2200275"/>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92035"/>
                </a:solidFill>
                <a:latin typeface="Noto Sans KR"/>
                <a:ea typeface="Noto Sans KR"/>
                <a:cs typeface="Noto Sans KR"/>
              </a:defRPr>
            </a:defPPr>
            <a:lvl1pPr algn="ctr">
              <a:defRPr sz="2025" b="1">
                <a:solidFill>
                  <a:srgbClr val="192035"/>
                </a:solidFill>
                <a:latin typeface="Noto Sans KR"/>
                <a:ea typeface="Noto Sans KR"/>
                <a:cs typeface="Noto Sans KR"/>
              </a:defRPr>
            </a:lvl1pPr>
            <a:lvl2pPr algn="ctr">
              <a:defRPr sz="2025" b="1">
                <a:solidFill>
                  <a:srgbClr val="192035"/>
                </a:solidFill>
                <a:latin typeface="Noto Sans KR"/>
                <a:ea typeface="Noto Sans KR"/>
                <a:cs typeface="Noto Sans KR"/>
              </a:defRPr>
            </a:lvl2pPr>
            <a:lvl3pPr algn="ctr">
              <a:defRPr sz="2025" b="1">
                <a:solidFill>
                  <a:srgbClr val="192035"/>
                </a:solidFill>
                <a:latin typeface="Noto Sans KR"/>
                <a:ea typeface="Noto Sans KR"/>
                <a:cs typeface="Noto Sans KR"/>
              </a:defRPr>
            </a:lvl3pPr>
            <a:lvl4pPr algn="ctr">
              <a:defRPr sz="2025" b="1">
                <a:solidFill>
                  <a:srgbClr val="192035"/>
                </a:solidFill>
                <a:latin typeface="Noto Sans KR"/>
                <a:ea typeface="Noto Sans KR"/>
                <a:cs typeface="Noto Sans KR"/>
              </a:defRPr>
            </a:lvl4pPr>
            <a:lvl5pPr algn="ctr">
              <a:defRPr sz="2025" b="1">
                <a:solidFill>
                  <a:srgbClr val="192035"/>
                </a:solidFill>
                <a:latin typeface="Noto Sans KR"/>
                <a:ea typeface="Noto Sans KR"/>
                <a:cs typeface="Noto Sans KR"/>
              </a:defRPr>
            </a:lvl5pPr>
            <a:lvl6pPr algn="ctr">
              <a:defRPr sz="2025" b="1">
                <a:solidFill>
                  <a:srgbClr val="192035"/>
                </a:solidFill>
                <a:latin typeface="Noto Sans KR"/>
                <a:ea typeface="Noto Sans KR"/>
                <a:cs typeface="Noto Sans KR"/>
              </a:defRPr>
            </a:lvl6pPr>
            <a:lvl7pPr algn="ctr">
              <a:defRPr sz="2025" b="1">
                <a:solidFill>
                  <a:srgbClr val="192035"/>
                </a:solidFill>
                <a:latin typeface="Noto Sans KR"/>
                <a:ea typeface="Noto Sans KR"/>
                <a:cs typeface="Noto Sans KR"/>
              </a:defRPr>
            </a:lvl7pPr>
            <a:lvl8pPr algn="ctr">
              <a:defRPr sz="2025" b="1">
                <a:solidFill>
                  <a:srgbClr val="192035"/>
                </a:solidFill>
                <a:latin typeface="Noto Sans KR"/>
                <a:ea typeface="Noto Sans KR"/>
                <a:cs typeface="Noto Sans KR"/>
              </a:defRPr>
            </a:lvl8pPr>
            <a:lvl9pPr algn="ctr">
              <a:defRPr sz="2025" b="1">
                <a:solidFill>
                  <a:srgbClr val="192035"/>
                </a:solidFill>
                <a:latin typeface="Noto Sans KR"/>
                <a:ea typeface="Noto Sans KR"/>
                <a:cs typeface="Noto Sans KR"/>
              </a:defRPr>
            </a:lvl9pPr>
          </a:lstStyle>
          <a:p xmlns:a="http://schemas.openxmlformats.org/drawingml/2006/main">
            <a:pPr algn="ctr">
              <a:defRPr sz="2025" b="1">
                <a:solidFill>
                  <a:srgbClr val="F1F5F9"/>
                </a:solidFill>
                <a:latin typeface="Noto Sans KR"/>
                <a:ea typeface="Noto Sans KR"/>
                <a:cs typeface="Noto Sans KR"/>
              </a:defRPr>
            </a:pPr>
            <a:r>
              <a:rPr sz="2025" b="1">
                <a:solidFill>
                  <a:srgbClr val="192035"/>
                </a:solidFill>
                <a:latin typeface="Noto Sans KR"/>
                <a:ea typeface="Noto Sans KR"/>
                <a:cs typeface="Noto Sans KR"/>
              </a:rPr>
              <a:t>행동 × 연도 상호작용</a:t>
            </a:r>
          </a:p>
        </p:txBody>
      </p:sp>
      <p:sp>
        <p:nvSpPr>
          <p:cNvPr id="6" name="연도별 행동 오즈비">
            <a:extLst xmlns:a="http://schemas.openxmlformats.org/drawingml/2006/main">
              <a:ext uri="{FF2B5EF4-FFF2-40B4-BE49-F238E27FC236}">
                <a16:creationId xmlns:a16="http://schemas.microsoft.com/office/drawing/2014/main" id="{F8EE3DA0-4925-446A-84D1-E93127E2E276}"/>
              </a:ext>
            </a:extLst>
          </p:cNvPr>
          <p:cNvSpPr>
            <a:spLocks xmlns:a="http://schemas.openxmlformats.org/drawingml/2006/main" noGrp="1"/>
          </p:cNvSpPr>
          <p:nvPr/>
        </p:nvSpPr>
        <p:spPr>
          <a:xfrm xmlns:a="http://schemas.openxmlformats.org/drawingml/2006/main">
            <a:off x="7010400" y="2200275"/>
            <a:ext cx="4295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92035"/>
                </a:solidFill>
                <a:latin typeface="Noto Sans KR"/>
                <a:ea typeface="Noto Sans KR"/>
                <a:cs typeface="Noto Sans KR"/>
              </a:defRPr>
            </a:defPPr>
            <a:lvl1pPr algn="ctr">
              <a:defRPr sz="2025" b="1">
                <a:solidFill>
                  <a:srgbClr val="192035"/>
                </a:solidFill>
                <a:latin typeface="Noto Sans KR"/>
                <a:ea typeface="Noto Sans KR"/>
                <a:cs typeface="Noto Sans KR"/>
              </a:defRPr>
            </a:lvl1pPr>
            <a:lvl2pPr algn="ctr">
              <a:defRPr sz="2025" b="1">
                <a:solidFill>
                  <a:srgbClr val="192035"/>
                </a:solidFill>
                <a:latin typeface="Noto Sans KR"/>
                <a:ea typeface="Noto Sans KR"/>
                <a:cs typeface="Noto Sans KR"/>
              </a:defRPr>
            </a:lvl2pPr>
            <a:lvl3pPr algn="ctr">
              <a:defRPr sz="2025" b="1">
                <a:solidFill>
                  <a:srgbClr val="192035"/>
                </a:solidFill>
                <a:latin typeface="Noto Sans KR"/>
                <a:ea typeface="Noto Sans KR"/>
                <a:cs typeface="Noto Sans KR"/>
              </a:defRPr>
            </a:lvl3pPr>
            <a:lvl4pPr algn="ctr">
              <a:defRPr sz="2025" b="1">
                <a:solidFill>
                  <a:srgbClr val="192035"/>
                </a:solidFill>
                <a:latin typeface="Noto Sans KR"/>
                <a:ea typeface="Noto Sans KR"/>
                <a:cs typeface="Noto Sans KR"/>
              </a:defRPr>
            </a:lvl4pPr>
            <a:lvl5pPr algn="ctr">
              <a:defRPr sz="2025" b="1">
                <a:solidFill>
                  <a:srgbClr val="192035"/>
                </a:solidFill>
                <a:latin typeface="Noto Sans KR"/>
                <a:ea typeface="Noto Sans KR"/>
                <a:cs typeface="Noto Sans KR"/>
              </a:defRPr>
            </a:lvl5pPr>
            <a:lvl6pPr algn="ctr">
              <a:defRPr sz="2025" b="1">
                <a:solidFill>
                  <a:srgbClr val="192035"/>
                </a:solidFill>
                <a:latin typeface="Noto Sans KR"/>
                <a:ea typeface="Noto Sans KR"/>
                <a:cs typeface="Noto Sans KR"/>
              </a:defRPr>
            </a:lvl6pPr>
            <a:lvl7pPr algn="ctr">
              <a:defRPr sz="2025" b="1">
                <a:solidFill>
                  <a:srgbClr val="192035"/>
                </a:solidFill>
                <a:latin typeface="Noto Sans KR"/>
                <a:ea typeface="Noto Sans KR"/>
                <a:cs typeface="Noto Sans KR"/>
              </a:defRPr>
            </a:lvl7pPr>
            <a:lvl8pPr algn="ctr">
              <a:defRPr sz="2025" b="1">
                <a:solidFill>
                  <a:srgbClr val="192035"/>
                </a:solidFill>
                <a:latin typeface="Noto Sans KR"/>
                <a:ea typeface="Noto Sans KR"/>
                <a:cs typeface="Noto Sans KR"/>
              </a:defRPr>
            </a:lvl8pPr>
            <a:lvl9pPr algn="ctr">
              <a:defRPr sz="2025" b="1">
                <a:solidFill>
                  <a:srgbClr val="192035"/>
                </a:solidFill>
                <a:latin typeface="Noto Sans KR"/>
                <a:ea typeface="Noto Sans KR"/>
                <a:cs typeface="Noto Sans KR"/>
              </a:defRPr>
            </a:lvl9pPr>
          </a:lstStyle>
          <a:p xmlns:a="http://schemas.openxmlformats.org/drawingml/2006/main">
            <a:pPr algn="ctr">
              <a:defRPr sz="2025" b="1">
                <a:solidFill>
                  <a:srgbClr val="F1F5F9"/>
                </a:solidFill>
                <a:latin typeface="Noto Sans KR"/>
                <a:ea typeface="Noto Sans KR"/>
                <a:cs typeface="Noto Sans KR"/>
              </a:defRPr>
            </a:pPr>
            <a:r>
              <a:rPr sz="2025" b="1">
                <a:solidFill>
                  <a:srgbClr val="192035"/>
                </a:solidFill>
                <a:latin typeface="Noto Sans KR"/>
                <a:ea typeface="Noto Sans KR"/>
                <a:cs typeface="Noto Sans KR"/>
              </a:rPr>
              <a:t>연도별 행동 오즈비</a:t>
            </a:r>
          </a:p>
        </p:txBody>
      </p:sp>
      <p:graphicFrame>
        <p:nvGraphicFramePr>
          <p:cNvPr id="7" name="">
            <a:extLst xmlns:a="http://schemas.openxmlformats.org/drawingml/2006/main">
              <a:ext uri="{FF2B5EF4-FFF2-40B4-BE49-F238E27FC236}">
                <a16:creationId xmlns:a16="http://schemas.microsoft.com/office/drawing/2014/main" id="{6BE5A0CA-4C96-467A-BEAC-958634F46994}"/>
              </a:ext>
            </a:extLst>
          </p:cNvPr>
          <p:cNvGraphicFramePr/>
          <p:nvPr/>
        </p:nvGraphicFramePr>
        <p:xfrm>
          <a:off xmlns:a="http://schemas.openxmlformats.org/drawingml/2006/main" x="876300" y="2771775"/>
          <a:ext xmlns:a="http://schemas.openxmlformats.org/drawingml/2006/main" cx="5715000" cy="2552700"/>
        </p:xfrm>
        <a:graphic xmlns:a="http://schemas.openxmlformats.org/drawingml/2006/main">
          <a:graphicData uri="http://schemas.openxmlformats.org/drawingml/2006/table">
            <a:tbl>
              <a:tblPr/>
              <a:tblGrid>
                <a:gridCol w="1857375"/>
                <a:gridCol w="857250"/>
                <a:gridCol w="857250"/>
                <a:gridCol w="2143125"/>
              </a:tblGrid>
              <a:tr h="510540">
                <a:tc>
                  <a:txBody>
                    <a:bodyPr wrap="square" lIns="95250" tIns="38100" rIns="85725" bIns="38100">
                      <a:noAutofit/>
                    </a:bodyPr>
                    <a:lstStyle/>
                    <a:p>
                      <a:pPr algn="l"/>
                      <a:r>
                        <a:rPr sz="1350" b="1">
                          <a:solidFill>
                            <a:srgbClr val="192035"/>
                          </a:solidFill>
                          <a:latin typeface="Noto Sans KR"/>
                          <a:ea typeface="Noto Sans KR"/>
                          <a:cs typeface="Noto Sans KR"/>
                        </a:rPr>
                        <a:t>상호작용 항</a:t>
                      </a:r>
                    </a:p>
                  </a:txBody>
                  <a:tcPr marL="91440" marR="91440" marT="45720" marB="45720" anchor="ctr">
                    <a:lnL w="9525">
                      <a:solidFill>
                        <a:srgbClr val="DAD6E8"/>
                      </a:solidFill>
                      <a:prstDash val="solid"/>
                    </a:lnL>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350" b="1">
                          <a:solidFill>
                            <a:srgbClr val="192035"/>
                          </a:solidFill>
                          <a:latin typeface="Noto Sans KR"/>
                          <a:ea typeface="Noto Sans KR"/>
                          <a:cs typeface="Noto Sans KR"/>
                        </a:rPr>
                        <a:t>OR</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350" b="1">
                          <a:solidFill>
                            <a:srgbClr val="192035"/>
                          </a:solidFill>
                          <a:latin typeface="Noto Sans KR"/>
                          <a:ea typeface="Noto Sans KR"/>
                          <a:cs typeface="Noto Sans KR"/>
                        </a:rPr>
                        <a:t>p값</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350" b="1">
                          <a:solidFill>
                            <a:srgbClr val="192035"/>
                          </a:solidFill>
                          <a:latin typeface="Noto Sans KR"/>
                          <a:ea typeface="Noto Sans KR"/>
                          <a:cs typeface="Noto Sans KR"/>
                        </a:rPr>
                        <a:t>95% 신뢰구간</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r>
              <a:tr h="510540">
                <a:tc>
                  <a:txBody>
                    <a:bodyPr wrap="square" lIns="95250" tIns="38100" rIns="85725" bIns="38100">
                      <a:noAutofit/>
                    </a:bodyPr>
                    <a:lstStyle/>
                    <a:p>
                      <a:pPr algn="l"/>
                      <a:r>
                        <a:rPr sz="1350" b="0">
                          <a:solidFill>
                            <a:srgbClr val="192035"/>
                          </a:solidFill>
                          <a:latin typeface="Noto Sans KR"/>
                          <a:ea typeface="Noto Sans KR"/>
                          <a:cs typeface="Noto Sans KR"/>
                        </a:rPr>
                        <a:t>방문일수 × 연도</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1.2122</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0.4654</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0.7231–2.0320</a:t>
                      </a:r>
                    </a:p>
                  </a:txBody>
                  <a:tcPr marL="91440" marR="91440" marT="45720" marB="45720" anchor="ctr">
                    <a:lnR w="9525">
                      <a:solidFill>
                        <a:srgbClr val="DAD6E8"/>
                      </a:solidFill>
                      <a:prstDash val="solid"/>
                    </a:lnR>
                    <a:lnB w="9525">
                      <a:solidFill>
                        <a:srgbClr val="DAD6E8"/>
                      </a:solidFill>
                      <a:prstDash val="solid"/>
                    </a:lnB>
                    <a:solidFill>
                      <a:srgbClr val="FFFFFF"/>
                    </a:solidFill>
                  </a:tcPr>
                </a:tc>
              </a:tr>
              <a:tr h="510540">
                <a:tc>
                  <a:txBody>
                    <a:bodyPr wrap="square" lIns="95250" tIns="38100" rIns="85725" bIns="38100">
                      <a:noAutofit/>
                    </a:bodyPr>
                    <a:lstStyle/>
                    <a:p>
                      <a:pPr algn="l"/>
                      <a:r>
                        <a:rPr sz="1350" b="0">
                          <a:solidFill>
                            <a:srgbClr val="192035"/>
                          </a:solidFill>
                          <a:latin typeface="Noto Sans KR"/>
                          <a:ea typeface="Noto Sans KR"/>
                          <a:cs typeface="Noto Sans KR"/>
                        </a:rPr>
                        <a:t>체류시간 × 연도</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0.9678</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0.3019</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0.9096–1.0298</a:t>
                      </a:r>
                    </a:p>
                  </a:txBody>
                  <a:tcPr marL="91440" marR="91440" marT="45720" marB="45720" anchor="ctr">
                    <a:lnR w="9525">
                      <a:solidFill>
                        <a:srgbClr val="DAD6E8"/>
                      </a:solidFill>
                      <a:prstDash val="solid"/>
                    </a:lnR>
                    <a:lnB w="9525">
                      <a:solidFill>
                        <a:srgbClr val="DAD6E8"/>
                      </a:solidFill>
                      <a:prstDash val="solid"/>
                    </a:lnB>
                    <a:solidFill>
                      <a:srgbClr val="F3F1FA"/>
                    </a:solidFill>
                  </a:tcPr>
                </a:tc>
              </a:tr>
              <a:tr h="510540">
                <a:tc>
                  <a:txBody>
                    <a:bodyPr wrap="square" lIns="95250" tIns="38100" rIns="85725" bIns="38100">
                      <a:noAutofit/>
                    </a:bodyPr>
                    <a:lstStyle/>
                    <a:p>
                      <a:pPr algn="l"/>
                      <a:r>
                        <a:rPr sz="1350" b="0">
                          <a:solidFill>
                            <a:srgbClr val="192035"/>
                          </a:solidFill>
                          <a:latin typeface="Noto Sans KR"/>
                          <a:ea typeface="Noto Sans KR"/>
                          <a:cs typeface="Noto Sans KR"/>
                        </a:rPr>
                        <a:t>지점수 × 연도</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0.9120</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0.8620</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0.3226–2.5782</a:t>
                      </a:r>
                    </a:p>
                  </a:txBody>
                  <a:tcPr marL="91440" marR="91440" marT="45720" marB="45720" anchor="ctr">
                    <a:lnR w="9525">
                      <a:solidFill>
                        <a:srgbClr val="DAD6E8"/>
                      </a:solidFill>
                      <a:prstDash val="solid"/>
                    </a:lnR>
                    <a:lnB w="9525">
                      <a:solidFill>
                        <a:srgbClr val="DAD6E8"/>
                      </a:solidFill>
                      <a:prstDash val="solid"/>
                    </a:lnB>
                    <a:solidFill>
                      <a:srgbClr val="FFFFFF"/>
                    </a:solidFill>
                  </a:tcPr>
                </a:tc>
              </a:tr>
              <a:tr h="510540">
                <a:tc>
                  <a:txBody>
                    <a:bodyPr wrap="square" lIns="95250" tIns="38100" rIns="85725" bIns="38100">
                      <a:noAutofit/>
                    </a:bodyPr>
                    <a:lstStyle/>
                    <a:p>
                      <a:pPr algn="l"/>
                      <a:r>
                        <a:rPr sz="1350" b="0">
                          <a:solidFill>
                            <a:srgbClr val="192035"/>
                          </a:solidFill>
                          <a:latin typeface="Noto Sans KR"/>
                          <a:ea typeface="Noto Sans KR"/>
                          <a:cs typeface="Noto Sans KR"/>
                        </a:rPr>
                        <a:t>첫 방문 소요일 × 연도</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1.1381</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0.5608</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0.7360–1.7600</a:t>
                      </a:r>
                    </a:p>
                  </a:txBody>
                  <a:tcPr marL="91440" marR="91440" marT="45720" marB="45720" anchor="ctr">
                    <a:lnR w="9525">
                      <a:solidFill>
                        <a:srgbClr val="DAD6E8"/>
                      </a:solidFill>
                      <a:prstDash val="solid"/>
                    </a:lnR>
                    <a:lnB w="9525">
                      <a:solidFill>
                        <a:srgbClr val="DAD6E8"/>
                      </a:solidFill>
                      <a:prstDash val="solid"/>
                    </a:lnB>
                    <a:solidFill>
                      <a:srgbClr val="F3F1FA"/>
                    </a:solidFill>
                  </a:tcPr>
                </a:tc>
              </a:tr>
            </a:tbl>
          </a:graphicData>
        </a:graphic>
      </p:graphicFrame>
      <p:graphicFrame>
        <p:nvGraphicFramePr>
          <p:cNvPr id="8" name="">
            <a:extLst xmlns:a="http://schemas.openxmlformats.org/drawingml/2006/main">
              <a:ext uri="{FF2B5EF4-FFF2-40B4-BE49-F238E27FC236}">
                <a16:creationId xmlns:a16="http://schemas.microsoft.com/office/drawing/2014/main" id="{A7BA9FF3-E794-455C-A98F-7C3FF8C58EDB}"/>
              </a:ext>
            </a:extLst>
          </p:cNvPr>
          <p:cNvGraphicFramePr/>
          <p:nvPr/>
        </p:nvGraphicFramePr>
        <p:xfrm>
          <a:off xmlns:a="http://schemas.openxmlformats.org/drawingml/2006/main" x="6896100" y="2771775"/>
          <a:ext xmlns:a="http://schemas.openxmlformats.org/drawingml/2006/main" cx="4410075" cy="2552700"/>
        </p:xfrm>
        <a:graphic xmlns:a="http://schemas.openxmlformats.org/drawingml/2006/main">
          <a:graphicData uri="http://schemas.openxmlformats.org/drawingml/2006/table">
            <a:tbl>
              <a:tblPr/>
              <a:tblGrid>
                <a:gridCol w="1400175"/>
                <a:gridCol w="752475"/>
                <a:gridCol w="752475"/>
                <a:gridCol w="752475"/>
                <a:gridCol w="752475"/>
              </a:tblGrid>
              <a:tr h="510540">
                <a:tc>
                  <a:txBody>
                    <a:bodyPr wrap="square" lIns="95250" tIns="38100" rIns="85725" bIns="38100">
                      <a:noAutofit/>
                    </a:bodyPr>
                    <a:lstStyle/>
                    <a:p>
                      <a:pPr algn="l"/>
                      <a:r>
                        <a:rPr sz="1275" b="1">
                          <a:solidFill>
                            <a:srgbClr val="192035"/>
                          </a:solidFill>
                          <a:latin typeface="Noto Sans KR"/>
                          <a:ea typeface="Noto Sans KR"/>
                          <a:cs typeface="Noto Sans KR"/>
                        </a:rPr>
                        <a:t>변수</a:t>
                      </a:r>
                    </a:p>
                  </a:txBody>
                  <a:tcPr marL="91440" marR="91440" marT="45720" marB="45720" anchor="ctr">
                    <a:lnL w="9525">
                      <a:solidFill>
                        <a:srgbClr val="DAD6E8"/>
                      </a:solidFill>
                      <a:prstDash val="solid"/>
                    </a:lnL>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275" b="1">
                          <a:solidFill>
                            <a:srgbClr val="192035"/>
                          </a:solidFill>
                          <a:latin typeface="Noto Sans KR"/>
                          <a:ea typeface="Noto Sans KR"/>
                          <a:cs typeface="Noto Sans KR"/>
                        </a:rPr>
                        <a:t>2022 OR</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275" b="1">
                          <a:solidFill>
                            <a:srgbClr val="192035"/>
                          </a:solidFill>
                          <a:latin typeface="Noto Sans KR"/>
                          <a:ea typeface="Noto Sans KR"/>
                          <a:cs typeface="Noto Sans KR"/>
                        </a:rPr>
                        <a:t>2022 p</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275" b="1">
                          <a:solidFill>
                            <a:srgbClr val="192035"/>
                          </a:solidFill>
                          <a:latin typeface="Noto Sans KR"/>
                          <a:ea typeface="Noto Sans KR"/>
                          <a:cs typeface="Noto Sans KR"/>
                        </a:rPr>
                        <a:t>2023 OR</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275" b="1">
                          <a:solidFill>
                            <a:srgbClr val="192035"/>
                          </a:solidFill>
                          <a:latin typeface="Noto Sans KR"/>
                          <a:ea typeface="Noto Sans KR"/>
                          <a:cs typeface="Noto Sans KR"/>
                        </a:rPr>
                        <a:t>2023 p</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r>
              <a:tr h="510540">
                <a:tc>
                  <a:txBody>
                    <a:bodyPr wrap="square" lIns="95250" tIns="38100" rIns="85725" bIns="38100">
                      <a:noAutofit/>
                    </a:bodyPr>
                    <a:lstStyle/>
                    <a:p>
                      <a:pPr algn="l"/>
                      <a:r>
                        <a:rPr sz="1275" b="0">
                          <a:solidFill>
                            <a:srgbClr val="192035"/>
                          </a:solidFill>
                          <a:latin typeface="Noto Sans KR"/>
                          <a:ea typeface="Noto Sans KR"/>
                          <a:cs typeface="Noto Sans KR"/>
                        </a:rPr>
                        <a:t>방문일수</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2.092</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&lt;0.001</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2.536</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&lt;0.001</a:t>
                      </a:r>
                    </a:p>
                  </a:txBody>
                  <a:tcPr marL="91440" marR="91440" marT="45720" marB="45720" anchor="ctr">
                    <a:lnR w="9525">
                      <a:solidFill>
                        <a:srgbClr val="DAD6E8"/>
                      </a:solidFill>
                      <a:prstDash val="solid"/>
                    </a:lnR>
                    <a:lnB w="9525">
                      <a:solidFill>
                        <a:srgbClr val="DAD6E8"/>
                      </a:solidFill>
                      <a:prstDash val="solid"/>
                    </a:lnB>
                    <a:solidFill>
                      <a:srgbClr val="FFFFFF"/>
                    </a:solidFill>
                  </a:tcPr>
                </a:tc>
              </a:tr>
              <a:tr h="510540">
                <a:tc>
                  <a:txBody>
                    <a:bodyPr wrap="square" lIns="95250" tIns="38100" rIns="85725" bIns="38100">
                      <a:noAutofit/>
                    </a:bodyPr>
                    <a:lstStyle/>
                    <a:p>
                      <a:pPr algn="l"/>
                      <a:r>
                        <a:rPr sz="1275" b="0">
                          <a:solidFill>
                            <a:srgbClr val="192035"/>
                          </a:solidFill>
                          <a:latin typeface="Noto Sans KR"/>
                          <a:ea typeface="Noto Sans KR"/>
                          <a:cs typeface="Noto Sans KR"/>
                        </a:rPr>
                        <a:t>총 체류시간</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0.976</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0.315</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0.945</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0.006</a:t>
                      </a:r>
                    </a:p>
                  </a:txBody>
                  <a:tcPr marL="91440" marR="91440" marT="45720" marB="45720" anchor="ctr">
                    <a:lnR w="9525">
                      <a:solidFill>
                        <a:srgbClr val="DAD6E8"/>
                      </a:solidFill>
                      <a:prstDash val="solid"/>
                    </a:lnR>
                    <a:lnB w="9525">
                      <a:solidFill>
                        <a:srgbClr val="DAD6E8"/>
                      </a:solidFill>
                      <a:prstDash val="solid"/>
                    </a:lnB>
                    <a:solidFill>
                      <a:srgbClr val="F3F1FA"/>
                    </a:solidFill>
                  </a:tcPr>
                </a:tc>
              </a:tr>
              <a:tr h="510540">
                <a:tc>
                  <a:txBody>
                    <a:bodyPr wrap="square" lIns="95250" tIns="38100" rIns="85725" bIns="38100">
                      <a:noAutofit/>
                    </a:bodyPr>
                    <a:lstStyle/>
                    <a:p>
                      <a:pPr algn="l"/>
                      <a:r>
                        <a:rPr sz="1275" b="0">
                          <a:solidFill>
                            <a:srgbClr val="192035"/>
                          </a:solidFill>
                          <a:latin typeface="Noto Sans KR"/>
                          <a:ea typeface="Noto Sans KR"/>
                          <a:cs typeface="Noto Sans KR"/>
                        </a:rPr>
                        <a:t>이용 지점수</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1.306</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0.522</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1.191</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0.592</a:t>
                      </a:r>
                    </a:p>
                  </a:txBody>
                  <a:tcPr marL="91440" marR="91440" marT="45720" marB="45720" anchor="ctr">
                    <a:lnR w="9525">
                      <a:solidFill>
                        <a:srgbClr val="DAD6E8"/>
                      </a:solidFill>
                      <a:prstDash val="solid"/>
                    </a:lnR>
                    <a:lnB w="9525">
                      <a:solidFill>
                        <a:srgbClr val="DAD6E8"/>
                      </a:solidFill>
                      <a:prstDash val="solid"/>
                    </a:lnB>
                    <a:solidFill>
                      <a:srgbClr val="FFFFFF"/>
                    </a:solidFill>
                  </a:tcPr>
                </a:tc>
              </a:tr>
              <a:tr h="510540">
                <a:tc>
                  <a:txBody>
                    <a:bodyPr wrap="square" lIns="95250" tIns="38100" rIns="85725" bIns="38100">
                      <a:noAutofit/>
                    </a:bodyPr>
                    <a:lstStyle/>
                    <a:p>
                      <a:pPr algn="l"/>
                      <a:r>
                        <a:rPr sz="1275" b="0">
                          <a:solidFill>
                            <a:srgbClr val="192035"/>
                          </a:solidFill>
                          <a:latin typeface="Noto Sans KR"/>
                          <a:ea typeface="Noto Sans KR"/>
                          <a:cs typeface="Noto Sans KR"/>
                        </a:rPr>
                        <a:t>첫 방문 소요일</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1.243</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0.105</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1.415</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275" b="0">
                          <a:solidFill>
                            <a:srgbClr val="192035"/>
                          </a:solidFill>
                          <a:latin typeface="Noto Sans KR"/>
                          <a:ea typeface="Noto Sans KR"/>
                          <a:cs typeface="Noto Sans KR"/>
                        </a:rPr>
                        <a:t>0.0503</a:t>
                      </a:r>
                    </a:p>
                  </a:txBody>
                  <a:tcPr marL="91440" marR="91440" marT="45720" marB="45720" anchor="ctr">
                    <a:lnR w="9525">
                      <a:solidFill>
                        <a:srgbClr val="DAD6E8"/>
                      </a:solidFill>
                      <a:prstDash val="solid"/>
                    </a:lnR>
                    <a:lnB w="9525">
                      <a:solidFill>
                        <a:srgbClr val="DAD6E8"/>
                      </a:solidFill>
                      <a:prstDash val="solid"/>
                    </a:lnB>
                    <a:solidFill>
                      <a:srgbClr val="F3F1FA"/>
                    </a:solidFill>
                  </a:tcPr>
                </a:tc>
              </a:tr>
            </a:tbl>
          </a:graphicData>
        </a:graphic>
      </p:graphicFrame>
      <p:sp>
        <p:nvSpPr>
          <p:cNvPr id="9" name="상호작용 모형의 2023년 주효과 OR 0.3756 · 기본 모형 0.3738과">
            <a:extLst xmlns:a="http://schemas.openxmlformats.org/drawingml/2006/main">
              <a:ext uri="{FF2B5EF4-FFF2-40B4-BE49-F238E27FC236}">
                <a16:creationId xmlns:a16="http://schemas.microsoft.com/office/drawing/2014/main" id="{3AF63D58-BE87-44A0-85C7-1DA9C7DA6528}"/>
              </a:ext>
            </a:extLst>
          </p:cNvPr>
          <p:cNvSpPr>
            <a:spLocks xmlns:a="http://schemas.openxmlformats.org/drawingml/2006/main" noGrp="1"/>
          </p:cNvSpPr>
          <p:nvPr/>
        </p:nvSpPr>
        <p:spPr>
          <a:xfrm xmlns:a="http://schemas.openxmlformats.org/drawingml/2006/main">
            <a:off x="1000125" y="548640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738096"/>
                </a:solidFill>
                <a:latin typeface="Noto Sans KR"/>
                <a:ea typeface="Noto Sans KR"/>
                <a:cs typeface="Noto Sans KR"/>
              </a:defRPr>
            </a:defPPr>
            <a:lvl1pPr algn="ctr">
              <a:defRPr sz="1425" b="0">
                <a:solidFill>
                  <a:srgbClr val="738096"/>
                </a:solidFill>
                <a:latin typeface="Noto Sans KR"/>
                <a:ea typeface="Noto Sans KR"/>
                <a:cs typeface="Noto Sans KR"/>
              </a:defRPr>
            </a:lvl1pPr>
            <a:lvl2pPr algn="ctr">
              <a:defRPr sz="1425" b="0">
                <a:solidFill>
                  <a:srgbClr val="738096"/>
                </a:solidFill>
                <a:latin typeface="Noto Sans KR"/>
                <a:ea typeface="Noto Sans KR"/>
                <a:cs typeface="Noto Sans KR"/>
              </a:defRPr>
            </a:lvl2pPr>
            <a:lvl3pPr algn="ctr">
              <a:defRPr sz="1425" b="0">
                <a:solidFill>
                  <a:srgbClr val="738096"/>
                </a:solidFill>
                <a:latin typeface="Noto Sans KR"/>
                <a:ea typeface="Noto Sans KR"/>
                <a:cs typeface="Noto Sans KR"/>
              </a:defRPr>
            </a:lvl3pPr>
            <a:lvl4pPr algn="ctr">
              <a:defRPr sz="1425" b="0">
                <a:solidFill>
                  <a:srgbClr val="738096"/>
                </a:solidFill>
                <a:latin typeface="Noto Sans KR"/>
                <a:ea typeface="Noto Sans KR"/>
                <a:cs typeface="Noto Sans KR"/>
              </a:defRPr>
            </a:lvl4pPr>
            <a:lvl5pPr algn="ctr">
              <a:defRPr sz="1425" b="0">
                <a:solidFill>
                  <a:srgbClr val="738096"/>
                </a:solidFill>
                <a:latin typeface="Noto Sans KR"/>
                <a:ea typeface="Noto Sans KR"/>
                <a:cs typeface="Noto Sans KR"/>
              </a:defRPr>
            </a:lvl5pPr>
            <a:lvl6pPr algn="ctr">
              <a:defRPr sz="1425" b="0">
                <a:solidFill>
                  <a:srgbClr val="738096"/>
                </a:solidFill>
                <a:latin typeface="Noto Sans KR"/>
                <a:ea typeface="Noto Sans KR"/>
                <a:cs typeface="Noto Sans KR"/>
              </a:defRPr>
            </a:lvl6pPr>
            <a:lvl7pPr algn="ctr">
              <a:defRPr sz="1425" b="0">
                <a:solidFill>
                  <a:srgbClr val="738096"/>
                </a:solidFill>
                <a:latin typeface="Noto Sans KR"/>
                <a:ea typeface="Noto Sans KR"/>
                <a:cs typeface="Noto Sans KR"/>
              </a:defRPr>
            </a:lvl7pPr>
            <a:lvl8pPr algn="ctr">
              <a:defRPr sz="1425" b="0">
                <a:solidFill>
                  <a:srgbClr val="738096"/>
                </a:solidFill>
                <a:latin typeface="Noto Sans KR"/>
                <a:ea typeface="Noto Sans KR"/>
                <a:cs typeface="Noto Sans KR"/>
              </a:defRPr>
            </a:lvl8pPr>
            <a:lvl9pPr algn="ctr">
              <a:defRPr sz="1425" b="0">
                <a:solidFill>
                  <a:srgbClr val="738096"/>
                </a:solidFill>
                <a:latin typeface="Noto Sans KR"/>
                <a:ea typeface="Noto Sans KR"/>
                <a:cs typeface="Noto Sans KR"/>
              </a:defRPr>
            </a:lvl9pPr>
          </a:lstStyle>
          <a:p xmlns:a="http://schemas.openxmlformats.org/drawingml/2006/main">
            <a:pPr algn="ctr">
              <a:defRPr sz="1425" b="0">
                <a:solidFill>
                  <a:srgbClr val="BAC5D8"/>
                </a:solidFill>
                <a:latin typeface="Noto Sans KR"/>
                <a:ea typeface="Noto Sans KR"/>
                <a:cs typeface="Noto Sans KR"/>
              </a:defRPr>
            </a:pPr>
            <a:r>
              <a:rPr sz="1425" b="0">
                <a:solidFill>
                  <a:srgbClr val="738096"/>
                </a:solidFill>
                <a:latin typeface="Noto Sans KR"/>
                <a:ea typeface="Noto Sans KR"/>
                <a:cs typeface="Noto Sans KR"/>
              </a:rPr>
              <a:t>상호작용 모형의 2023년 주효과 OR 0.3756 · 기본 모형 0.3738과 구분</a:t>
            </a:r>
          </a:p>
        </p:txBody>
      </p:sp>
      <p:sp>
        <p:nvSpPr>
          <p:cNvPr id="10" name="">
            <a:extLst xmlns:a="http://schemas.openxmlformats.org/drawingml/2006/main">
              <a:ext uri="{FF2B5EF4-FFF2-40B4-BE49-F238E27FC236}">
                <a16:creationId xmlns:a16="http://schemas.microsoft.com/office/drawing/2014/main" id="{EDD65DD9-A992-4044-AE11-0807323C05F4}"/>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prstDash val="solid"/>
          </a:ln>
        </p:spPr>
      </p:sp>
      <p:sp>
        <p:nvSpPr>
          <p:cNvPr id="11" name="상호작용 모두 p&gt;0.05: 연도별 차이 근거 부족 · 같은 효과라는 증명 아님">
            <a:extLst xmlns:a="http://schemas.openxmlformats.org/drawingml/2006/main">
              <a:ext uri="{FF2B5EF4-FFF2-40B4-BE49-F238E27FC236}">
                <a16:creationId xmlns:a16="http://schemas.microsoft.com/office/drawing/2014/main" id="{0B0D86DF-E489-4B14-B86D-5ED7FB687434}"/>
              </a:ext>
            </a:extLst>
          </p:cNvPr>
          <p:cNvSpPr>
            <a:spLocks xmlns:a="http://schemas.openxmlformats.org/drawingml/2006/main" noGrp="1"/>
          </p:cNvSpPr>
          <p:nvPr/>
        </p:nvSpPr>
        <p:spPr>
          <a:xfrm xmlns:a="http://schemas.openxmlformats.org/drawingml/2006/main">
            <a:off x="1323975" y="5934075"/>
            <a:ext cx="9544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192035"/>
                </a:solidFill>
                <a:latin typeface="Noto Sans KR"/>
                <a:ea typeface="Noto Sans KR"/>
                <a:cs typeface="Noto Sans KR"/>
              </a:defRPr>
            </a:defPPr>
            <a:lvl1pPr algn="ctr">
              <a:defRPr sz="1575" b="1">
                <a:solidFill>
                  <a:srgbClr val="192035"/>
                </a:solidFill>
                <a:latin typeface="Noto Sans KR"/>
                <a:ea typeface="Noto Sans KR"/>
                <a:cs typeface="Noto Sans KR"/>
              </a:defRPr>
            </a:lvl1pPr>
            <a:lvl2pPr algn="ctr">
              <a:defRPr sz="1575" b="1">
                <a:solidFill>
                  <a:srgbClr val="192035"/>
                </a:solidFill>
                <a:latin typeface="Noto Sans KR"/>
                <a:ea typeface="Noto Sans KR"/>
                <a:cs typeface="Noto Sans KR"/>
              </a:defRPr>
            </a:lvl2pPr>
            <a:lvl3pPr algn="ctr">
              <a:defRPr sz="1575" b="1">
                <a:solidFill>
                  <a:srgbClr val="192035"/>
                </a:solidFill>
                <a:latin typeface="Noto Sans KR"/>
                <a:ea typeface="Noto Sans KR"/>
                <a:cs typeface="Noto Sans KR"/>
              </a:defRPr>
            </a:lvl3pPr>
            <a:lvl4pPr algn="ctr">
              <a:defRPr sz="1575" b="1">
                <a:solidFill>
                  <a:srgbClr val="192035"/>
                </a:solidFill>
                <a:latin typeface="Noto Sans KR"/>
                <a:ea typeface="Noto Sans KR"/>
                <a:cs typeface="Noto Sans KR"/>
              </a:defRPr>
            </a:lvl4pPr>
            <a:lvl5pPr algn="ctr">
              <a:defRPr sz="1575" b="1">
                <a:solidFill>
                  <a:srgbClr val="192035"/>
                </a:solidFill>
                <a:latin typeface="Noto Sans KR"/>
                <a:ea typeface="Noto Sans KR"/>
                <a:cs typeface="Noto Sans KR"/>
              </a:defRPr>
            </a:lvl5pPr>
            <a:lvl6pPr algn="ctr">
              <a:defRPr sz="1575" b="1">
                <a:solidFill>
                  <a:srgbClr val="192035"/>
                </a:solidFill>
                <a:latin typeface="Noto Sans KR"/>
                <a:ea typeface="Noto Sans KR"/>
                <a:cs typeface="Noto Sans KR"/>
              </a:defRPr>
            </a:lvl6pPr>
            <a:lvl7pPr algn="ctr">
              <a:defRPr sz="1575" b="1">
                <a:solidFill>
                  <a:srgbClr val="192035"/>
                </a:solidFill>
                <a:latin typeface="Noto Sans KR"/>
                <a:ea typeface="Noto Sans KR"/>
                <a:cs typeface="Noto Sans KR"/>
              </a:defRPr>
            </a:lvl7pPr>
            <a:lvl8pPr algn="ctr">
              <a:defRPr sz="1575" b="1">
                <a:solidFill>
                  <a:srgbClr val="192035"/>
                </a:solidFill>
                <a:latin typeface="Noto Sans KR"/>
                <a:ea typeface="Noto Sans KR"/>
                <a:cs typeface="Noto Sans KR"/>
              </a:defRPr>
            </a:lvl8pPr>
            <a:lvl9pPr algn="ctr">
              <a:defRPr sz="1575" b="1">
                <a:solidFill>
                  <a:srgbClr val="192035"/>
                </a:solidFill>
                <a:latin typeface="Noto Sans KR"/>
                <a:ea typeface="Noto Sans KR"/>
                <a:cs typeface="Noto Sans KR"/>
              </a:defRPr>
            </a:lvl9pPr>
          </a:lstStyle>
          <a:p xmlns:a="http://schemas.openxmlformats.org/drawingml/2006/main">
            <a:pPr algn="ctr">
              <a:defRPr sz="1575" b="1">
                <a:solidFill>
                  <a:srgbClr val="F1F5F9"/>
                </a:solidFill>
                <a:latin typeface="Noto Sans KR"/>
                <a:ea typeface="Noto Sans KR"/>
                <a:cs typeface="Noto Sans KR"/>
              </a:defRPr>
            </a:pPr>
            <a:r>
              <a:rPr sz="1575" b="1">
                <a:solidFill>
                  <a:srgbClr val="192035"/>
                </a:solidFill>
                <a:latin typeface="Noto Sans KR"/>
                <a:ea typeface="Noto Sans KR"/>
                <a:cs typeface="Noto Sans KR"/>
              </a:rPr>
              <a:t>상호작용 모두 p&gt;0.05: 연도별 차이 근거 부족 · 같은 효과라는 증명 아님</a:t>
            </a:r>
          </a:p>
        </p:txBody>
      </p:sp>
    </p:spTree>
    <p:extLst>
      <p:ext uri="{BB962C8B-B14F-4D97-AF65-F5344CB8AC3E}">
        <p14:creationId xmlns:p14="http://schemas.microsoft.com/office/powerpoint/2010/main" val="487239465"/>
      </p:ext>
    </p:extLst>
  </p:cSld>
</p:sld>
</file>

<file path=ppt/slides/slide17.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D17705D-8CC7-4155-AEB5-585736A1A800}"/>
              </a:ext>
            </a:extLst>
          </p:cNvPr>
          <p:cNvPicPr>
            <a:picLocks xmlns:a="http://schemas.openxmlformats.org/drawingml/2006/main" noChangeAspect="1"/>
          </p:cNvPicPr>
          <p:nvPr/>
        </p:nvPicPr>
        <p:blipFill>
          <a:blip xmlns:r="http://schemas.openxmlformats.org/officeDocument/2006/relationships" xmlns:a="http://schemas.openxmlformats.org/drawingml/2006/main" r:embed="R1dd4939783444bc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부록 C. 결제 단계와 사유를 연결할 로그">
            <a:extLst xmlns:a="http://schemas.openxmlformats.org/drawingml/2006/main">
              <a:ext uri="{FF2B5EF4-FFF2-40B4-BE49-F238E27FC236}">
                <a16:creationId xmlns:a16="http://schemas.microsoft.com/office/drawing/2014/main" id="{3653F59C-BE86-4649-9523-503E0DAA0584}"/>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00" b="1">
                <a:solidFill>
                  <a:srgbClr val="192035"/>
                </a:solidFill>
                <a:latin typeface="Noto Sans KR"/>
                <a:ea typeface="Noto Sans KR"/>
                <a:cs typeface="Noto Sans KR"/>
              </a:defRPr>
            </a:defPPr>
            <a:lvl1pPr algn="ctr">
              <a:defRPr sz="3000" b="1">
                <a:solidFill>
                  <a:srgbClr val="192035"/>
                </a:solidFill>
                <a:latin typeface="Noto Sans KR"/>
                <a:ea typeface="Noto Sans KR"/>
                <a:cs typeface="Noto Sans KR"/>
              </a:defRPr>
            </a:lvl1pPr>
            <a:lvl2pPr algn="ctr">
              <a:defRPr sz="3000" b="1">
                <a:solidFill>
                  <a:srgbClr val="192035"/>
                </a:solidFill>
                <a:latin typeface="Noto Sans KR"/>
                <a:ea typeface="Noto Sans KR"/>
                <a:cs typeface="Noto Sans KR"/>
              </a:defRPr>
            </a:lvl2pPr>
            <a:lvl3pPr algn="ctr">
              <a:defRPr sz="3000" b="1">
                <a:solidFill>
                  <a:srgbClr val="192035"/>
                </a:solidFill>
                <a:latin typeface="Noto Sans KR"/>
                <a:ea typeface="Noto Sans KR"/>
                <a:cs typeface="Noto Sans KR"/>
              </a:defRPr>
            </a:lvl3pPr>
            <a:lvl4pPr algn="ctr">
              <a:defRPr sz="3000" b="1">
                <a:solidFill>
                  <a:srgbClr val="192035"/>
                </a:solidFill>
                <a:latin typeface="Noto Sans KR"/>
                <a:ea typeface="Noto Sans KR"/>
                <a:cs typeface="Noto Sans KR"/>
              </a:defRPr>
            </a:lvl4pPr>
            <a:lvl5pPr algn="ctr">
              <a:defRPr sz="3000" b="1">
                <a:solidFill>
                  <a:srgbClr val="192035"/>
                </a:solidFill>
                <a:latin typeface="Noto Sans KR"/>
                <a:ea typeface="Noto Sans KR"/>
                <a:cs typeface="Noto Sans KR"/>
              </a:defRPr>
            </a:lvl5pPr>
            <a:lvl6pPr algn="ctr">
              <a:defRPr sz="3000" b="1">
                <a:solidFill>
                  <a:srgbClr val="192035"/>
                </a:solidFill>
                <a:latin typeface="Noto Sans KR"/>
                <a:ea typeface="Noto Sans KR"/>
                <a:cs typeface="Noto Sans KR"/>
              </a:defRPr>
            </a:lvl6pPr>
            <a:lvl7pPr algn="ctr">
              <a:defRPr sz="3000" b="1">
                <a:solidFill>
                  <a:srgbClr val="192035"/>
                </a:solidFill>
                <a:latin typeface="Noto Sans KR"/>
                <a:ea typeface="Noto Sans KR"/>
                <a:cs typeface="Noto Sans KR"/>
              </a:defRPr>
            </a:lvl7pPr>
            <a:lvl8pPr algn="ctr">
              <a:defRPr sz="3000" b="1">
                <a:solidFill>
                  <a:srgbClr val="192035"/>
                </a:solidFill>
                <a:latin typeface="Noto Sans KR"/>
                <a:ea typeface="Noto Sans KR"/>
                <a:cs typeface="Noto Sans KR"/>
              </a:defRPr>
            </a:lvl8pPr>
            <a:lvl9pPr algn="ctr">
              <a:defRPr sz="3000" b="1">
                <a:solidFill>
                  <a:srgbClr val="192035"/>
                </a:solidFill>
                <a:latin typeface="Noto Sans KR"/>
                <a:ea typeface="Noto Sans KR"/>
                <a:cs typeface="Noto Sans KR"/>
              </a:defRPr>
            </a:lvl9pPr>
          </a:lstStyle>
          <a:p xmlns:a="http://schemas.openxmlformats.org/drawingml/2006/main">
            <a:pPr algn="ctr">
              <a:defRPr sz="3000" b="1">
                <a:solidFill>
                  <a:srgbClr val="F1F5F9"/>
                </a:solidFill>
                <a:latin typeface="Noto Sans KR"/>
                <a:ea typeface="Noto Sans KR"/>
                <a:cs typeface="Noto Sans KR"/>
              </a:defRPr>
            </a:pPr>
            <a:r>
              <a:rPr sz="3000" b="1">
                <a:solidFill>
                  <a:srgbClr val="192035"/>
                </a:solidFill>
                <a:latin typeface="Noto Sans KR"/>
                <a:ea typeface="Noto Sans KR"/>
                <a:cs typeface="Noto Sans KR"/>
              </a:rPr>
              <a:t>부록 C. 결제 단계와 사유를 연결할 로그</a:t>
            </a:r>
          </a:p>
        </p:txBody>
      </p:sp>
      <p:sp>
        <p:nvSpPr>
          <p:cNvPr id="4" name="">
            <a:extLst xmlns:a="http://schemas.openxmlformats.org/drawingml/2006/main">
              <a:ext uri="{FF2B5EF4-FFF2-40B4-BE49-F238E27FC236}">
                <a16:creationId xmlns:a16="http://schemas.microsoft.com/office/drawing/2014/main" id="{9731D89A-1B39-46B3-9A9B-C08E88747EB5}"/>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E1DEEE"/>
          </a:solidFill>
          <a:ln xmlns:a="http://schemas.openxmlformats.org/drawingml/2006/main" w="0">
            <a:noFill/>
            <a:prstDash val="solid"/>
          </a:ln>
        </p:spPr>
      </p:sp>
      <p:sp>
        <p:nvSpPr>
          <p:cNvPr id="5" name="향후 수집 제안 · 공통 속성: user_id, event_time">
            <a:extLst xmlns:a="http://schemas.openxmlformats.org/drawingml/2006/main">
              <a:ext uri="{FF2B5EF4-FFF2-40B4-BE49-F238E27FC236}">
                <a16:creationId xmlns:a16="http://schemas.microsoft.com/office/drawing/2014/main" id="{BA7FC410-8F23-4B22-BED5-3C47153B3D6B}"/>
              </a:ext>
            </a:extLst>
          </p:cNvPr>
          <p:cNvSpPr>
            <a:spLocks xmlns:a="http://schemas.openxmlformats.org/drawingml/2006/main" noGrp="1"/>
          </p:cNvSpPr>
          <p:nvPr/>
        </p:nvSpPr>
        <p:spPr>
          <a:xfrm xmlns:a="http://schemas.openxmlformats.org/drawingml/2006/main">
            <a:off x="857250" y="2009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738096"/>
                </a:solidFill>
                <a:latin typeface="Noto Sans KR"/>
                <a:ea typeface="Noto Sans KR"/>
                <a:cs typeface="Noto Sans KR"/>
              </a:defRPr>
            </a:defPPr>
            <a:lvl1pPr algn="ctr">
              <a:defRPr sz="1425" b="0">
                <a:solidFill>
                  <a:srgbClr val="738096"/>
                </a:solidFill>
                <a:latin typeface="Noto Sans KR"/>
                <a:ea typeface="Noto Sans KR"/>
                <a:cs typeface="Noto Sans KR"/>
              </a:defRPr>
            </a:lvl1pPr>
            <a:lvl2pPr algn="ctr">
              <a:defRPr sz="1425" b="0">
                <a:solidFill>
                  <a:srgbClr val="738096"/>
                </a:solidFill>
                <a:latin typeface="Noto Sans KR"/>
                <a:ea typeface="Noto Sans KR"/>
                <a:cs typeface="Noto Sans KR"/>
              </a:defRPr>
            </a:lvl2pPr>
            <a:lvl3pPr algn="ctr">
              <a:defRPr sz="1425" b="0">
                <a:solidFill>
                  <a:srgbClr val="738096"/>
                </a:solidFill>
                <a:latin typeface="Noto Sans KR"/>
                <a:ea typeface="Noto Sans KR"/>
                <a:cs typeface="Noto Sans KR"/>
              </a:defRPr>
            </a:lvl3pPr>
            <a:lvl4pPr algn="ctr">
              <a:defRPr sz="1425" b="0">
                <a:solidFill>
                  <a:srgbClr val="738096"/>
                </a:solidFill>
                <a:latin typeface="Noto Sans KR"/>
                <a:ea typeface="Noto Sans KR"/>
                <a:cs typeface="Noto Sans KR"/>
              </a:defRPr>
            </a:lvl4pPr>
            <a:lvl5pPr algn="ctr">
              <a:defRPr sz="1425" b="0">
                <a:solidFill>
                  <a:srgbClr val="738096"/>
                </a:solidFill>
                <a:latin typeface="Noto Sans KR"/>
                <a:ea typeface="Noto Sans KR"/>
                <a:cs typeface="Noto Sans KR"/>
              </a:defRPr>
            </a:lvl5pPr>
            <a:lvl6pPr algn="ctr">
              <a:defRPr sz="1425" b="0">
                <a:solidFill>
                  <a:srgbClr val="738096"/>
                </a:solidFill>
                <a:latin typeface="Noto Sans KR"/>
                <a:ea typeface="Noto Sans KR"/>
                <a:cs typeface="Noto Sans KR"/>
              </a:defRPr>
            </a:lvl6pPr>
            <a:lvl7pPr algn="ctr">
              <a:defRPr sz="1425" b="0">
                <a:solidFill>
                  <a:srgbClr val="738096"/>
                </a:solidFill>
                <a:latin typeface="Noto Sans KR"/>
                <a:ea typeface="Noto Sans KR"/>
                <a:cs typeface="Noto Sans KR"/>
              </a:defRPr>
            </a:lvl7pPr>
            <a:lvl8pPr algn="ctr">
              <a:defRPr sz="1425" b="0">
                <a:solidFill>
                  <a:srgbClr val="738096"/>
                </a:solidFill>
                <a:latin typeface="Noto Sans KR"/>
                <a:ea typeface="Noto Sans KR"/>
                <a:cs typeface="Noto Sans KR"/>
              </a:defRPr>
            </a:lvl8pPr>
            <a:lvl9pPr algn="ctr">
              <a:defRPr sz="1425" b="0">
                <a:solidFill>
                  <a:srgbClr val="738096"/>
                </a:solidFill>
                <a:latin typeface="Noto Sans KR"/>
                <a:ea typeface="Noto Sans KR"/>
                <a:cs typeface="Noto Sans KR"/>
              </a:defRPr>
            </a:lvl9pPr>
          </a:lstStyle>
          <a:p xmlns:a="http://schemas.openxmlformats.org/drawingml/2006/main">
            <a:pPr algn="ctr">
              <a:defRPr sz="1425" b="0">
                <a:solidFill>
                  <a:srgbClr val="BAC5D8"/>
                </a:solidFill>
                <a:latin typeface="Noto Sans KR"/>
                <a:ea typeface="Noto Sans KR"/>
                <a:cs typeface="Noto Sans KR"/>
              </a:defRPr>
            </a:pPr>
            <a:r>
              <a:rPr sz="1425" b="0">
                <a:solidFill>
                  <a:srgbClr val="738096"/>
                </a:solidFill>
                <a:latin typeface="Noto Sans KR"/>
                <a:ea typeface="Noto Sans KR"/>
                <a:cs typeface="Noto Sans KR"/>
              </a:rPr>
              <a:t>향후 수집 제안 · 공통 속성: user_id, event_time</a:t>
            </a:r>
          </a:p>
        </p:txBody>
      </p:sp>
      <p:graphicFrame>
        <p:nvGraphicFramePr>
          <p:cNvPr id="6" name="">
            <a:extLst xmlns:a="http://schemas.openxmlformats.org/drawingml/2006/main">
              <a:ext uri="{FF2B5EF4-FFF2-40B4-BE49-F238E27FC236}">
                <a16:creationId xmlns:a16="http://schemas.microsoft.com/office/drawing/2014/main" id="{BA4FC3EA-A67A-44E5-ACF4-96E021D0D94A}"/>
              </a:ext>
            </a:extLst>
          </p:cNvPr>
          <p:cNvGraphicFramePr/>
          <p:nvPr/>
        </p:nvGraphicFramePr>
        <p:xfrm>
          <a:off xmlns:a="http://schemas.openxmlformats.org/drawingml/2006/main" x="857250" y="2533650"/>
          <a:ext xmlns:a="http://schemas.openxmlformats.org/drawingml/2006/main" cx="10477500" cy="3133725"/>
        </p:xfrm>
        <a:graphic xmlns:a="http://schemas.openxmlformats.org/drawingml/2006/main">
          <a:graphicData uri="http://schemas.openxmlformats.org/drawingml/2006/table">
            <a:tbl>
              <a:tblPr/>
              <a:tblGrid>
                <a:gridCol w="2514600"/>
                <a:gridCol w="1524000"/>
                <a:gridCol w="3143250"/>
                <a:gridCol w="3295650"/>
              </a:tblGrid>
              <a:tr h="447675">
                <a:tc>
                  <a:txBody>
                    <a:bodyPr wrap="square" lIns="95250" tIns="38100" rIns="85725" bIns="38100">
                      <a:noAutofit/>
                    </a:bodyPr>
                    <a:lstStyle/>
                    <a:p>
                      <a:pPr algn="l"/>
                      <a:r>
                        <a:rPr sz="1350" b="1">
                          <a:solidFill>
                            <a:srgbClr val="192035"/>
                          </a:solidFill>
                          <a:latin typeface="Noto Sans KR"/>
                          <a:ea typeface="Noto Sans KR"/>
                          <a:cs typeface="Noto Sans KR"/>
                        </a:rPr>
                        <a:t>이벤트명</a:t>
                      </a:r>
                    </a:p>
                  </a:txBody>
                  <a:tcPr marL="91440" marR="91440" marT="45720" marB="45720" anchor="ctr">
                    <a:lnL w="9525">
                      <a:solidFill>
                        <a:srgbClr val="DAD6E8"/>
                      </a:solidFill>
                      <a:prstDash val="solid"/>
                    </a:lnL>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350" b="1">
                          <a:solidFill>
                            <a:srgbClr val="192035"/>
                          </a:solidFill>
                          <a:latin typeface="Noto Sans KR"/>
                          <a:ea typeface="Noto Sans KR"/>
                          <a:cs typeface="Noto Sans KR"/>
                        </a:rPr>
                        <a:t>설명</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350" b="1">
                          <a:solidFill>
                            <a:srgbClr val="192035"/>
                          </a:solidFill>
                          <a:latin typeface="Noto Sans KR"/>
                          <a:ea typeface="Noto Sans KR"/>
                          <a:cs typeface="Noto Sans KR"/>
                        </a:rPr>
                        <a:t>발생 시점</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c>
                  <a:txBody>
                    <a:bodyPr wrap="square" lIns="95250" tIns="38100" rIns="85725" bIns="38100">
                      <a:noAutofit/>
                    </a:bodyPr>
                    <a:lstStyle/>
                    <a:p>
                      <a:pPr algn="ctr"/>
                      <a:r>
                        <a:rPr sz="1350" b="1">
                          <a:solidFill>
                            <a:srgbClr val="192035"/>
                          </a:solidFill>
                          <a:latin typeface="Noto Sans KR"/>
                          <a:ea typeface="Noto Sans KR"/>
                          <a:cs typeface="Noto Sans KR"/>
                        </a:rPr>
                        <a:t>주요 속성</a:t>
                      </a:r>
                    </a:p>
                  </a:txBody>
                  <a:tcPr marL="91440" marR="91440" marT="45720" marB="45720" anchor="ctr">
                    <a:lnR w="9525">
                      <a:solidFill>
                        <a:srgbClr val="DAD6E8"/>
                      </a:solidFill>
                      <a:prstDash val="solid"/>
                    </a:lnR>
                    <a:lnT w="9525">
                      <a:solidFill>
                        <a:srgbClr val="DAD6E8"/>
                      </a:solidFill>
                      <a:prstDash val="solid"/>
                    </a:lnT>
                    <a:lnB w="9525">
                      <a:solidFill>
                        <a:srgbClr val="DAD6E8"/>
                      </a:solidFill>
                      <a:prstDash val="solid"/>
                    </a:lnB>
                    <a:solidFill>
                      <a:srgbClr val="D5F0EE"/>
                    </a:solidFill>
                  </a:tcPr>
                </a:tc>
              </a:tr>
              <a:tr h="447675">
                <a:tc>
                  <a:txBody>
                    <a:bodyPr wrap="square" lIns="95250" tIns="38100" rIns="85725" bIns="38100">
                      <a:noAutofit/>
                    </a:bodyPr>
                    <a:lstStyle/>
                    <a:p>
                      <a:pPr algn="l"/>
                      <a:r>
                        <a:rPr sz="1350" b="0">
                          <a:solidFill>
                            <a:srgbClr val="192035"/>
                          </a:solidFill>
                          <a:latin typeface="Noto Sans KR"/>
                          <a:ea typeface="Noto Sans KR"/>
                          <a:cs typeface="Noto Sans KR"/>
                        </a:rPr>
                        <a:t>view_membership</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회원권 조회</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회원권 안내 페이지 조회</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product_id</a:t>
                      </a:r>
                    </a:p>
                  </a:txBody>
                  <a:tcPr marL="91440" marR="91440" marT="45720" marB="45720" anchor="ctr">
                    <a:lnR w="9525">
                      <a:solidFill>
                        <a:srgbClr val="DAD6E8"/>
                      </a:solidFill>
                      <a:prstDash val="solid"/>
                    </a:lnR>
                    <a:lnB w="9525">
                      <a:solidFill>
                        <a:srgbClr val="DAD6E8"/>
                      </a:solidFill>
                      <a:prstDash val="solid"/>
                    </a:lnB>
                    <a:solidFill>
                      <a:srgbClr val="FFFFFF"/>
                    </a:solidFill>
                  </a:tcPr>
                </a:tc>
              </a:tr>
              <a:tr h="447675">
                <a:tc>
                  <a:txBody>
                    <a:bodyPr wrap="square" lIns="95250" tIns="38100" rIns="85725" bIns="38100">
                      <a:noAutofit/>
                    </a:bodyPr>
                    <a:lstStyle/>
                    <a:p>
                      <a:pPr algn="l"/>
                      <a:r>
                        <a:rPr sz="1350" b="0">
                          <a:solidFill>
                            <a:srgbClr val="192035"/>
                          </a:solidFill>
                          <a:latin typeface="Noto Sans KR"/>
                          <a:ea typeface="Noto Sans KR"/>
                          <a:cs typeface="Noto Sans KR"/>
                        </a:rPr>
                        <a:t>select_plan</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상품 선택</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선택·결제하기 버튼 클릭</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product_id, price</a:t>
                      </a:r>
                    </a:p>
                  </a:txBody>
                  <a:tcPr marL="91440" marR="91440" marT="45720" marB="45720" anchor="ctr">
                    <a:lnR w="9525">
                      <a:solidFill>
                        <a:srgbClr val="DAD6E8"/>
                      </a:solidFill>
                      <a:prstDash val="solid"/>
                    </a:lnR>
                    <a:lnB w="9525">
                      <a:solidFill>
                        <a:srgbClr val="DAD6E8"/>
                      </a:solidFill>
                      <a:prstDash val="solid"/>
                    </a:lnB>
                    <a:solidFill>
                      <a:srgbClr val="F3F1FA"/>
                    </a:solidFill>
                  </a:tcPr>
                </a:tc>
              </a:tr>
              <a:tr h="447675">
                <a:tc>
                  <a:txBody>
                    <a:bodyPr wrap="square" lIns="95250" tIns="38100" rIns="85725" bIns="38100">
                      <a:noAutofit/>
                    </a:bodyPr>
                    <a:lstStyle/>
                    <a:p>
                      <a:pPr algn="l"/>
                      <a:r>
                        <a:rPr sz="1350" b="0">
                          <a:solidFill>
                            <a:srgbClr val="192035"/>
                          </a:solidFill>
                          <a:latin typeface="Noto Sans KR"/>
                          <a:ea typeface="Noto Sans KR"/>
                          <a:cs typeface="Noto Sans KR"/>
                        </a:rPr>
                        <a:t>promotion_view</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프로모션 확인</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할인 페이지 진입</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promotion_id, discount_rate</a:t>
                      </a:r>
                    </a:p>
                  </a:txBody>
                  <a:tcPr marL="91440" marR="91440" marT="45720" marB="45720" anchor="ctr">
                    <a:lnR w="9525">
                      <a:solidFill>
                        <a:srgbClr val="DAD6E8"/>
                      </a:solidFill>
                      <a:prstDash val="solid"/>
                    </a:lnR>
                    <a:lnB w="9525">
                      <a:solidFill>
                        <a:srgbClr val="DAD6E8"/>
                      </a:solidFill>
                      <a:prstDash val="solid"/>
                    </a:lnB>
                    <a:solidFill>
                      <a:srgbClr val="FFFFFF"/>
                    </a:solidFill>
                  </a:tcPr>
                </a:tc>
              </a:tr>
              <a:tr h="447675">
                <a:tc>
                  <a:txBody>
                    <a:bodyPr wrap="square" lIns="95250" tIns="38100" rIns="85725" bIns="38100">
                      <a:noAutofit/>
                    </a:bodyPr>
                    <a:lstStyle/>
                    <a:p>
                      <a:pPr algn="l"/>
                      <a:r>
                        <a:rPr sz="1350" b="0">
                          <a:solidFill>
                            <a:srgbClr val="192035"/>
                          </a:solidFill>
                          <a:latin typeface="Noto Sans KR"/>
                          <a:ea typeface="Noto Sans KR"/>
                          <a:cs typeface="Noto Sans KR"/>
                        </a:rPr>
                        <a:t>payment_start</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결제 시작</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결제 버튼 클릭</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product_id, price, discount_code</a:t>
                      </a:r>
                    </a:p>
                  </a:txBody>
                  <a:tcPr marL="91440" marR="91440" marT="45720" marB="45720" anchor="ctr">
                    <a:lnR w="9525">
                      <a:solidFill>
                        <a:srgbClr val="DAD6E8"/>
                      </a:solidFill>
                      <a:prstDash val="solid"/>
                    </a:lnR>
                    <a:lnB w="9525">
                      <a:solidFill>
                        <a:srgbClr val="DAD6E8"/>
                      </a:solidFill>
                      <a:prstDash val="solid"/>
                    </a:lnB>
                    <a:solidFill>
                      <a:srgbClr val="F3F1FA"/>
                    </a:solidFill>
                  </a:tcPr>
                </a:tc>
              </a:tr>
              <a:tr h="447675">
                <a:tc>
                  <a:txBody>
                    <a:bodyPr wrap="square" lIns="95250" tIns="38100" rIns="85725" bIns="38100">
                      <a:noAutofit/>
                    </a:bodyPr>
                    <a:lstStyle/>
                    <a:p>
                      <a:pPr algn="l"/>
                      <a:r>
                        <a:rPr sz="1350" b="0">
                          <a:solidFill>
                            <a:srgbClr val="192035"/>
                          </a:solidFill>
                          <a:latin typeface="Noto Sans KR"/>
                          <a:ea typeface="Noto Sans KR"/>
                          <a:cs typeface="Noto Sans KR"/>
                        </a:rPr>
                        <a:t>payment_cancel</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결제 중 이탈</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결제 진행 중 종료</a:t>
                      </a:r>
                    </a:p>
                  </a:txBody>
                  <a:tcPr marL="91440" marR="91440" marT="45720" marB="45720" anchor="ctr">
                    <a:lnR w="9525">
                      <a:solidFill>
                        <a:srgbClr val="DAD6E8"/>
                      </a:solidFill>
                      <a:prstDash val="solid"/>
                    </a:lnR>
                    <a:lnB w="9525">
                      <a:solidFill>
                        <a:srgbClr val="DAD6E8"/>
                      </a:solidFill>
                      <a:prstDash val="solid"/>
                    </a:lnB>
                    <a:solidFill>
                      <a:srgbClr val="FFFFFF"/>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cancel_stage</a:t>
                      </a:r>
                    </a:p>
                  </a:txBody>
                  <a:tcPr marL="91440" marR="91440" marT="45720" marB="45720" anchor="ctr">
                    <a:lnR w="9525">
                      <a:solidFill>
                        <a:srgbClr val="DAD6E8"/>
                      </a:solidFill>
                      <a:prstDash val="solid"/>
                    </a:lnR>
                    <a:lnB w="9525">
                      <a:solidFill>
                        <a:srgbClr val="DAD6E8"/>
                      </a:solidFill>
                      <a:prstDash val="solid"/>
                    </a:lnB>
                    <a:solidFill>
                      <a:srgbClr val="FFFFFF"/>
                    </a:solidFill>
                  </a:tcPr>
                </a:tc>
              </a:tr>
              <a:tr h="447675">
                <a:tc>
                  <a:txBody>
                    <a:bodyPr wrap="square" lIns="95250" tIns="38100" rIns="85725" bIns="38100">
                      <a:noAutofit/>
                    </a:bodyPr>
                    <a:lstStyle/>
                    <a:p>
                      <a:pPr algn="l"/>
                      <a:r>
                        <a:rPr sz="1350" b="0">
                          <a:solidFill>
                            <a:srgbClr val="192035"/>
                          </a:solidFill>
                          <a:latin typeface="Noto Sans KR"/>
                          <a:ea typeface="Noto Sans KR"/>
                          <a:cs typeface="Noto Sans KR"/>
                        </a:rPr>
                        <a:t>survey_response</a:t>
                      </a:r>
                    </a:p>
                  </a:txBody>
                  <a:tcPr marL="91440" marR="91440" marT="45720" marB="45720" anchor="ctr">
                    <a:lnL w="9525">
                      <a:solidFill>
                        <a:srgbClr val="DAD6E8"/>
                      </a:solidFill>
                      <a:prstDash val="solid"/>
                    </a:lnL>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미결제 사유 응답</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체험 종료 설문 제출</a:t>
                      </a:r>
                    </a:p>
                  </a:txBody>
                  <a:tcPr marL="91440" marR="91440" marT="45720" marB="45720" anchor="ctr">
                    <a:lnR w="9525">
                      <a:solidFill>
                        <a:srgbClr val="DAD6E8"/>
                      </a:solidFill>
                      <a:prstDash val="solid"/>
                    </a:lnR>
                    <a:lnB w="9525">
                      <a:solidFill>
                        <a:srgbClr val="DAD6E8"/>
                      </a:solidFill>
                      <a:prstDash val="solid"/>
                    </a:lnB>
                    <a:solidFill>
                      <a:srgbClr val="F3F1FA"/>
                    </a:solidFill>
                  </a:tcPr>
                </a:tc>
                <a:tc>
                  <a:txBody>
                    <a:bodyPr wrap="square" lIns="95250" tIns="38100" rIns="85725" bIns="38100">
                      <a:noAutofit/>
                    </a:bodyPr>
                    <a:lstStyle/>
                    <a:p>
                      <a:pPr algn="ctr"/>
                      <a:r>
                        <a:rPr sz="1350" b="0">
                          <a:solidFill>
                            <a:srgbClr val="192035"/>
                          </a:solidFill>
                          <a:latin typeface="Noto Sans KR"/>
                          <a:ea typeface="Noto Sans KR"/>
                          <a:cs typeface="Noto Sans KR"/>
                        </a:rPr>
                        <a:t>reason_code</a:t>
                      </a:r>
                    </a:p>
                  </a:txBody>
                  <a:tcPr marL="91440" marR="91440" marT="45720" marB="45720" anchor="ctr">
                    <a:lnR w="9525">
                      <a:solidFill>
                        <a:srgbClr val="DAD6E8"/>
                      </a:solidFill>
                      <a:prstDash val="solid"/>
                    </a:lnR>
                    <a:lnB w="9525">
                      <a:solidFill>
                        <a:srgbClr val="DAD6E8"/>
                      </a:solidFill>
                      <a:prstDash val="solid"/>
                    </a:lnB>
                    <a:solidFill>
                      <a:srgbClr val="F3F1FA"/>
                    </a:solidFill>
                  </a:tcPr>
                </a:tc>
              </a:tr>
            </a:tbl>
          </a:graphicData>
        </a:graphic>
      </p:graphicFrame>
      <p:sp>
        <p:nvSpPr>
          <p:cNvPr id="7" name="">
            <a:extLst xmlns:a="http://schemas.openxmlformats.org/drawingml/2006/main">
              <a:ext uri="{FF2B5EF4-FFF2-40B4-BE49-F238E27FC236}">
                <a16:creationId xmlns:a16="http://schemas.microsoft.com/office/drawing/2014/main" id="{0A14A42C-E59A-46B4-B850-92044A98D270}"/>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37500"/>
            </a:avLst>
          </a:prstGeom>
          <a:solidFill xmlns:a="http://schemas.openxmlformats.org/drawingml/2006/main">
            <a:srgbClr val="F0EDF9"/>
          </a:solidFill>
          <a:ln xmlns:a="http://schemas.openxmlformats.org/drawingml/2006/main" w="14288">
            <a:solidFill>
              <a:srgbClr val="CCC8DF"/>
            </a:solidFill>
            <a:prstDash val="solid"/>
          </a:ln>
        </p:spPr>
      </p:sp>
      <p:sp>
        <p:nvSpPr>
          <p:cNvPr id="8" name="행동·설문 로그를 결제 완료 기록의 실제 결제일과 함께 연결한다">
            <a:extLst xmlns:a="http://schemas.openxmlformats.org/drawingml/2006/main">
              <a:ext uri="{FF2B5EF4-FFF2-40B4-BE49-F238E27FC236}">
                <a16:creationId xmlns:a16="http://schemas.microsoft.com/office/drawing/2014/main" id="{CC104CB8-1587-48A2-B619-ECF4B07EBCE3}"/>
              </a:ext>
            </a:extLst>
          </p:cNvPr>
          <p:cNvSpPr>
            <a:spLocks xmlns:a="http://schemas.openxmlformats.org/drawingml/2006/main" noGrp="1"/>
          </p:cNvSpPr>
          <p:nvPr/>
        </p:nvSpPr>
        <p:spPr>
          <a:xfrm xmlns:a="http://schemas.openxmlformats.org/drawingml/2006/main">
            <a:off x="1323975" y="5934075"/>
            <a:ext cx="9544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192035"/>
                </a:solidFill>
                <a:latin typeface="Noto Sans KR"/>
                <a:ea typeface="Noto Sans KR"/>
                <a:cs typeface="Noto Sans KR"/>
              </a:defRPr>
            </a:defPPr>
            <a:lvl1pPr algn="ctr">
              <a:defRPr sz="1725" b="1">
                <a:solidFill>
                  <a:srgbClr val="192035"/>
                </a:solidFill>
                <a:latin typeface="Noto Sans KR"/>
                <a:ea typeface="Noto Sans KR"/>
                <a:cs typeface="Noto Sans KR"/>
              </a:defRPr>
            </a:lvl1pPr>
            <a:lvl2pPr algn="ctr">
              <a:defRPr sz="1725" b="1">
                <a:solidFill>
                  <a:srgbClr val="192035"/>
                </a:solidFill>
                <a:latin typeface="Noto Sans KR"/>
                <a:ea typeface="Noto Sans KR"/>
                <a:cs typeface="Noto Sans KR"/>
              </a:defRPr>
            </a:lvl2pPr>
            <a:lvl3pPr algn="ctr">
              <a:defRPr sz="1725" b="1">
                <a:solidFill>
                  <a:srgbClr val="192035"/>
                </a:solidFill>
                <a:latin typeface="Noto Sans KR"/>
                <a:ea typeface="Noto Sans KR"/>
                <a:cs typeface="Noto Sans KR"/>
              </a:defRPr>
            </a:lvl3pPr>
            <a:lvl4pPr algn="ctr">
              <a:defRPr sz="1725" b="1">
                <a:solidFill>
                  <a:srgbClr val="192035"/>
                </a:solidFill>
                <a:latin typeface="Noto Sans KR"/>
                <a:ea typeface="Noto Sans KR"/>
                <a:cs typeface="Noto Sans KR"/>
              </a:defRPr>
            </a:lvl4pPr>
            <a:lvl5pPr algn="ctr">
              <a:defRPr sz="1725" b="1">
                <a:solidFill>
                  <a:srgbClr val="192035"/>
                </a:solidFill>
                <a:latin typeface="Noto Sans KR"/>
                <a:ea typeface="Noto Sans KR"/>
                <a:cs typeface="Noto Sans KR"/>
              </a:defRPr>
            </a:lvl5pPr>
            <a:lvl6pPr algn="ctr">
              <a:defRPr sz="1725" b="1">
                <a:solidFill>
                  <a:srgbClr val="192035"/>
                </a:solidFill>
                <a:latin typeface="Noto Sans KR"/>
                <a:ea typeface="Noto Sans KR"/>
                <a:cs typeface="Noto Sans KR"/>
              </a:defRPr>
            </a:lvl6pPr>
            <a:lvl7pPr algn="ctr">
              <a:defRPr sz="1725" b="1">
                <a:solidFill>
                  <a:srgbClr val="192035"/>
                </a:solidFill>
                <a:latin typeface="Noto Sans KR"/>
                <a:ea typeface="Noto Sans KR"/>
                <a:cs typeface="Noto Sans KR"/>
              </a:defRPr>
            </a:lvl7pPr>
            <a:lvl8pPr algn="ctr">
              <a:defRPr sz="1725" b="1">
                <a:solidFill>
                  <a:srgbClr val="192035"/>
                </a:solidFill>
                <a:latin typeface="Noto Sans KR"/>
                <a:ea typeface="Noto Sans KR"/>
                <a:cs typeface="Noto Sans KR"/>
              </a:defRPr>
            </a:lvl8pPr>
            <a:lvl9pPr algn="ctr">
              <a:defRPr sz="1725" b="1">
                <a:solidFill>
                  <a:srgbClr val="192035"/>
                </a:solidFill>
                <a:latin typeface="Noto Sans KR"/>
                <a:ea typeface="Noto Sans KR"/>
                <a:cs typeface="Noto Sans KR"/>
              </a:defRPr>
            </a:lvl9pPr>
          </a:lstStyle>
          <a:p xmlns:a="http://schemas.openxmlformats.org/drawingml/2006/main">
            <a:pPr algn="ctr">
              <a:defRPr sz="1725" b="1">
                <a:solidFill>
                  <a:srgbClr val="F1F5F9"/>
                </a:solidFill>
                <a:latin typeface="Noto Sans KR"/>
                <a:ea typeface="Noto Sans KR"/>
                <a:cs typeface="Noto Sans KR"/>
              </a:defRPr>
            </a:pPr>
            <a:r>
              <a:rPr sz="1725" b="1">
                <a:solidFill>
                  <a:srgbClr val="192035"/>
                </a:solidFill>
                <a:latin typeface="Noto Sans KR"/>
                <a:ea typeface="Noto Sans KR"/>
                <a:cs typeface="Noto Sans KR"/>
              </a:rPr>
              <a:t>행동·설문 로그를 결제 완료 기록의 실제 결제일과 함께 연결한다</a:t>
            </a:r>
          </a:p>
        </p:txBody>
      </p:sp>
    </p:spTree>
    <p:extLst>
      <p:ext uri="{BB962C8B-B14F-4D97-AF65-F5344CB8AC3E}">
        <p14:creationId xmlns:p14="http://schemas.microsoft.com/office/powerpoint/2010/main" val="6641530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2026-10-27T08:26:49.4760000Z</dcterms:created>
  <dcterms:modified xsi:type="dcterms:W3CDTF">2026-10-27T08:26:49.4760000Z</dcterms:modified>
</coreProperties>
</file>