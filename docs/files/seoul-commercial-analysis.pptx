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6bc0ee7601142ec" /><Relationship Type="http://schemas.openxmlformats.org/officeDocument/2006/relationships/extended-properties" Target="/docProps/app.xml" Id="R06093d74b3d64774" /><Relationship Type="http://schemas.openxmlformats.org/officeDocument/2006/relationships/officeDocument" Target="/ppt/presentation.xml" Id="Ra09da94de49b462b" /></Relationships>
</file>

<file path=ppt/presentation.xml><?xml version="1.0" encoding="utf-8"?>
<p:presentation xmlns:p="http://schemas.openxmlformats.org/presentationml/2006/main">
  <p:sldMasterIdLst>
    <p:sldMasterId xmlns:r="http://schemas.openxmlformats.org/officeDocument/2006/relationships" id="2147483648" r:id="R9fa163a823774e0c"/>
  </p:sldMasterIdLst>
  <p:notesMasterIdLst>
    <p:notesMasterId xmlns:r="http://schemas.openxmlformats.org/officeDocument/2006/relationships" r:id="R2661393f96304f1a"/>
  </p:notesMasterIdLst>
  <p:sldIdLst>
    <p:sldId xmlns:r="http://schemas.openxmlformats.org/officeDocument/2006/relationships" id="256" r:id="R31e94427e7e04919"/>
    <p:sldId xmlns:r="http://schemas.openxmlformats.org/officeDocument/2006/relationships" id="257" r:id="R0206869e60194ab0"/>
    <p:sldId xmlns:r="http://schemas.openxmlformats.org/officeDocument/2006/relationships" id="258" r:id="Rb01bb013ef0b4b15"/>
    <p:sldId xmlns:r="http://schemas.openxmlformats.org/officeDocument/2006/relationships" id="259" r:id="Rb28797a3270d4f8b"/>
    <p:sldId xmlns:r="http://schemas.openxmlformats.org/officeDocument/2006/relationships" id="260" r:id="R078ccfbfbc494469"/>
    <p:sldId xmlns:r="http://schemas.openxmlformats.org/officeDocument/2006/relationships" id="261" r:id="Rddfb57e6f0a14d13"/>
    <p:sldId xmlns:r="http://schemas.openxmlformats.org/officeDocument/2006/relationships" id="262" r:id="R2f1d27df3fdd4896"/>
    <p:sldId xmlns:r="http://schemas.openxmlformats.org/officeDocument/2006/relationships" id="263" r:id="R4989bb2d74214451"/>
    <p:sldId xmlns:r="http://schemas.openxmlformats.org/officeDocument/2006/relationships" id="264" r:id="Rf4b3ce6dc62f4557"/>
    <p:sldId xmlns:r="http://schemas.openxmlformats.org/officeDocument/2006/relationships" id="265" r:id="Rc30c53673dca44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42d10cfc164eb5" /><Relationship Type="http://schemas.openxmlformats.org/officeDocument/2006/relationships/slideMaster" Target="/ppt/slideMasters/slideMaster1.xml" Id="R9fa163a823774e0c" /><Relationship Type="http://schemas.openxmlformats.org/officeDocument/2006/relationships/notesMaster" Target="/ppt/notesMasters/notesMaster1.xml" Id="R2661393f96304f1a" /><Relationship Type="http://schemas.openxmlformats.org/officeDocument/2006/relationships/presProps" Target="/ppt/presProps.xml" Id="R6260807e10f147f7" /><Relationship Type="http://schemas.openxmlformats.org/officeDocument/2006/relationships/tableStyles" Target="/ppt/tableStyles.xml" Id="R82b70c2acde0418c" /><Relationship Type="http://schemas.openxmlformats.org/officeDocument/2006/relationships/slide" Target="/ppt/slides/slide1.xml" Id="R31e94427e7e04919" /><Relationship Type="http://schemas.openxmlformats.org/officeDocument/2006/relationships/slide" Target="/ppt/slides/slide2.xml" Id="R0206869e60194ab0" /><Relationship Type="http://schemas.openxmlformats.org/officeDocument/2006/relationships/slide" Target="/ppt/slides/slide3.xml" Id="Rb01bb013ef0b4b15" /><Relationship Type="http://schemas.openxmlformats.org/officeDocument/2006/relationships/slide" Target="/ppt/slides/slide4.xml" Id="Rb28797a3270d4f8b" /><Relationship Type="http://schemas.openxmlformats.org/officeDocument/2006/relationships/slide" Target="/ppt/slides/slide5.xml" Id="R078ccfbfbc494469" /><Relationship Type="http://schemas.openxmlformats.org/officeDocument/2006/relationships/slide" Target="/ppt/slides/slide6.xml" Id="Rddfb57e6f0a14d13" /><Relationship Type="http://schemas.openxmlformats.org/officeDocument/2006/relationships/slide" Target="/ppt/slides/slide7.xml" Id="R2f1d27df3fdd4896" /><Relationship Type="http://schemas.openxmlformats.org/officeDocument/2006/relationships/slide" Target="/ppt/slides/slide8.xml" Id="R4989bb2d74214451" /><Relationship Type="http://schemas.openxmlformats.org/officeDocument/2006/relationships/slide" Target="/ppt/slides/slide9.xml" Id="Rf4b3ce6dc62f4557" /><Relationship Type="http://schemas.openxmlformats.org/officeDocument/2006/relationships/slide" Target="/ppt/slides/slide10.xml" Id="Rc30c53673dca44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cd12c2a61d41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864846a57c4cf9" /><Relationship Type="http://schemas.openxmlformats.org/officeDocument/2006/relationships/notesMaster" Target="/ppt/notesMasters/notesMaster1.xml" Id="R94e51d13087d46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7e98e7b2324e3f" /><Relationship Type="http://schemas.openxmlformats.org/officeDocument/2006/relationships/notesMaster" Target="/ppt/notesMasters/notesMaster1.xml" Id="Re29e7369f3154c8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a10796ea3e420b" /><Relationship Type="http://schemas.openxmlformats.org/officeDocument/2006/relationships/notesMaster" Target="/ppt/notesMasters/notesMaster1.xml" Id="R2445880ddfd24f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83f61a00dc4f04" /><Relationship Type="http://schemas.openxmlformats.org/officeDocument/2006/relationships/notesMaster" Target="/ppt/notesMasters/notesMaster1.xml" Id="R0b20332903f945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85a7863a824617" /><Relationship Type="http://schemas.openxmlformats.org/officeDocument/2006/relationships/notesMaster" Target="/ppt/notesMasters/notesMaster1.xml" Id="R5fe1be2f28014b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a07a71e0124c52" /><Relationship Type="http://schemas.openxmlformats.org/officeDocument/2006/relationships/notesMaster" Target="/ppt/notesMasters/notesMaster1.xml" Id="Rcc24cf1901ad43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6774ca58544578" /><Relationship Type="http://schemas.openxmlformats.org/officeDocument/2006/relationships/notesMaster" Target="/ppt/notesMasters/notesMaster1.xml" Id="R43d82b6ffd6c4b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cf61477d7f4548" /><Relationship Type="http://schemas.openxmlformats.org/officeDocument/2006/relationships/notesMaster" Target="/ppt/notesMasters/notesMaster1.xml" Id="Rdb4746c601114ed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9096f1cd0e4a1d" /><Relationship Type="http://schemas.openxmlformats.org/officeDocument/2006/relationships/notesMaster" Target="/ppt/notesMasters/notesMaster1.xml" Id="Rd5c87632062849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06dd286f0d4cc2" /><Relationship Type="http://schemas.openxmlformats.org/officeDocument/2006/relationships/notesMaster" Target="/ppt/notesMasters/notesMaster1.xml" Id="R00d714fc90614d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D:/프로젝트/dbt_mission17/seoul_commercial_dbt/notebooks/seoul_commercial_portfolio.ipynb; D:/프로젝트/dbt_mission17/seoul_commercial_dbt/notebooks/seoul_commercial_analysis.ipynb; D:/프로젝트/dbt_mission17/seoul_commercial_dbt/README.md. 디자인 참고: D:/포트폴리오/완료1.pdf.</a:t>
            </a:r>
          </a:p>
          <a:p xmlns:a="http://schemas.openxmlformats.org/drawingml/2006/main">
            <a:r>
              <a:t>서울 상권 분석 전체를 개인 수행한 프로젝트. 분석 대상과 기간은 요약 노트북 3절. 발표 자료는 사용자 기존 결과를 재구성하며 신규 인과효과를 주장하지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D:/프로젝트/dbt_mission17/seoul_commercial_dbt/notebooks/seoul_commercial_portfolio.ipynb; D:/프로젝트/dbt_mission17/seoul_commercial_dbt/notebooks/seoul_commercial_analysis.ipynb; D:/프로젝트/dbt_mission17/seoul_commercial_dbt/README.md. 디자인 참고: D:/포트폴리오/완료1.pdf.</a:t>
            </a:r>
          </a:p>
          <a:p xmlns:a="http://schemas.openxmlformats.org/drawingml/2006/main">
            <a:r>
              <a:t>요약 노트북 1절 및 3절. 유동인구는 고유 방문자가 아닌 추정 유동량이다.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D:/프로젝트/dbt_mission17/seoul_commercial_dbt/notebooks/seoul_commercial_portfolio.ipynb; D:/프로젝트/dbt_mission17/seoul_commercial_dbt/notebooks/seoul_commercial_analysis.ipynb; D:/프로젝트/dbt_mission17/seoul_commercial_dbt/README.md. 디자인 참고: D:/포트폴리오/완료1.pdf.</a:t>
            </a:r>
          </a:p>
          <a:p xmlns:a="http://schemas.openxmlformats.org/drawingml/2006/main">
            <a:r>
              <a:t>README 수동 적재 절차; 요약 노트북 2–3절. 전체 연간 상권 1,577개 중 매출·거래·유동인구가 4분기 모두 존재하며 각 합계가 양수인 상권 1,558개 선정. 연간 합계는 min_count=1; 인구·시설은 보유 분기를 확인하고 결측을 0으로 대체하지 않았다. Python 기본 데이터·연간 집계·파생지표 assert 통과 출력이 분석 노트북에 저장되어 있다. 원본 클라우드 테이블을 이번 제작에서 다시 실행하지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D:/프로젝트/dbt_mission17/seoul_commercial_dbt/notebooks/seoul_commercial_portfolio.ipynb; D:/프로젝트/dbt_mission17/seoul_commercial_dbt/notebooks/seoul_commercial_analysis.ipynb; D:/프로젝트/dbt_mission17/seoul_commercial_dbt/README.md. 디자인 참고: D:/포트폴리오/완료1.pdf.</a:t>
            </a:r>
          </a:p>
          <a:p xmlns:a="http://schemas.openxmlformats.org/drawingml/2006/main">
            <a:r>
              <a:t>요약 노트북 4절 및 전체 분석 7절. 매출성과 = (총매출건수/총유동인구) × (총매출/총매출건수). 추정 유동량은 고유 방문자 수가 아니며 매출건수는 고유 구매자 수가 아니다. 수식은 항등식이며 인과 모형이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D:/프로젝트/dbt_mission17/seoul_commercial_dbt/notebooks/seoul_commercial_portfolio.ipynb; D:/프로젝트/dbt_mission17/seoul_commercial_dbt/notebooks/seoul_commercial_analysis.ipynb; D:/프로젝트/dbt_mission17/seoul_commercial_dbt/README.md. 디자인 참고: D:/포트폴리오/완료1.pdf.</a:t>
            </a:r>
          </a:p>
          <a:p xmlns:a="http://schemas.openxmlformats.org/drawingml/2006/main">
            <a:r>
              <a:t>요약 노트북 5절. 원 값은 원/추정 유동량: 가락시장 14,064,348; 강서농산물도매시장 9,947,162; 동서시장 1,940,637; 경동시장 1,811,699; 인왕시장(홍제골목형상점가) 1,281,692. 차트는 원 값을 10,000으로 나눠 만원 단위로 표시하고 소수 첫째 자리 반올림했다. 전문화·도매 거래 및 매출·유동인구의 공간·업종 포착 범위 차이가 높은 비율에 영향을 주었을 가능성이 있다. 실제 구매전환율이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D:/프로젝트/dbt_mission17/seoul_commercial_dbt/notebooks/seoul_commercial_analysis.ipynb 저장된 163~165번 셀의 코드와 출력; 사용자 제공 D:/포트폴리오/제목 없는 디자인.pdf 6쪽. 상권 유형별 표본 수가 20개 이상인 골목상권, 발달상권, 전통시장만 포함해 관광특구 6곳은 제외한다. 각 유형 안의 sales_per_flow 순위 백분위가 90 이상 또는 10 이하인 상권을 선정한 후, 상위 집단과 하위 집단으로 각각 통합해 지표 중앙값을 계산했다. 하위 153개(골목102, 발달24, 전통27), 상위156개(골목103, 발달25, 전통28)다. transactions_per_flow 중앙값은 하위0.01517135, 상위1.214967, 비율80.082979. 평균 결제금액 중앙값은 하위24,863.08원, 상위32,459.12원, 비율1.305515다. 지표를 기준으로 선정한 집단의 기술적 비교이며 거래 강도의 인과효과나 각 유형별 동일한 격차를 주장하지 않는다. 신규 원본 쿼리를 실행하지 않고 저장된 분석 결과를 사용했다.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D:/프로젝트/dbt_mission17/seoul_commercial_dbt/notebooks/seoul_commercial_analysis.ipynb 저장된203번 셀 업종 요약표 및209번 셀 사례 요약표; seoul_commercial_portfolio.ipynb 7절; 사용자 제공 D:/포트폴리오/제목 없는 디자인.pdf 7쪽. 강남 마이스는 매출 집계 업종30개, 1위 업종인 일반의류 비중0.211627(표시21.2%), 상위3개 업종 비중0.440188(44.0%), HHI0.093082(0.093)다. 관광특구 내부 매출/유동량 순위1위, 서울 전체 연간9위이며 네 분기 모두 상위10위권이다. 도넛은 기존 슬라이드의 반올림된 구성비21.2%,22.8%,56.0%를 유지했다. 비교 중앙값은 강남 마이스를 제외한 관광특구5곳(이태원0.119093, 명동·남대문·북창동·다동·무교동0.090467, 동대문패션타운0.275675, 종로·청계0.090200, 잠실0.272524)의 HHI 중앙값0.119093을 소수셋째자리0.119로 표시했다. 저장된 표의 6자리 정밀도로 계산했다. HHI는 업종별 연간 매출 비중 제곱의 합이며 낮을수록 매출 분산을 뜻한다. 강남 마이스가 모든 관광특구보다 집중도가 낮다는 뜻은 아니며 업종 분산이 고성과의 원인이라는 인과 해석을 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D:/프로젝트/dbt_mission17/seoul_commercial_dbt/notebooks/seoul_commercial_portfolio.ipynb; D:/프로젝트/dbt_mission17/seoul_commercial_dbt/notebooks/seoul_commercial_analysis.ipynb; D:/프로젝트/dbt_mission17/seoul_commercial_dbt/README.md. 디자인 참고: D:/포트폴리오/완료1.pdf.</a:t>
            </a:r>
          </a:p>
          <a:p xmlns:a="http://schemas.openxmlformats.org/drawingml/2006/main">
            <a:r>
              <a:t>전체 분석 노트북 14절, 요약 6·8절. 계수 평균점포 .567061,매출업종수.497891,집객시설.409749,직장인구.387088,500m상권수.028622,1km상권수−.048003. 표시3자리반올림. 전체1558개상권,직장인구6개·시설53개결측으로변수별유효표본수가다르다. 좌표계 메타데이터는 원분석에서도 추가확인과제이며 거리분석은단위m전제의중심점직선거리. 상관은통제된인과효과가아니다.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D:/프로젝트/dbt_mission17/seoul_commercial_dbt/notebooks/seoul_commercial_portfolio.ipynb; D:/프로젝트/dbt_mission17/seoul_commercial_dbt/notebooks/seoul_commercial_analysis.ipynb; D:/프로젝트/dbt_mission17/seoul_commercial_dbt/README.md. 디자인 참고: D:/포트폴리오/완료1.pdf.</a:t>
            </a:r>
          </a:p>
          <a:p xmlns:a="http://schemas.openxmlformats.org/drawingml/2006/main">
            <a:r>
              <a:t>대시보드: https://datastudio.google.com/reporting/d8b2094c-6cb4-46ab-b319-6d493e19e47f/page/AtU7F . 원본필터·KPI의실제화면을발표보기에서캡처했다. 전체 화면중상단만제시. 필터선택은원본대시보드에서수행하며슬라이드이미지는정적이다. 기본분포화면은성과상위1000개상권표시,필터적용시선택조건내상권표시. 다업종분산형조건은원노트북의performance_pattern정의참조.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D:/프로젝트/dbt_mission17/seoul_commercial_dbt/notebooks/seoul_commercial_portfolio.ipynb; D:/프로젝트/dbt_mission17/seoul_commercial_dbt/notebooks/seoul_commercial_analysis.ipynb; D:/프로젝트/dbt_mission17/seoul_commercial_dbt/README.md. 디자인 참고: D:/포트폴리오/완료1.pdf.</a:t>
            </a:r>
          </a:p>
          <a:p xmlns:a="http://schemas.openxmlformats.org/drawingml/2006/main">
            <a:r>
              <a:t>요약 노트북 11–13절. 분석으로확인된결과와활용원칙을정리한것이며실제매출개선성과를주장하지않는다. 후속분석으로주문·고객단위데이터를활용한실제전환율·리텐션검증을제안. 다른후속과제는동일유형·규모통제및외부입지데이터결합등이다.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0d1356f22c47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49bda39d67441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7b6669922749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9c14f46b7e491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907e598af2e4ac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e6926ba71b4a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42215D-868E-410A-8A45-CE5681B7032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DC47B06-F150-4398-B410-D2A5CA82320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161225-B0DD-4BC1-9798-768093AF4A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F98F94-3106-4EF5-BB83-8E609EEEB9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B52659-604A-4B66-B27D-5F5F123722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34F773-5EFC-4CCE-8756-60EA7F9391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9FA72C-20FA-452B-B361-4C0D32E760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8184F4-D7A4-4BBE-B8FC-A9A084CB440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73FC10-D20B-4894-960D-9C93F06E19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227922B-53F6-4A3D-A6A3-121A0482C7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4306d109264e09" /><Relationship Type="http://schemas.openxmlformats.org/officeDocument/2006/relationships/slideLayout" Target="/ppt/slideLayouts/slideLayout1.xml" Id="Rc7ba5c6f7e9d41e4" /><Relationship Type="http://schemas.openxmlformats.org/officeDocument/2006/relationships/slideLayout" Target="/ppt/slideLayouts/slideLayout2.xml" Id="Rcf1f2f47faef49db" /><Relationship Type="http://schemas.openxmlformats.org/officeDocument/2006/relationships/slideLayout" Target="/ppt/slideLayouts/slideLayout3.xml" Id="R5bc8ef28a0764748" /><Relationship Type="http://schemas.openxmlformats.org/officeDocument/2006/relationships/slideLayout" Target="/ppt/slideLayouts/slideLayout4.xml" Id="R2308ceda5e334b2b" /><Relationship Type="http://schemas.openxmlformats.org/officeDocument/2006/relationships/slideLayout" Target="/ppt/slideLayouts/slideLayout5.xml" Id="Ra2e8749cc10e43dc" /><Relationship Type="http://schemas.openxmlformats.org/officeDocument/2006/relationships/slideLayout" Target="/ppt/slideLayouts/slideLayout6.xml" Id="R660a19dbf989478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ba5c6f7e9d41e4"/>
    <p:sldLayoutId xmlns:r="http://schemas.openxmlformats.org/officeDocument/2006/relationships" id="2147483650" r:id="Rcf1f2f47faef49db"/>
    <p:sldLayoutId xmlns:r="http://schemas.openxmlformats.org/officeDocument/2006/relationships" id="2147483651" r:id="R5bc8ef28a0764748"/>
    <p:sldLayoutId xmlns:r="http://schemas.openxmlformats.org/officeDocument/2006/relationships" id="2147483652" r:id="R2308ceda5e334b2b"/>
    <p:sldLayoutId xmlns:r="http://schemas.openxmlformats.org/officeDocument/2006/relationships" id="2147483653" r:id="Ra2e8749cc10e43dc"/>
    <p:sldLayoutId xmlns:r="http://schemas.openxmlformats.org/officeDocument/2006/relationships" id="2147483654" r:id="R660a19dbf989478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2b38add75d4d51" /><Relationship Type="http://schemas.openxmlformats.org/officeDocument/2006/relationships/image" Target="/ppt/media/image.png" Id="R68c3e96dc1264eab" /><Relationship Type="http://schemas.openxmlformats.org/officeDocument/2006/relationships/notesSlide" Target="/ppt/notesSlides/notesSlide1.xml" Id="R0cebe99c6f8547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1bf2b7ac6c4e22" /><Relationship Type="http://schemas.openxmlformats.org/officeDocument/2006/relationships/image" Target="/ppt/media/image2.png" Id="R64b2b0f7dd8644e3" /><Relationship Type="http://schemas.openxmlformats.org/officeDocument/2006/relationships/notesSlide" Target="/ppt/notesSlides/notesSlide2.xml" Id="R9848ff86256547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c4aa415097c467d" /><Relationship Type="http://schemas.openxmlformats.org/officeDocument/2006/relationships/image" Target="/ppt/media/image3.png" Id="R39ac0763474e4bc2" /><Relationship Type="http://schemas.openxmlformats.org/officeDocument/2006/relationships/notesSlide" Target="/ppt/notesSlides/notesSlide3.xml" Id="Ra292912f572540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963c53ad8be4d24" /><Relationship Type="http://schemas.openxmlformats.org/officeDocument/2006/relationships/image" Target="/ppt/media/image4.png" Id="R616abed78d3f453e" /><Relationship Type="http://schemas.openxmlformats.org/officeDocument/2006/relationships/notesSlide" Target="/ppt/notesSlides/notesSlide4.xml" Id="Re3f956a8aa274a1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b31a47fe5964c40" /><Relationship Type="http://schemas.openxmlformats.org/officeDocument/2006/relationships/image" Target="/ppt/media/image5.png" Id="R47b826c018f34910" /><Relationship Type="http://schemas.openxmlformats.org/officeDocument/2006/relationships/chart" Target="/ppt/slides/charts/chart1.xml" Id="R311a57111dc746c1" /><Relationship Type="http://schemas.openxmlformats.org/officeDocument/2006/relationships/notesSlide" Target="/ppt/notesSlides/notesSlide5.xml" Id="R8ebc16ad1db44f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9c804334c3e41a5" /><Relationship Type="http://schemas.openxmlformats.org/officeDocument/2006/relationships/image" Target="/ppt/media/image6.png" Id="Rca95428df05c4c2c" /><Relationship Type="http://schemas.openxmlformats.org/officeDocument/2006/relationships/chart" Target="/ppt/slides/charts/chart2.xml" Id="Re75dda82ebea40cd" /><Relationship Type="http://schemas.openxmlformats.org/officeDocument/2006/relationships/chart" Target="/ppt/slides/charts/chart3.xml" Id="Ree8be4cfc23a46dc" /><Relationship Type="http://schemas.openxmlformats.org/officeDocument/2006/relationships/notesSlide" Target="/ppt/notesSlides/notesSlide6.xml" Id="R39244b33aedf4d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59d1a1dfaa4a63" /><Relationship Type="http://schemas.openxmlformats.org/officeDocument/2006/relationships/image" Target="/ppt/media/image7.png" Id="R9603c34d682b441f" /><Relationship Type="http://schemas.openxmlformats.org/officeDocument/2006/relationships/chart" Target="/ppt/slides/charts/chart4.xml" Id="Readc545156024126" /><Relationship Type="http://schemas.openxmlformats.org/officeDocument/2006/relationships/notesSlide" Target="/ppt/notesSlides/notesSlide7.xml" Id="R2721d872bb5843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0b77fbc5f14a42" /><Relationship Type="http://schemas.openxmlformats.org/officeDocument/2006/relationships/image" Target="/ppt/media/image8.png" Id="R1f0b2615b84745db" /><Relationship Type="http://schemas.openxmlformats.org/officeDocument/2006/relationships/chart" Target="/ppt/slides/charts/chart5.xml" Id="R42e34e8a419e41be" /><Relationship Type="http://schemas.openxmlformats.org/officeDocument/2006/relationships/notesSlide" Target="/ppt/notesSlides/notesSlide8.xml" Id="Ree68b01cc1634ed1" /></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6.xml" Id="Rfe65844a521649c0" /><ns0:Relationship Type="http://schemas.openxmlformats.org/officeDocument/2006/relationships/image" Target="/ppt/media/image9.png" Id="R3c46cd0a1fdf4552" /><ns0:Relationship Type="http://schemas.openxmlformats.org/officeDocument/2006/relationships/image" Target="/ppt/media/image10.png" Id="R9a5648fbb8874ec4" /><ns0:Relationship Type="http://schemas.openxmlformats.org/officeDocument/2006/relationships/notesSlide" Target="/ppt/notesSlides/notesSlide9.xml" Id="R282a7b6f94c9423a" /><ns0:Relationship Id="rIdDashboardLink" Type="http://schemas.openxmlformats.org/officeDocument/2006/relationships/hyperlink" Target="https://datastudio.google.com/reporting/d8b2094c-6cb4-46ab-b319-6d493e19e47f/page/AtU7F" TargetMode="External" /></ns0: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f9c3710dca1426b" /><Relationship Type="http://schemas.openxmlformats.org/officeDocument/2006/relationships/image" Target="/ppt/media/image11.png" Id="R9d701806c178473a" /><Relationship Type="http://schemas.openxmlformats.org/officeDocument/2006/relationships/notesSlide" Target="/ppt/notesSlides/notesSlide10.xml" Id="R8a60b91be3cb4df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autoTitleDeleted val="1"/>
    <c:plotArea>
      <c:barChart>
        <c:barDir val="bar"/>
        <c:grouping val="clustered"/>
        <c:varyColors val="0"/>
        <c:ser>
          <c:idx val="0"/>
          <c:order val="0"/>
          <c:tx>
            <c:v>분석 결과</c:v>
          </c:tx>
          <c:spPr>
            <a:solidFill xmlns:a="http://schemas.openxmlformats.org/drawingml/2006/main">
              <a:srgbClr val="3CDD8A"/>
            </a:solidFill>
            <a:ln xmlns:a="http://schemas.openxmlformats.org/drawingml/2006/main" w="0">
              <a:noFill/>
            </a:ln>
          </c:spPr>
          <c:invertIfNegative val="0"/>
          <c:dPt>
            <c:idx val="0"/>
            <c:invertIfNegative val="0"/>
            <c:spPr>
              <a:solidFill xmlns:a="http://schemas.openxmlformats.org/drawingml/2006/main">
                <a:srgbClr val="3CDD8A"/>
              </a:solidFill>
            </c:spPr>
          </c:dPt>
          <c:dPt>
            <c:idx val="1"/>
            <c:invertIfNegative val="0"/>
            <c:spPr>
              <a:solidFill xmlns:a="http://schemas.openxmlformats.org/drawingml/2006/main">
                <a:srgbClr val="3CDD8A"/>
              </a:solidFill>
            </c:spPr>
          </c:dPt>
          <c:dPt>
            <c:idx val="2"/>
            <c:invertIfNegative val="0"/>
            <c:spPr>
              <a:solidFill xmlns:a="http://schemas.openxmlformats.org/drawingml/2006/main">
                <a:srgbClr val="3CDD8A"/>
              </a:solidFill>
            </c:spPr>
          </c:dPt>
          <c:dPt>
            <c:idx val="3"/>
            <c:invertIfNegative val="0"/>
            <c:spPr>
              <a:solidFill xmlns:a="http://schemas.openxmlformats.org/drawingml/2006/main">
                <a:srgbClr val="3CDD8A"/>
              </a:solidFill>
            </c:spPr>
          </c:dPt>
          <c:dPt>
            <c:idx val="4"/>
            <c:invertIfNegative val="0"/>
            <c:spPr>
              <a:solidFill xmlns:a="http://schemas.openxmlformats.org/drawingml/2006/main">
                <a:srgbClr val="FF9B63"/>
              </a:solidFill>
            </c:spPr>
          </c:dPt>
          <c:cat>
            <c:strRef>
              <c:f>'Chart Data'!$A$2:$A$6</c:f>
              <c:strCache>
                <c:ptCount val="5"/>
                <c:pt idx="0">
                  <c:v>인왕시장</c:v>
                </c:pt>
                <c:pt idx="1">
                  <c:v>경동시장</c:v>
                </c:pt>
                <c:pt idx="2">
                  <c:v>동서시장</c:v>
                </c:pt>
                <c:pt idx="3">
                  <c:v>강서농산물도매시장</c:v>
                </c:pt>
                <c:pt idx="4">
                  <c:v>가락시장</c:v>
                </c:pt>
              </c:strCache>
            </c:strRef>
          </c:cat>
          <c:val>
            <c:numRef>
              <c:f>'Chart Data'!$B$2:$B$6</c:f>
              <c:numCache>
                <c:formatCode>#,##0.0</c:formatCode>
                <c:ptCount val="5"/>
                <c:pt idx="0">
                  <c:v>128.1692</c:v>
                </c:pt>
                <c:pt idx="1">
                  <c:v>181.1699</c:v>
                </c:pt>
                <c:pt idx="2">
                  <c:v>194.0637</c:v>
                </c:pt>
                <c:pt idx="3">
                  <c:v>994.7162</c:v>
                </c:pt>
                <c:pt idx="4">
                  <c:v>1406.4348</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F3F4F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65718D"/>
            </a:solidFill>
          </a:ln>
        </c:spPr>
        <c:txPr>
          <a:bodyPr xmlns:a="http://schemas.openxmlformats.org/drawingml/2006/main" anchorCtr="1"/>
          <a:lstStyle xmlns:a="http://schemas.openxmlformats.org/drawingml/2006/main"/>
          <a:p xmlns:a="http://schemas.openxmlformats.org/drawingml/2006/main">
            <a:pPr>
              <a:defRPr sz="1500">
                <a:solidFill>
                  <a:srgbClr val="BBC5D5"/>
                </a:solidFill>
                <a:latin typeface="Noto Sans KR"/>
                <a:ea typeface="Noto Sans KR"/>
                <a:cs typeface="Noto Sans KR"/>
              </a:defRPr>
            </a:pPr>
          </a:p>
        </c:txPr>
        <c:crossAx val="48672768"/>
      </c:catAx>
      <c:valAx>
        <c:axId val="48672768"/>
        <c:scaling>
          <c:orientation val="minMax"/>
          <c:min val="0"/>
        </c:scaling>
        <c:delete val="1"/>
        <c:axPos val="b"/>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BBC5D5"/>
                </a:solidFill>
                <a:latin typeface="Noto Sans KR"/>
                <a:ea typeface="Noto Sans KR"/>
                <a:cs typeface="Noto Sans KR"/>
              </a:defRPr>
            </a:pPr>
          </a:p>
        </c:txPr>
        <c:crossAx val="48650112"/>
        <c:crossBetween val="between"/>
      </c:valAx>
      <c:spPr>
        <a:solidFill xmlns:a="http://schemas.openxmlformats.org/drawingml/2006/main">
          <a:srgbClr val="101630"/>
        </a:solidFill>
        <a:ln xmlns:a="http://schemas.openxmlformats.org/drawingml/2006/main" w="0">
          <a:noFill/>
        </a:ln>
      </c:spPr>
    </c:plotArea>
    <c:plotVisOnly val="1"/>
  </c:chart>
  <c:spPr>
    <a:solidFill xmlns:a="http://schemas.openxmlformats.org/drawingml/2006/main">
      <a:srgbClr val="10163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autoTitleDeleted val="1"/>
    <c:plotArea>
      <c:barChart>
        <c:barDir val="col"/>
        <c:grouping val="clustered"/>
        <c:varyColors val="0"/>
        <c:ser>
          <c:idx val="0"/>
          <c:order val="0"/>
          <c:tx>
            <c:v>분석 결과</c:v>
          </c:tx>
          <c:spPr>
            <a:solidFill xmlns:a="http://schemas.openxmlformats.org/drawingml/2006/main">
              <a:srgbClr val="3CDD8A"/>
            </a:solidFill>
            <a:ln xmlns:a="http://schemas.openxmlformats.org/drawingml/2006/main" w="0">
              <a:noFill/>
            </a:ln>
          </c:spPr>
          <c:invertIfNegative val="0"/>
          <c:dPt>
            <c:idx val="0"/>
            <c:invertIfNegative val="0"/>
            <c:spPr>
              <a:solidFill xmlns:a="http://schemas.openxmlformats.org/drawingml/2006/main">
                <a:srgbClr val="94A3B8"/>
              </a:solidFill>
            </c:spPr>
          </c:dPt>
          <c:dPt>
            <c:idx val="1"/>
            <c:invertIfNegative val="0"/>
            <c:spPr>
              <a:solidFill xmlns:a="http://schemas.openxmlformats.org/drawingml/2006/main">
                <a:srgbClr val="3CDD8A"/>
              </a:solidFill>
            </c:spPr>
          </c:dPt>
          <c:cat>
            <c:strRef>
              <c:f>'Chart Data'!$A$2:$A$3</c:f>
              <c:strCache>
                <c:ptCount val="2"/>
                <c:pt idx="0">
                  <c:v>하위 10%</c:v>
                </c:pt>
                <c:pt idx="1">
                  <c:v>상위 10%</c:v>
                </c:pt>
              </c:strCache>
            </c:strRef>
          </c:cat>
          <c:val>
            <c:numRef>
              <c:f>'Chart Data'!$B$2:$B$3</c:f>
              <c:numCache>
                <c:formatCode>0.000</c:formatCode>
                <c:ptCount val="2"/>
                <c:pt idx="0">
                  <c:v>0.01517135</c:v>
                </c:pt>
                <c:pt idx="1">
                  <c:v>1.214967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F3F4F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65718D"/>
            </a:solidFill>
          </a:ln>
        </c:spPr>
        <c:txPr>
          <a:bodyPr xmlns:a="http://schemas.openxmlformats.org/drawingml/2006/main" anchorCtr="1"/>
          <a:lstStyle xmlns:a="http://schemas.openxmlformats.org/drawingml/2006/main"/>
          <a:p xmlns:a="http://schemas.openxmlformats.org/drawingml/2006/main">
            <a:pPr>
              <a:defRPr sz="1500">
                <a:solidFill>
                  <a:srgbClr val="BBC5D5"/>
                </a:solidFill>
                <a:latin typeface="Noto Sans KR"/>
                <a:ea typeface="Noto Sans KR"/>
                <a:cs typeface="Noto Sans KR"/>
              </a:defRPr>
            </a:pPr>
          </a:p>
        </c:txPr>
        <c:crossAx val="48672768"/>
      </c:catAx>
      <c:valAx>
        <c:axId val="48672768"/>
        <c:scaling>
          <c:orientation val="minMax"/>
          <c:max val="1.5"/>
          <c:min val="0"/>
        </c:scaling>
        <c:delete val="1"/>
        <c:axPos val="l"/>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BBC5D5"/>
                </a:solidFill>
                <a:latin typeface="Noto Sans KR"/>
                <a:ea typeface="Noto Sans KR"/>
                <a:cs typeface="Noto Sans KR"/>
              </a:defRPr>
            </a:pPr>
          </a:p>
        </c:txPr>
        <c:crossAx val="48650112"/>
        <c:crossBetween val="between"/>
      </c:valAx>
      <c:spPr>
        <a:solidFill xmlns:a="http://schemas.openxmlformats.org/drawingml/2006/main">
          <a:srgbClr val="101630"/>
        </a:solidFill>
        <a:ln xmlns:a="http://schemas.openxmlformats.org/drawingml/2006/main" w="0">
          <a:noFill/>
        </a:ln>
      </c:spPr>
    </c:plotArea>
    <c:plotVisOnly val="1"/>
  </c:chart>
  <c:spPr>
    <a:solidFill xmlns:a="http://schemas.openxmlformats.org/drawingml/2006/main">
      <a:srgbClr val="10163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autoTitleDeleted val="1"/>
    <c:plotArea>
      <c:barChart>
        <c:barDir val="col"/>
        <c:grouping val="clustered"/>
        <c:varyColors val="0"/>
        <c:ser>
          <c:idx val="0"/>
          <c:order val="0"/>
          <c:tx>
            <c:v>분석 결과</c:v>
          </c:tx>
          <c:spPr>
            <a:solidFill xmlns:a="http://schemas.openxmlformats.org/drawingml/2006/main">
              <a:srgbClr val="3CDD8A"/>
            </a:solidFill>
            <a:ln xmlns:a="http://schemas.openxmlformats.org/drawingml/2006/main" w="0">
              <a:noFill/>
            </a:ln>
          </c:spPr>
          <c:invertIfNegative val="0"/>
          <c:dPt>
            <c:idx val="0"/>
            <c:invertIfNegative val="0"/>
            <c:spPr>
              <a:solidFill xmlns:a="http://schemas.openxmlformats.org/drawingml/2006/main">
                <a:srgbClr val="94A3B8"/>
              </a:solidFill>
            </c:spPr>
          </c:dPt>
          <c:dPt>
            <c:idx val="1"/>
            <c:invertIfNegative val="0"/>
            <c:spPr>
              <a:solidFill xmlns:a="http://schemas.openxmlformats.org/drawingml/2006/main">
                <a:srgbClr val="3CDD8A"/>
              </a:solidFill>
            </c:spPr>
          </c:dPt>
          <c:cat>
            <c:strRef>
              <c:f>'Chart Data'!$A$2:$A$3</c:f>
              <c:strCache>
                <c:ptCount val="2"/>
                <c:pt idx="0">
                  <c:v>하위 10%</c:v>
                </c:pt>
                <c:pt idx="1">
                  <c:v>상위 10%</c:v>
                </c:pt>
              </c:strCache>
            </c:strRef>
          </c:cat>
          <c:val>
            <c:numRef>
              <c:f>'Chart Data'!$B$2:$B$3</c:f>
              <c:numCache>
                <c:formatCode>#,##0</c:formatCode>
                <c:ptCount val="2"/>
                <c:pt idx="0">
                  <c:v>24863.08</c:v>
                </c:pt>
                <c:pt idx="1">
                  <c:v>32459.12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F3F4F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65718D"/>
            </a:solidFill>
          </a:ln>
        </c:spPr>
        <c:txPr>
          <a:bodyPr xmlns:a="http://schemas.openxmlformats.org/drawingml/2006/main" anchorCtr="1"/>
          <a:lstStyle xmlns:a="http://schemas.openxmlformats.org/drawingml/2006/main"/>
          <a:p xmlns:a="http://schemas.openxmlformats.org/drawingml/2006/main">
            <a:pPr>
              <a:defRPr sz="1500">
                <a:solidFill>
                  <a:srgbClr val="BBC5D5"/>
                </a:solidFill>
                <a:latin typeface="Noto Sans KR"/>
                <a:ea typeface="Noto Sans KR"/>
                <a:cs typeface="Noto Sans KR"/>
              </a:defRPr>
            </a:pPr>
          </a:p>
        </c:txPr>
        <c:crossAx val="48672768"/>
      </c:catAx>
      <c:valAx>
        <c:axId val="48672768"/>
        <c:scaling>
          <c:orientation val="minMax"/>
          <c:max val="40000"/>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BBC5D5"/>
                </a:solidFill>
                <a:latin typeface="Noto Sans KR"/>
                <a:ea typeface="Noto Sans KR"/>
                <a:cs typeface="Noto Sans KR"/>
              </a:defRPr>
            </a:pPr>
          </a:p>
        </c:txPr>
        <c:crossAx val="48650112"/>
        <c:crossBetween val="between"/>
      </c:valAx>
      <c:spPr>
        <a:solidFill xmlns:a="http://schemas.openxmlformats.org/drawingml/2006/main">
          <a:srgbClr val="101630"/>
        </a:solidFill>
        <a:ln xmlns:a="http://schemas.openxmlformats.org/drawingml/2006/main" w="0">
          <a:noFill/>
        </a:ln>
      </c:spPr>
    </c:plotArea>
    <c:plotVisOnly val="1"/>
  </c:chart>
  <c:spPr>
    <a:solidFill xmlns:a="http://schemas.openxmlformats.org/drawingml/2006/main">
      <a:srgbClr val="101630"/>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autoTitleDeleted val="1"/>
    <c:plotArea>
      <c:doughnutChart>
        <c:ser>
          <c:idx val="0"/>
          <c:order val="0"/>
          <c:tx>
            <c:v>분석 결과</c:v>
          </c:tx>
          <c:spPr>
            <a:solidFill xmlns:a="http://schemas.openxmlformats.org/drawingml/2006/main">
              <a:srgbClr val="3CDD8A"/>
            </a:solidFill>
            <a:ln xmlns:a="http://schemas.openxmlformats.org/drawingml/2006/main" w="0">
              <a:noFill/>
            </a:ln>
          </c:spPr>
          <c:dPt>
            <c:idx val="0"/>
            <c:spPr>
              <a:solidFill xmlns:a="http://schemas.openxmlformats.org/drawingml/2006/main">
                <a:srgbClr val="FF9B63"/>
              </a:solidFill>
            </c:spPr>
          </c:dPt>
          <c:dPt>
            <c:idx val="1"/>
            <c:spPr>
              <a:solidFill xmlns:a="http://schemas.openxmlformats.org/drawingml/2006/main">
                <a:srgbClr val="3CDD8A"/>
              </a:solidFill>
            </c:spPr>
          </c:dPt>
          <c:dPt>
            <c:idx val="2"/>
            <c:spPr>
              <a:solidFill xmlns:a="http://schemas.openxmlformats.org/drawingml/2006/main">
                <a:srgbClr val="475569"/>
              </a:solidFill>
            </c:spPr>
          </c:dPt>
          <c:dLbls>
            <c:dLbl>
              <c:idx val="0"/>
              <c:spPr>
                <a:solidFill xmlns:a="http://schemas.openxmlformats.org/drawingml/2006/main">
                  <a:srgbClr val="101630"/>
                </a:solidFill>
              </c:spPr>
              <c:txPr>
                <a:bodyPr xmlns:a="http://schemas.openxmlformats.org/drawingml/2006/main" anchorCtr="1"/>
                <a:lstStyle xmlns:a="http://schemas.openxmlformats.org/drawingml/2006/main"/>
                <a:p xmlns:a="http://schemas.openxmlformats.org/drawingml/2006/main">
                  <a:pPr>
                    <a:defRPr sz="1725" b="1">
                      <a:solidFill>
                        <a:srgbClr val="F1F5F9"/>
                      </a:solidFill>
                    </a:defRPr>
                  </a:pPr>
                </a:p>
              </c:txPr>
              <c:showVal val="0"/>
              <c:showPercent val="0"/>
            </c:dLbl>
            <c:dLbl>
              <c:idx val="1"/>
              <c:spPr>
                <a:solidFill xmlns:a="http://schemas.openxmlformats.org/drawingml/2006/main">
                  <a:srgbClr val="101630"/>
                </a:solidFill>
              </c:spPr>
              <c:txPr>
                <a:bodyPr xmlns:a="http://schemas.openxmlformats.org/drawingml/2006/main" anchorCtr="1"/>
                <a:lstStyle xmlns:a="http://schemas.openxmlformats.org/drawingml/2006/main"/>
                <a:p xmlns:a="http://schemas.openxmlformats.org/drawingml/2006/main">
                  <a:pPr>
                    <a:defRPr sz="1725" b="1">
                      <a:solidFill>
                        <a:srgbClr val="F1F5F9"/>
                      </a:solidFill>
                    </a:defRPr>
                  </a:pPr>
                </a:p>
              </c:txPr>
              <c:showVal val="0"/>
              <c:showPercent val="0"/>
            </c:dLbl>
            <c:dLbl>
              <c:idx val="2"/>
              <c:spPr>
                <a:solidFill xmlns:a="http://schemas.openxmlformats.org/drawingml/2006/main">
                  <a:srgbClr val="101630"/>
                </a:solidFill>
              </c:spPr>
              <c:txPr>
                <a:bodyPr xmlns:a="http://schemas.openxmlformats.org/drawingml/2006/main" anchorCtr="1"/>
                <a:lstStyle xmlns:a="http://schemas.openxmlformats.org/drawingml/2006/main"/>
                <a:p xmlns:a="http://schemas.openxmlformats.org/drawingml/2006/main">
                  <a:pPr>
                    <a:defRPr sz="1725" b="1">
                      <a:solidFill>
                        <a:srgbClr val="F1F5F9"/>
                      </a:solidFill>
                    </a:defRPr>
                  </a:pPr>
                </a:p>
              </c:txPr>
              <c:showVal val="0"/>
              <c:showPercent val="0"/>
            </c:dLbl>
          </c:dLbls>
          <c:cat>
            <c:strRef>
              <c:f>'Chart Data'!$A$2:$A$4</c:f>
              <c:strCache>
                <c:ptCount val="3"/>
                <c:pt idx="0">
                  <c:v>1위 업종</c:v>
                </c:pt>
                <c:pt idx="1">
                  <c:v>2·3위 업종 합계</c:v>
                </c:pt>
                <c:pt idx="2">
                  <c:v>나머지 업종</c:v>
                </c:pt>
              </c:strCache>
            </c:strRef>
          </c:cat>
          <c:val>
            <c:numRef>
              <c:f>'Chart Data'!$B$2:$B$4</c:f>
              <c:numCache>
                <c:formatCode>0.0%</c:formatCode>
                <c:ptCount val="3"/>
                <c:pt idx="0">
                  <c:v>0.212</c:v>
                </c:pt>
                <c:pt idx="1">
                  <c:v>0.228</c:v>
                </c:pt>
                <c:pt idx="2">
                  <c:v>0.56</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F3F4F9"/>
                  </a:solidFill>
                  <a:latin typeface="Noto Sans KR"/>
                  <a:ea typeface="Noto Sans KR"/>
                  <a:cs typeface="Noto Sans KR"/>
                </a:defRPr>
              </a:pPr>
            </a:p>
          </c:txPr>
          <c:showLegendKey val="0"/>
          <c:showVal val="0"/>
          <c:showCatName val="0"/>
          <c:showSerName val="0"/>
          <c:showPercent val="0"/>
          <c:showBubbleSize val="0"/>
          <c:showLeaderLines val="0"/>
        </c:dLbls>
        <c:firstSliceAng val="0"/>
        <c:holeSize val="67"/>
      </c:doughnutChart>
      <c:spPr>
        <a:solidFill xmlns:a="http://schemas.openxmlformats.org/drawingml/2006/main">
          <a:srgbClr val="101630"/>
        </a:solidFill>
        <a:ln xmlns:a="http://schemas.openxmlformats.org/drawingml/2006/main" w="0">
          <a:noFill/>
        </a:ln>
      </c:spPr>
    </c:plotArea>
    <c:plotVisOnly val="1"/>
  </c:chart>
  <c:spPr>
    <a:solidFill xmlns:a="http://schemas.openxmlformats.org/drawingml/2006/main">
      <a:srgbClr val="101630"/>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autoTitleDeleted val="1"/>
    <c:plotArea>
      <c:barChart>
        <c:barDir val="bar"/>
        <c:grouping val="clustered"/>
        <c:varyColors val="0"/>
        <c:ser>
          <c:idx val="0"/>
          <c:order val="0"/>
          <c:tx>
            <c:v>분석 결과</c:v>
          </c:tx>
          <c:spPr>
            <a:solidFill xmlns:a="http://schemas.openxmlformats.org/drawingml/2006/main">
              <a:srgbClr val="3CDD8A"/>
            </a:solidFill>
            <a:ln xmlns:a="http://schemas.openxmlformats.org/drawingml/2006/main" w="0">
              <a:noFill/>
            </a:ln>
          </c:spPr>
          <c:invertIfNegative val="0"/>
          <c:dPt>
            <c:idx val="0"/>
            <c:invertIfNegative val="0"/>
            <c:spPr>
              <a:solidFill xmlns:a="http://schemas.openxmlformats.org/drawingml/2006/main">
                <a:srgbClr val="94A3B8"/>
              </a:solidFill>
            </c:spPr>
          </c:dPt>
          <c:dPt>
            <c:idx val="1"/>
            <c:invertIfNegative val="0"/>
            <c:spPr>
              <a:solidFill xmlns:a="http://schemas.openxmlformats.org/drawingml/2006/main">
                <a:srgbClr val="94A3B8"/>
              </a:solidFill>
            </c:spPr>
          </c:dPt>
          <c:dPt>
            <c:idx val="2"/>
            <c:invertIfNegative val="0"/>
            <c:spPr>
              <a:solidFill xmlns:a="http://schemas.openxmlformats.org/drawingml/2006/main">
                <a:srgbClr val="3CDD8A"/>
              </a:solidFill>
            </c:spPr>
          </c:dPt>
          <c:dPt>
            <c:idx val="3"/>
            <c:invertIfNegative val="0"/>
            <c:spPr>
              <a:solidFill xmlns:a="http://schemas.openxmlformats.org/drawingml/2006/main">
                <a:srgbClr val="3CDD8A"/>
              </a:solidFill>
            </c:spPr>
          </c:dPt>
          <c:dPt>
            <c:idx val="4"/>
            <c:invertIfNegative val="0"/>
            <c:spPr>
              <a:solidFill xmlns:a="http://schemas.openxmlformats.org/drawingml/2006/main">
                <a:srgbClr val="3CDD8A"/>
              </a:solidFill>
            </c:spPr>
          </c:dPt>
          <c:dPt>
            <c:idx val="5"/>
            <c:invertIfNegative val="0"/>
            <c:spPr>
              <a:solidFill xmlns:a="http://schemas.openxmlformats.org/drawingml/2006/main">
                <a:srgbClr val="FF9B63"/>
              </a:solidFill>
            </c:spPr>
          </c:dPt>
          <c:cat>
            <c:strRef>
              <c:f>'Chart Data'!$A$2:$A$7</c:f>
              <c:strCache>
                <c:ptCount val="6"/>
                <c:pt idx="0">
                  <c:v>1km 내 상권 수</c:v>
                </c:pt>
                <c:pt idx="1">
                  <c:v>500m 내 상권 수</c:v>
                </c:pt>
                <c:pt idx="2">
                  <c:v>직장인구</c:v>
                </c:pt>
                <c:pt idx="3">
                  <c:v>집객시설 수</c:v>
                </c:pt>
                <c:pt idx="4">
                  <c:v>매출 업종 수</c:v>
                </c:pt>
                <c:pt idx="5">
                  <c:v>평균 점포 수</c:v>
                </c:pt>
              </c:strCache>
            </c:strRef>
          </c:cat>
          <c:val>
            <c:numRef>
              <c:f>'Chart Data'!$B$2:$B$7</c:f>
              <c:numCache>
                <c:formatCode>0.000</c:formatCode>
                <c:ptCount val="6"/>
                <c:pt idx="0">
                  <c:v>-0.048</c:v>
                </c:pt>
                <c:pt idx="1">
                  <c:v>0.029</c:v>
                </c:pt>
                <c:pt idx="2">
                  <c:v>0.387</c:v>
                </c:pt>
                <c:pt idx="3">
                  <c:v>0.41</c:v>
                </c:pt>
                <c:pt idx="4">
                  <c:v>0.498</c:v>
                </c:pt>
                <c:pt idx="5">
                  <c:v>0.567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F3F4F9"/>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65718D"/>
            </a:solidFill>
          </a:ln>
        </c:spPr>
        <c:txPr>
          <a:bodyPr xmlns:a="http://schemas.openxmlformats.org/drawingml/2006/main" anchorCtr="1"/>
          <a:lstStyle xmlns:a="http://schemas.openxmlformats.org/drawingml/2006/main"/>
          <a:p xmlns:a="http://schemas.openxmlformats.org/drawingml/2006/main">
            <a:pPr>
              <a:defRPr sz="1500">
                <a:solidFill>
                  <a:srgbClr val="BBC5D5"/>
                </a:solidFill>
                <a:latin typeface="Noto Sans KR"/>
                <a:ea typeface="Noto Sans KR"/>
                <a:cs typeface="Noto Sans KR"/>
              </a:defRPr>
            </a:pPr>
          </a:p>
        </c:txPr>
        <c:crossAx val="48672768"/>
      </c:catAx>
      <c:valAx>
        <c:axId val="48672768"/>
        <c:scaling>
          <c:orientation val="minMax"/>
          <c:max val="0.7"/>
          <c:min val="-0.2"/>
        </c:scaling>
        <c:delete val="0"/>
        <c:axPos val="b"/>
        <c:majorGridlines>
          <c:spPr>
            <a:ln xmlns:a="http://schemas.openxmlformats.org/drawingml/2006/main" w="9525">
              <a:solidFill>
                <a:srgbClr val="354361"/>
              </a:solidFill>
            </a:ln>
          </c:spPr>
        </c:majorGridlines>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BBC5D5"/>
                </a:solidFill>
                <a:latin typeface="Noto Sans KR"/>
                <a:ea typeface="Noto Sans KR"/>
                <a:cs typeface="Noto Sans KR"/>
              </a:defRPr>
            </a:pPr>
          </a:p>
        </c:txPr>
        <c:crossAx val="48650112"/>
        <c:crossBetween val="between"/>
        <c:majorUnit val="0.2"/>
      </c:valAx>
      <c:spPr>
        <a:solidFill xmlns:a="http://schemas.openxmlformats.org/drawingml/2006/main">
          <a:srgbClr val="101630"/>
        </a:solidFill>
        <a:ln xmlns:a="http://schemas.openxmlformats.org/drawingml/2006/main" w="0">
          <a:noFill/>
        </a:ln>
      </c:spPr>
    </c:plotArea>
    <c:plotVisOnly val="1"/>
  </c:chart>
  <c:spPr>
    <a:solidFill xmlns:a="http://schemas.openxmlformats.org/drawingml/2006/main">
      <a:srgbClr val="10163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FE62584-8303-4788-9CFB-2AA099ED7E75}"/>
              </a:ext>
            </a:extLst>
          </p:cNvPr>
          <p:cNvPicPr>
            <a:picLocks xmlns:a="http://schemas.openxmlformats.org/drawingml/2006/main" noChangeAspect="1"/>
          </p:cNvPicPr>
          <p:nvPr/>
        </p:nvPicPr>
        <p:blipFill>
          <a:blip xmlns:r="http://schemas.openxmlformats.org/officeDocument/2006/relationships" xmlns:a="http://schemas.openxmlformats.org/drawingml/2006/main" r:embed="R68c3e96dc1264ea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2025 서울 상권">
            <a:extLst xmlns:a="http://schemas.openxmlformats.org/drawingml/2006/main">
              <a:ext uri="{FF2B5EF4-FFF2-40B4-BE49-F238E27FC236}">
                <a16:creationId xmlns:a16="http://schemas.microsoft.com/office/drawing/2014/main" id="{3979B6FA-7CBF-4F05-8F19-15714E326786}"/>
              </a:ext>
            </a:extLst>
          </p:cNvPr>
          <p:cNvSpPr>
            <a:spLocks xmlns:a="http://schemas.openxmlformats.org/drawingml/2006/main" noGrp="1"/>
          </p:cNvSpPr>
          <p:nvPr/>
        </p:nvSpPr>
        <p:spPr>
          <a:xfrm xmlns:a="http://schemas.openxmlformats.org/drawingml/2006/main">
            <a:off x="1047750" y="1857375"/>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800" b="1">
                <a:solidFill>
                  <a:srgbClr val="F1F5F9"/>
                </a:solidFill>
                <a:latin typeface="Noto Sans KR"/>
                <a:ea typeface="Noto Sans KR"/>
                <a:cs typeface="Noto Sans KR"/>
              </a:defRPr>
            </a:defPPr>
            <a:lvl1pPr algn="ctr">
              <a:defRPr sz="4800" b="1">
                <a:solidFill>
                  <a:srgbClr val="F1F5F9"/>
                </a:solidFill>
                <a:latin typeface="Noto Sans KR"/>
                <a:ea typeface="Noto Sans KR"/>
                <a:cs typeface="Noto Sans KR"/>
              </a:defRPr>
            </a:lvl1pPr>
            <a:lvl2pPr algn="ctr">
              <a:defRPr sz="4800" b="1">
                <a:solidFill>
                  <a:srgbClr val="F1F5F9"/>
                </a:solidFill>
                <a:latin typeface="Noto Sans KR"/>
                <a:ea typeface="Noto Sans KR"/>
                <a:cs typeface="Noto Sans KR"/>
              </a:defRPr>
            </a:lvl2pPr>
            <a:lvl3pPr algn="ctr">
              <a:defRPr sz="4800" b="1">
                <a:solidFill>
                  <a:srgbClr val="F1F5F9"/>
                </a:solidFill>
                <a:latin typeface="Noto Sans KR"/>
                <a:ea typeface="Noto Sans KR"/>
                <a:cs typeface="Noto Sans KR"/>
              </a:defRPr>
            </a:lvl3pPr>
            <a:lvl4pPr algn="ctr">
              <a:defRPr sz="4800" b="1">
                <a:solidFill>
                  <a:srgbClr val="F1F5F9"/>
                </a:solidFill>
                <a:latin typeface="Noto Sans KR"/>
                <a:ea typeface="Noto Sans KR"/>
                <a:cs typeface="Noto Sans KR"/>
              </a:defRPr>
            </a:lvl4pPr>
            <a:lvl5pPr algn="ctr">
              <a:defRPr sz="4800" b="1">
                <a:solidFill>
                  <a:srgbClr val="F1F5F9"/>
                </a:solidFill>
                <a:latin typeface="Noto Sans KR"/>
                <a:ea typeface="Noto Sans KR"/>
                <a:cs typeface="Noto Sans KR"/>
              </a:defRPr>
            </a:lvl5pPr>
            <a:lvl6pPr algn="ctr">
              <a:defRPr sz="4800" b="1">
                <a:solidFill>
                  <a:srgbClr val="F1F5F9"/>
                </a:solidFill>
                <a:latin typeface="Noto Sans KR"/>
                <a:ea typeface="Noto Sans KR"/>
                <a:cs typeface="Noto Sans KR"/>
              </a:defRPr>
            </a:lvl6pPr>
            <a:lvl7pPr algn="ctr">
              <a:defRPr sz="4800" b="1">
                <a:solidFill>
                  <a:srgbClr val="F1F5F9"/>
                </a:solidFill>
                <a:latin typeface="Noto Sans KR"/>
                <a:ea typeface="Noto Sans KR"/>
                <a:cs typeface="Noto Sans KR"/>
              </a:defRPr>
            </a:lvl7pPr>
            <a:lvl8pPr algn="ctr">
              <a:defRPr sz="4800" b="1">
                <a:solidFill>
                  <a:srgbClr val="F1F5F9"/>
                </a:solidFill>
                <a:latin typeface="Noto Sans KR"/>
                <a:ea typeface="Noto Sans KR"/>
                <a:cs typeface="Noto Sans KR"/>
              </a:defRPr>
            </a:lvl8pPr>
            <a:lvl9pPr algn="ctr">
              <a:defRPr sz="4800" b="1">
                <a:solidFill>
                  <a:srgbClr val="F1F5F9"/>
                </a:solidFill>
                <a:latin typeface="Noto Sans KR"/>
                <a:ea typeface="Noto Sans KR"/>
                <a:cs typeface="Noto Sans KR"/>
              </a:defRPr>
            </a:lvl9pPr>
          </a:lstStyle>
          <a:p xmlns:a="http://schemas.openxmlformats.org/drawingml/2006/main">
            <a:pPr algn="ctr">
              <a:defRPr sz="4800" b="1">
                <a:solidFill>
                  <a:srgbClr val="090909"/>
                </a:solidFill>
                <a:latin typeface="Noto Sans KR"/>
                <a:ea typeface="Noto Sans KR"/>
                <a:cs typeface="Noto Sans KR"/>
              </a:defRPr>
            </a:pPr>
            <a:r>
              <a:rPr sz="4800" b="1">
                <a:solidFill>
                  <a:srgbClr val="F1F5F9"/>
                </a:solidFill>
                <a:latin typeface="Noto Sans KR"/>
                <a:ea typeface="Noto Sans KR"/>
                <a:cs typeface="Noto Sans KR"/>
              </a:rPr>
              <a:t>2025 서울 상권</a:t>
            </a:r>
          </a:p>
        </p:txBody>
      </p:sp>
      <p:sp>
        <p:nvSpPr>
          <p:cNvPr id="4" name="매출성과 분석">
            <a:extLst xmlns:a="http://schemas.openxmlformats.org/drawingml/2006/main">
              <a:ext uri="{FF2B5EF4-FFF2-40B4-BE49-F238E27FC236}">
                <a16:creationId xmlns:a16="http://schemas.microsoft.com/office/drawing/2014/main" id="{2B630A44-6C47-4662-A506-AFB519CAED26}"/>
              </a:ext>
            </a:extLst>
          </p:cNvPr>
          <p:cNvSpPr>
            <a:spLocks xmlns:a="http://schemas.openxmlformats.org/drawingml/2006/main" noGrp="1"/>
          </p:cNvSpPr>
          <p:nvPr/>
        </p:nvSpPr>
        <p:spPr>
          <a:xfrm xmlns:a="http://schemas.openxmlformats.org/drawingml/2006/main">
            <a:off x="1047750" y="2705100"/>
            <a:ext cx="1009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800" b="1">
                <a:solidFill>
                  <a:srgbClr val="F1F5F9"/>
                </a:solidFill>
                <a:latin typeface="Noto Sans KR"/>
                <a:ea typeface="Noto Sans KR"/>
                <a:cs typeface="Noto Sans KR"/>
              </a:defRPr>
            </a:defPPr>
            <a:lvl1pPr algn="ctr">
              <a:defRPr sz="4800" b="1">
                <a:solidFill>
                  <a:srgbClr val="F1F5F9"/>
                </a:solidFill>
                <a:latin typeface="Noto Sans KR"/>
                <a:ea typeface="Noto Sans KR"/>
                <a:cs typeface="Noto Sans KR"/>
              </a:defRPr>
            </a:lvl1pPr>
            <a:lvl2pPr algn="ctr">
              <a:defRPr sz="4800" b="1">
                <a:solidFill>
                  <a:srgbClr val="F1F5F9"/>
                </a:solidFill>
                <a:latin typeface="Noto Sans KR"/>
                <a:ea typeface="Noto Sans KR"/>
                <a:cs typeface="Noto Sans KR"/>
              </a:defRPr>
            </a:lvl2pPr>
            <a:lvl3pPr algn="ctr">
              <a:defRPr sz="4800" b="1">
                <a:solidFill>
                  <a:srgbClr val="F1F5F9"/>
                </a:solidFill>
                <a:latin typeface="Noto Sans KR"/>
                <a:ea typeface="Noto Sans KR"/>
                <a:cs typeface="Noto Sans KR"/>
              </a:defRPr>
            </a:lvl3pPr>
            <a:lvl4pPr algn="ctr">
              <a:defRPr sz="4800" b="1">
                <a:solidFill>
                  <a:srgbClr val="F1F5F9"/>
                </a:solidFill>
                <a:latin typeface="Noto Sans KR"/>
                <a:ea typeface="Noto Sans KR"/>
                <a:cs typeface="Noto Sans KR"/>
              </a:defRPr>
            </a:lvl4pPr>
            <a:lvl5pPr algn="ctr">
              <a:defRPr sz="4800" b="1">
                <a:solidFill>
                  <a:srgbClr val="F1F5F9"/>
                </a:solidFill>
                <a:latin typeface="Noto Sans KR"/>
                <a:ea typeface="Noto Sans KR"/>
                <a:cs typeface="Noto Sans KR"/>
              </a:defRPr>
            </a:lvl5pPr>
            <a:lvl6pPr algn="ctr">
              <a:defRPr sz="4800" b="1">
                <a:solidFill>
                  <a:srgbClr val="F1F5F9"/>
                </a:solidFill>
                <a:latin typeface="Noto Sans KR"/>
                <a:ea typeface="Noto Sans KR"/>
                <a:cs typeface="Noto Sans KR"/>
              </a:defRPr>
            </a:lvl6pPr>
            <a:lvl7pPr algn="ctr">
              <a:defRPr sz="4800" b="1">
                <a:solidFill>
                  <a:srgbClr val="F1F5F9"/>
                </a:solidFill>
                <a:latin typeface="Noto Sans KR"/>
                <a:ea typeface="Noto Sans KR"/>
                <a:cs typeface="Noto Sans KR"/>
              </a:defRPr>
            </a:lvl7pPr>
            <a:lvl8pPr algn="ctr">
              <a:defRPr sz="4800" b="1">
                <a:solidFill>
                  <a:srgbClr val="F1F5F9"/>
                </a:solidFill>
                <a:latin typeface="Noto Sans KR"/>
                <a:ea typeface="Noto Sans KR"/>
                <a:cs typeface="Noto Sans KR"/>
              </a:defRPr>
            </a:lvl8pPr>
            <a:lvl9pPr algn="ctr">
              <a:defRPr sz="4800" b="1">
                <a:solidFill>
                  <a:srgbClr val="F1F5F9"/>
                </a:solidFill>
                <a:latin typeface="Noto Sans KR"/>
                <a:ea typeface="Noto Sans KR"/>
                <a:cs typeface="Noto Sans KR"/>
              </a:defRPr>
            </a:lvl9pPr>
          </a:lstStyle>
          <a:p xmlns:a="http://schemas.openxmlformats.org/drawingml/2006/main">
            <a:pPr algn="ctr">
              <a:defRPr sz="4800" b="1">
                <a:solidFill>
                  <a:srgbClr val="090909"/>
                </a:solidFill>
                <a:latin typeface="Noto Sans KR"/>
                <a:ea typeface="Noto Sans KR"/>
                <a:cs typeface="Noto Sans KR"/>
              </a:defRPr>
            </a:pPr>
            <a:r>
              <a:rPr sz="4800" b="1">
                <a:solidFill>
                  <a:srgbClr val="F1F5F9"/>
                </a:solidFill>
                <a:latin typeface="Noto Sans KR"/>
                <a:ea typeface="Noto Sans KR"/>
                <a:cs typeface="Noto Sans KR"/>
              </a:rPr>
              <a:t>매출성과 분석</a:t>
            </a:r>
          </a:p>
        </p:txBody>
      </p:sp>
      <p:sp>
        <p:nvSpPr>
          <p:cNvPr id="5" name="">
            <a:extLst xmlns:a="http://schemas.openxmlformats.org/drawingml/2006/main">
              <a:ext uri="{FF2B5EF4-FFF2-40B4-BE49-F238E27FC236}">
                <a16:creationId xmlns:a16="http://schemas.microsoft.com/office/drawing/2014/main" id="{B5DE3110-7DE5-4034-AA8A-523DD4757B33}"/>
              </a:ext>
            </a:extLst>
          </p:cNvPr>
          <p:cNvSpPr>
            <a:spLocks xmlns:a="http://schemas.openxmlformats.org/drawingml/2006/main" noGrp="1"/>
          </p:cNvSpPr>
          <p:nvPr/>
        </p:nvSpPr>
        <p:spPr>
          <a:xfrm xmlns:a="http://schemas.openxmlformats.org/drawingml/2006/main">
            <a:off x="2266950" y="3971925"/>
            <a:ext cx="7658100" cy="590550"/>
          </a:xfrm>
          <a:prstGeom xmlns:a="http://schemas.openxmlformats.org/drawingml/2006/main" prst="roundRect">
            <a:avLst>
              <a:gd name="adj" fmla="val 50000"/>
            </a:avLst>
          </a:prstGeom>
          <a:solidFill xmlns:a="http://schemas.openxmlformats.org/drawingml/2006/main">
            <a:srgbClr val="166534"/>
          </a:solidFill>
          <a:ln xmlns:a="http://schemas.openxmlformats.org/drawingml/2006/main" w="19050">
            <a:solidFill>
              <a:srgbClr val="65718D"/>
            </a:solidFill>
          </a:ln>
        </p:spPr>
      </p:sp>
      <p:sp>
        <p:nvSpPr>
          <p:cNvPr id="6" name="1,558개 상권의 거래·업종 구조 비교">
            <a:extLst xmlns:a="http://schemas.openxmlformats.org/drawingml/2006/main">
              <a:ext uri="{FF2B5EF4-FFF2-40B4-BE49-F238E27FC236}">
                <a16:creationId xmlns:a16="http://schemas.microsoft.com/office/drawing/2014/main" id="{602CD7CF-12C8-4A41-BE83-07F88E2F87A5}"/>
              </a:ext>
            </a:extLst>
          </p:cNvPr>
          <p:cNvSpPr>
            <a:spLocks xmlns:a="http://schemas.openxmlformats.org/drawingml/2006/main" noGrp="1"/>
          </p:cNvSpPr>
          <p:nvPr/>
        </p:nvSpPr>
        <p:spPr>
          <a:xfrm xmlns:a="http://schemas.openxmlformats.org/drawingml/2006/main">
            <a:off x="2419350" y="4019550"/>
            <a:ext cx="735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F1F5F9"/>
                </a:solidFill>
                <a:latin typeface="Noto Sans KR"/>
                <a:ea typeface="Noto Sans KR"/>
                <a:cs typeface="Noto Sans KR"/>
              </a:defRPr>
            </a:defPPr>
            <a:lvl1pPr algn="ctr">
              <a:defRPr sz="2175" b="1">
                <a:solidFill>
                  <a:srgbClr val="F1F5F9"/>
                </a:solidFill>
                <a:latin typeface="Noto Sans KR"/>
                <a:ea typeface="Noto Sans KR"/>
                <a:cs typeface="Noto Sans KR"/>
              </a:defRPr>
            </a:lvl1pPr>
            <a:lvl2pPr algn="ctr">
              <a:defRPr sz="2175" b="1">
                <a:solidFill>
                  <a:srgbClr val="F1F5F9"/>
                </a:solidFill>
                <a:latin typeface="Noto Sans KR"/>
                <a:ea typeface="Noto Sans KR"/>
                <a:cs typeface="Noto Sans KR"/>
              </a:defRPr>
            </a:lvl2pPr>
            <a:lvl3pPr algn="ctr">
              <a:defRPr sz="2175" b="1">
                <a:solidFill>
                  <a:srgbClr val="F1F5F9"/>
                </a:solidFill>
                <a:latin typeface="Noto Sans KR"/>
                <a:ea typeface="Noto Sans KR"/>
                <a:cs typeface="Noto Sans KR"/>
              </a:defRPr>
            </a:lvl3pPr>
            <a:lvl4pPr algn="ctr">
              <a:defRPr sz="2175" b="1">
                <a:solidFill>
                  <a:srgbClr val="F1F5F9"/>
                </a:solidFill>
                <a:latin typeface="Noto Sans KR"/>
                <a:ea typeface="Noto Sans KR"/>
                <a:cs typeface="Noto Sans KR"/>
              </a:defRPr>
            </a:lvl4pPr>
            <a:lvl5pPr algn="ctr">
              <a:defRPr sz="2175" b="1">
                <a:solidFill>
                  <a:srgbClr val="F1F5F9"/>
                </a:solidFill>
                <a:latin typeface="Noto Sans KR"/>
                <a:ea typeface="Noto Sans KR"/>
                <a:cs typeface="Noto Sans KR"/>
              </a:defRPr>
            </a:lvl5pPr>
            <a:lvl6pPr algn="ctr">
              <a:defRPr sz="2175" b="1">
                <a:solidFill>
                  <a:srgbClr val="F1F5F9"/>
                </a:solidFill>
                <a:latin typeface="Noto Sans KR"/>
                <a:ea typeface="Noto Sans KR"/>
                <a:cs typeface="Noto Sans KR"/>
              </a:defRPr>
            </a:lvl6pPr>
            <a:lvl7pPr algn="ctr">
              <a:defRPr sz="2175" b="1">
                <a:solidFill>
                  <a:srgbClr val="F1F5F9"/>
                </a:solidFill>
                <a:latin typeface="Noto Sans KR"/>
                <a:ea typeface="Noto Sans KR"/>
                <a:cs typeface="Noto Sans KR"/>
              </a:defRPr>
            </a:lvl7pPr>
            <a:lvl8pPr algn="ctr">
              <a:defRPr sz="2175" b="1">
                <a:solidFill>
                  <a:srgbClr val="F1F5F9"/>
                </a:solidFill>
                <a:latin typeface="Noto Sans KR"/>
                <a:ea typeface="Noto Sans KR"/>
                <a:cs typeface="Noto Sans KR"/>
              </a:defRPr>
            </a:lvl8pPr>
            <a:lvl9pPr algn="ctr">
              <a:defRPr sz="2175" b="1">
                <a:solidFill>
                  <a:srgbClr val="F1F5F9"/>
                </a:solidFill>
                <a:latin typeface="Noto Sans KR"/>
                <a:ea typeface="Noto Sans KR"/>
                <a:cs typeface="Noto Sans KR"/>
              </a:defRPr>
            </a:lvl9pPr>
          </a:lstStyle>
          <a:p xmlns:a="http://schemas.openxmlformats.org/drawingml/2006/main">
            <a:pPr algn="ctr">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1,558개 상권의 거래·업종 구조 비교</a:t>
            </a:r>
          </a:p>
        </p:txBody>
      </p:sp>
      <p:sp>
        <p:nvSpPr>
          <p:cNvPr id="7" name="개인 프로젝트  ·  정봉근">
            <a:extLst xmlns:a="http://schemas.openxmlformats.org/drawingml/2006/main">
              <a:ext uri="{FF2B5EF4-FFF2-40B4-BE49-F238E27FC236}">
                <a16:creationId xmlns:a16="http://schemas.microsoft.com/office/drawing/2014/main" id="{5D2A68CC-0463-417F-8ABF-75B6F0CED589}"/>
              </a:ext>
            </a:extLst>
          </p:cNvPr>
          <p:cNvSpPr>
            <a:spLocks xmlns:a="http://schemas.openxmlformats.org/drawingml/2006/main" noGrp="1"/>
          </p:cNvSpPr>
          <p:nvPr/>
        </p:nvSpPr>
        <p:spPr>
          <a:xfrm xmlns:a="http://schemas.openxmlformats.org/drawingml/2006/main">
            <a:off x="952500" y="53340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BAC5D8"/>
                </a:solidFill>
                <a:latin typeface="Noto Sans KR"/>
                <a:ea typeface="Noto Sans KR"/>
                <a:cs typeface="Noto Sans KR"/>
              </a:defRPr>
            </a:defPPr>
            <a:lvl1pPr algn="ctr">
              <a:defRPr sz="1725" b="0">
                <a:solidFill>
                  <a:srgbClr val="BAC5D8"/>
                </a:solidFill>
                <a:latin typeface="Noto Sans KR"/>
                <a:ea typeface="Noto Sans KR"/>
                <a:cs typeface="Noto Sans KR"/>
              </a:defRPr>
            </a:lvl1pPr>
            <a:lvl2pPr algn="ctr">
              <a:defRPr sz="1725" b="0">
                <a:solidFill>
                  <a:srgbClr val="BAC5D8"/>
                </a:solidFill>
                <a:latin typeface="Noto Sans KR"/>
                <a:ea typeface="Noto Sans KR"/>
                <a:cs typeface="Noto Sans KR"/>
              </a:defRPr>
            </a:lvl2pPr>
            <a:lvl3pPr algn="ctr">
              <a:defRPr sz="1725" b="0">
                <a:solidFill>
                  <a:srgbClr val="BAC5D8"/>
                </a:solidFill>
                <a:latin typeface="Noto Sans KR"/>
                <a:ea typeface="Noto Sans KR"/>
                <a:cs typeface="Noto Sans KR"/>
              </a:defRPr>
            </a:lvl3pPr>
            <a:lvl4pPr algn="ctr">
              <a:defRPr sz="1725" b="0">
                <a:solidFill>
                  <a:srgbClr val="BAC5D8"/>
                </a:solidFill>
                <a:latin typeface="Noto Sans KR"/>
                <a:ea typeface="Noto Sans KR"/>
                <a:cs typeface="Noto Sans KR"/>
              </a:defRPr>
            </a:lvl4pPr>
            <a:lvl5pPr algn="ctr">
              <a:defRPr sz="1725" b="0">
                <a:solidFill>
                  <a:srgbClr val="BAC5D8"/>
                </a:solidFill>
                <a:latin typeface="Noto Sans KR"/>
                <a:ea typeface="Noto Sans KR"/>
                <a:cs typeface="Noto Sans KR"/>
              </a:defRPr>
            </a:lvl5pPr>
            <a:lvl6pPr algn="ctr">
              <a:defRPr sz="1725" b="0">
                <a:solidFill>
                  <a:srgbClr val="BAC5D8"/>
                </a:solidFill>
                <a:latin typeface="Noto Sans KR"/>
                <a:ea typeface="Noto Sans KR"/>
                <a:cs typeface="Noto Sans KR"/>
              </a:defRPr>
            </a:lvl6pPr>
            <a:lvl7pPr algn="ctr">
              <a:defRPr sz="1725" b="0">
                <a:solidFill>
                  <a:srgbClr val="BAC5D8"/>
                </a:solidFill>
                <a:latin typeface="Noto Sans KR"/>
                <a:ea typeface="Noto Sans KR"/>
                <a:cs typeface="Noto Sans KR"/>
              </a:defRPr>
            </a:lvl7pPr>
            <a:lvl8pPr algn="ctr">
              <a:defRPr sz="1725" b="0">
                <a:solidFill>
                  <a:srgbClr val="BAC5D8"/>
                </a:solidFill>
                <a:latin typeface="Noto Sans KR"/>
                <a:ea typeface="Noto Sans KR"/>
                <a:cs typeface="Noto Sans KR"/>
              </a:defRPr>
            </a:lvl8pPr>
            <a:lvl9pPr algn="ctr">
              <a:defRPr sz="1725" b="0">
                <a:solidFill>
                  <a:srgbClr val="BAC5D8"/>
                </a:solidFill>
                <a:latin typeface="Noto Sans KR"/>
                <a:ea typeface="Noto Sans KR"/>
                <a:cs typeface="Noto Sans KR"/>
              </a:defRPr>
            </a:lvl9pPr>
          </a:lstStyle>
          <a:p xmlns:a="http://schemas.openxmlformats.org/drawingml/2006/main">
            <a:pPr algn="ctr">
              <a:defRPr sz="1725" b="0">
                <a:solidFill>
                  <a:srgbClr val="626262"/>
                </a:solidFill>
                <a:latin typeface="Noto Sans KR"/>
                <a:ea typeface="Noto Sans KR"/>
                <a:cs typeface="Noto Sans KR"/>
              </a:defRPr>
            </a:pPr>
            <a:r>
              <a:rPr sz="1725" b="0">
                <a:solidFill>
                  <a:srgbClr val="BAC5D8"/>
                </a:solidFill>
                <a:latin typeface="Noto Sans KR"/>
                <a:ea typeface="Noto Sans KR"/>
                <a:cs typeface="Noto Sans KR"/>
              </a:rPr>
              <a:t>개인 프로젝트  ·  정봉근</a:t>
            </a:r>
          </a:p>
        </p:txBody>
      </p:sp>
      <p:sp>
        <p:nvSpPr>
          <p:cNvPr id="8" name="분석 기간 2025년 1–4분기">
            <a:extLst xmlns:a="http://schemas.openxmlformats.org/drawingml/2006/main">
              <a:ext uri="{FF2B5EF4-FFF2-40B4-BE49-F238E27FC236}">
                <a16:creationId xmlns:a16="http://schemas.microsoft.com/office/drawing/2014/main" id="{EF352F66-3388-4E87-8683-88DCEE16E5C6}"/>
              </a:ext>
            </a:extLst>
          </p:cNvPr>
          <p:cNvSpPr>
            <a:spLocks xmlns:a="http://schemas.openxmlformats.org/drawingml/2006/main" noGrp="1"/>
          </p:cNvSpPr>
          <p:nvPr/>
        </p:nvSpPr>
        <p:spPr>
          <a:xfrm xmlns:a="http://schemas.openxmlformats.org/drawingml/2006/main">
            <a:off x="952500" y="57435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BAC5D8"/>
                </a:solidFill>
                <a:latin typeface="Noto Sans KR"/>
                <a:ea typeface="Noto Sans KR"/>
                <a:cs typeface="Noto Sans KR"/>
              </a:defRPr>
            </a:defPPr>
            <a:lvl1pPr algn="ctr">
              <a:defRPr sz="1425" b="0">
                <a:solidFill>
                  <a:srgbClr val="BAC5D8"/>
                </a:solidFill>
                <a:latin typeface="Noto Sans KR"/>
                <a:ea typeface="Noto Sans KR"/>
                <a:cs typeface="Noto Sans KR"/>
              </a:defRPr>
            </a:lvl1pPr>
            <a:lvl2pPr algn="ctr">
              <a:defRPr sz="1425" b="0">
                <a:solidFill>
                  <a:srgbClr val="BAC5D8"/>
                </a:solidFill>
                <a:latin typeface="Noto Sans KR"/>
                <a:ea typeface="Noto Sans KR"/>
                <a:cs typeface="Noto Sans KR"/>
              </a:defRPr>
            </a:lvl2pPr>
            <a:lvl3pPr algn="ctr">
              <a:defRPr sz="1425" b="0">
                <a:solidFill>
                  <a:srgbClr val="BAC5D8"/>
                </a:solidFill>
                <a:latin typeface="Noto Sans KR"/>
                <a:ea typeface="Noto Sans KR"/>
                <a:cs typeface="Noto Sans KR"/>
              </a:defRPr>
            </a:lvl3pPr>
            <a:lvl4pPr algn="ctr">
              <a:defRPr sz="1425" b="0">
                <a:solidFill>
                  <a:srgbClr val="BAC5D8"/>
                </a:solidFill>
                <a:latin typeface="Noto Sans KR"/>
                <a:ea typeface="Noto Sans KR"/>
                <a:cs typeface="Noto Sans KR"/>
              </a:defRPr>
            </a:lvl4pPr>
            <a:lvl5pPr algn="ctr">
              <a:defRPr sz="1425" b="0">
                <a:solidFill>
                  <a:srgbClr val="BAC5D8"/>
                </a:solidFill>
                <a:latin typeface="Noto Sans KR"/>
                <a:ea typeface="Noto Sans KR"/>
                <a:cs typeface="Noto Sans KR"/>
              </a:defRPr>
            </a:lvl5pPr>
            <a:lvl6pPr algn="ctr">
              <a:defRPr sz="1425" b="0">
                <a:solidFill>
                  <a:srgbClr val="BAC5D8"/>
                </a:solidFill>
                <a:latin typeface="Noto Sans KR"/>
                <a:ea typeface="Noto Sans KR"/>
                <a:cs typeface="Noto Sans KR"/>
              </a:defRPr>
            </a:lvl6pPr>
            <a:lvl7pPr algn="ctr">
              <a:defRPr sz="1425" b="0">
                <a:solidFill>
                  <a:srgbClr val="BAC5D8"/>
                </a:solidFill>
                <a:latin typeface="Noto Sans KR"/>
                <a:ea typeface="Noto Sans KR"/>
                <a:cs typeface="Noto Sans KR"/>
              </a:defRPr>
            </a:lvl7pPr>
            <a:lvl8pPr algn="ctr">
              <a:defRPr sz="1425" b="0">
                <a:solidFill>
                  <a:srgbClr val="BAC5D8"/>
                </a:solidFill>
                <a:latin typeface="Noto Sans KR"/>
                <a:ea typeface="Noto Sans KR"/>
                <a:cs typeface="Noto Sans KR"/>
              </a:defRPr>
            </a:lvl8pPr>
            <a:lvl9pPr algn="ctr">
              <a:defRPr sz="1425" b="0">
                <a:solidFill>
                  <a:srgbClr val="BAC5D8"/>
                </a:solidFill>
                <a:latin typeface="Noto Sans KR"/>
                <a:ea typeface="Noto Sans KR"/>
                <a:cs typeface="Noto Sans KR"/>
              </a:defRPr>
            </a:lvl9pPr>
          </a:lstStyle>
          <a:p xmlns:a="http://schemas.openxmlformats.org/drawingml/2006/main">
            <a:pPr algn="ctr">
              <a:defRPr sz="1425" b="0">
                <a:solidFill>
                  <a:srgbClr val="626262"/>
                </a:solidFill>
                <a:latin typeface="Noto Sans KR"/>
                <a:ea typeface="Noto Sans KR"/>
                <a:cs typeface="Noto Sans KR"/>
              </a:defRPr>
            </a:pPr>
            <a:r>
              <a:rPr sz="1425" b="0">
                <a:solidFill>
                  <a:srgbClr val="BAC5D8"/>
                </a:solidFill>
                <a:latin typeface="Noto Sans KR"/>
                <a:ea typeface="Noto Sans KR"/>
                <a:cs typeface="Noto Sans KR"/>
              </a:rPr>
              <a:t>분석 기간 2025년 1–4분기</a:t>
            </a:r>
          </a:p>
        </p:txBody>
      </p:sp>
    </p:spTree>
    <p:extLst>
      <p:ext uri="{BB962C8B-B14F-4D97-AF65-F5344CB8AC3E}">
        <p14:creationId xmlns:p14="http://schemas.microsoft.com/office/powerpoint/2010/main" val="779980387"/>
      </p:ext>
    </p:extLst>
  </p:cSld>
</p:sld>
</file>

<file path=ppt/slides/slide2.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591A2F5-B989-42EA-A1A4-FCEB10C93A1C}"/>
              </a:ext>
            </a:extLst>
          </p:cNvPr>
          <p:cNvPicPr>
            <a:picLocks xmlns:a="http://schemas.openxmlformats.org/drawingml/2006/main" noChangeAspect="1"/>
          </p:cNvPicPr>
          <p:nvPr/>
        </p:nvPicPr>
        <p:blipFill>
          <a:blip xmlns:r="http://schemas.openxmlformats.org/officeDocument/2006/relationships" xmlns:a="http://schemas.openxmlformats.org/drawingml/2006/main" r:embed="R64b2b0f7dd8644e3"/>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유동인구가 많으면 매출성과도 높을까?">
            <a:extLst xmlns:a="http://schemas.openxmlformats.org/drawingml/2006/main">
              <a:ext uri="{FF2B5EF4-FFF2-40B4-BE49-F238E27FC236}">
                <a16:creationId xmlns:a16="http://schemas.microsoft.com/office/drawing/2014/main" id="{27E384D7-9F1B-456B-9E18-49EAC6C9BE5A}"/>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F1F5F9"/>
                </a:solidFill>
                <a:latin typeface="Noto Sans KR"/>
                <a:ea typeface="Noto Sans KR"/>
                <a:cs typeface="Noto Sans KR"/>
              </a:defRPr>
            </a:defPPr>
            <a:lvl1pPr algn="ctr">
              <a:defRPr sz="2775" b="1">
                <a:solidFill>
                  <a:srgbClr val="F1F5F9"/>
                </a:solidFill>
                <a:latin typeface="Noto Sans KR"/>
                <a:ea typeface="Noto Sans KR"/>
                <a:cs typeface="Noto Sans KR"/>
              </a:defRPr>
            </a:lvl1pPr>
            <a:lvl2pPr algn="ctr">
              <a:defRPr sz="2775" b="1">
                <a:solidFill>
                  <a:srgbClr val="F1F5F9"/>
                </a:solidFill>
                <a:latin typeface="Noto Sans KR"/>
                <a:ea typeface="Noto Sans KR"/>
                <a:cs typeface="Noto Sans KR"/>
              </a:defRPr>
            </a:lvl2pPr>
            <a:lvl3pPr algn="ctr">
              <a:defRPr sz="2775" b="1">
                <a:solidFill>
                  <a:srgbClr val="F1F5F9"/>
                </a:solidFill>
                <a:latin typeface="Noto Sans KR"/>
                <a:ea typeface="Noto Sans KR"/>
                <a:cs typeface="Noto Sans KR"/>
              </a:defRPr>
            </a:lvl3pPr>
            <a:lvl4pPr algn="ctr">
              <a:defRPr sz="2775" b="1">
                <a:solidFill>
                  <a:srgbClr val="F1F5F9"/>
                </a:solidFill>
                <a:latin typeface="Noto Sans KR"/>
                <a:ea typeface="Noto Sans KR"/>
                <a:cs typeface="Noto Sans KR"/>
              </a:defRPr>
            </a:lvl4pPr>
            <a:lvl5pPr algn="ctr">
              <a:defRPr sz="2775" b="1">
                <a:solidFill>
                  <a:srgbClr val="F1F5F9"/>
                </a:solidFill>
                <a:latin typeface="Noto Sans KR"/>
                <a:ea typeface="Noto Sans KR"/>
                <a:cs typeface="Noto Sans KR"/>
              </a:defRPr>
            </a:lvl5pPr>
            <a:lvl6pPr algn="ctr">
              <a:defRPr sz="2775" b="1">
                <a:solidFill>
                  <a:srgbClr val="F1F5F9"/>
                </a:solidFill>
                <a:latin typeface="Noto Sans KR"/>
                <a:ea typeface="Noto Sans KR"/>
                <a:cs typeface="Noto Sans KR"/>
              </a:defRPr>
            </a:lvl6pPr>
            <a:lvl7pPr algn="ctr">
              <a:defRPr sz="2775" b="1">
                <a:solidFill>
                  <a:srgbClr val="F1F5F9"/>
                </a:solidFill>
                <a:latin typeface="Noto Sans KR"/>
                <a:ea typeface="Noto Sans KR"/>
                <a:cs typeface="Noto Sans KR"/>
              </a:defRPr>
            </a:lvl7pPr>
            <a:lvl8pPr algn="ctr">
              <a:defRPr sz="2775" b="1">
                <a:solidFill>
                  <a:srgbClr val="F1F5F9"/>
                </a:solidFill>
                <a:latin typeface="Noto Sans KR"/>
                <a:ea typeface="Noto Sans KR"/>
                <a:cs typeface="Noto Sans KR"/>
              </a:defRPr>
            </a:lvl8pPr>
            <a:lvl9pPr algn="ctr">
              <a:defRPr sz="2775" b="1">
                <a:solidFill>
                  <a:srgbClr val="F1F5F9"/>
                </a:solidFill>
                <a:latin typeface="Noto Sans KR"/>
                <a:ea typeface="Noto Sans KR"/>
                <a:cs typeface="Noto Sans KR"/>
              </a:defRPr>
            </a:lvl9pPr>
          </a:lstStyle>
          <a:p xmlns:a="http://schemas.openxmlformats.org/drawingml/2006/main">
            <a:pPr algn="ctr">
              <a:defRPr sz="3150" b="1">
                <a:solidFill>
                  <a:srgbClr val="090909"/>
                </a:solidFill>
                <a:latin typeface="Noto Sans KR"/>
                <a:ea typeface="Noto Sans KR"/>
                <a:cs typeface="Noto Sans KR"/>
              </a:defRPr>
            </a:pPr>
            <a:r>
              <a:rPr sz="2775" b="1">
                <a:solidFill>
                  <a:srgbClr val="F1F5F9"/>
                </a:solidFill>
                <a:latin typeface="Noto Sans KR"/>
                <a:ea typeface="Noto Sans KR"/>
                <a:cs typeface="Noto Sans KR"/>
              </a:rPr>
              <a:t>유동량 대비 매출성과가 높은 상권은 무엇이 다를까?</a:t>
            </a:r>
          </a:p>
        </p:txBody>
      </p:sp>
      <p:sp>
        <p:nvSpPr>
          <p:cNvPr id="4" name="">
            <a:extLst xmlns:a="http://schemas.openxmlformats.org/drawingml/2006/main">
              <a:ext uri="{FF2B5EF4-FFF2-40B4-BE49-F238E27FC236}">
                <a16:creationId xmlns:a16="http://schemas.microsoft.com/office/drawing/2014/main" id="{D63E7608-42E9-4167-8291-1B0CCA45A2D0}"/>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5" name="1,558">
            <a:extLst xmlns:a="http://schemas.openxmlformats.org/drawingml/2006/main">
              <a:ext uri="{FF2B5EF4-FFF2-40B4-BE49-F238E27FC236}">
                <a16:creationId xmlns:a16="http://schemas.microsoft.com/office/drawing/2014/main" id="{ED958CD2-1324-404E-AEE9-9EE6CA927B8D}"/>
              </a:ext>
            </a:extLst>
          </p:cNvPr>
          <p:cNvSpPr>
            <a:spLocks xmlns:a="http://schemas.openxmlformats.org/drawingml/2006/main" noGrp="1"/>
          </p:cNvSpPr>
          <p:nvPr/>
        </p:nvSpPr>
        <p:spPr>
          <a:xfrm xmlns:a="http://schemas.openxmlformats.org/drawingml/2006/main">
            <a:off x="990600" y="2667000"/>
            <a:ext cx="4095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7950" b="1">
                <a:solidFill>
                  <a:srgbClr val="F1F5F9"/>
                </a:solidFill>
                <a:latin typeface="Noto Sans KR"/>
                <a:ea typeface="Noto Sans KR"/>
                <a:cs typeface="Noto Sans KR"/>
              </a:defRPr>
            </a:defPPr>
            <a:lvl1pPr algn="ctr">
              <a:defRPr sz="7950" b="1">
                <a:solidFill>
                  <a:srgbClr val="F1F5F9"/>
                </a:solidFill>
                <a:latin typeface="Noto Sans KR"/>
                <a:ea typeface="Noto Sans KR"/>
                <a:cs typeface="Noto Sans KR"/>
              </a:defRPr>
            </a:lvl1pPr>
            <a:lvl2pPr algn="ctr">
              <a:defRPr sz="7950" b="1">
                <a:solidFill>
                  <a:srgbClr val="F1F5F9"/>
                </a:solidFill>
                <a:latin typeface="Noto Sans KR"/>
                <a:ea typeface="Noto Sans KR"/>
                <a:cs typeface="Noto Sans KR"/>
              </a:defRPr>
            </a:lvl2pPr>
            <a:lvl3pPr algn="ctr">
              <a:defRPr sz="7950" b="1">
                <a:solidFill>
                  <a:srgbClr val="F1F5F9"/>
                </a:solidFill>
                <a:latin typeface="Noto Sans KR"/>
                <a:ea typeface="Noto Sans KR"/>
                <a:cs typeface="Noto Sans KR"/>
              </a:defRPr>
            </a:lvl3pPr>
            <a:lvl4pPr algn="ctr">
              <a:defRPr sz="7950" b="1">
                <a:solidFill>
                  <a:srgbClr val="F1F5F9"/>
                </a:solidFill>
                <a:latin typeface="Noto Sans KR"/>
                <a:ea typeface="Noto Sans KR"/>
                <a:cs typeface="Noto Sans KR"/>
              </a:defRPr>
            </a:lvl4pPr>
            <a:lvl5pPr algn="ctr">
              <a:defRPr sz="7950" b="1">
                <a:solidFill>
                  <a:srgbClr val="F1F5F9"/>
                </a:solidFill>
                <a:latin typeface="Noto Sans KR"/>
                <a:ea typeface="Noto Sans KR"/>
                <a:cs typeface="Noto Sans KR"/>
              </a:defRPr>
            </a:lvl5pPr>
            <a:lvl6pPr algn="ctr">
              <a:defRPr sz="7950" b="1">
                <a:solidFill>
                  <a:srgbClr val="F1F5F9"/>
                </a:solidFill>
                <a:latin typeface="Noto Sans KR"/>
                <a:ea typeface="Noto Sans KR"/>
                <a:cs typeface="Noto Sans KR"/>
              </a:defRPr>
            </a:lvl6pPr>
            <a:lvl7pPr algn="ctr">
              <a:defRPr sz="7950" b="1">
                <a:solidFill>
                  <a:srgbClr val="F1F5F9"/>
                </a:solidFill>
                <a:latin typeface="Noto Sans KR"/>
                <a:ea typeface="Noto Sans KR"/>
                <a:cs typeface="Noto Sans KR"/>
              </a:defRPr>
            </a:lvl7pPr>
            <a:lvl8pPr algn="ctr">
              <a:defRPr sz="7950" b="1">
                <a:solidFill>
                  <a:srgbClr val="F1F5F9"/>
                </a:solidFill>
                <a:latin typeface="Noto Sans KR"/>
                <a:ea typeface="Noto Sans KR"/>
                <a:cs typeface="Noto Sans KR"/>
              </a:defRPr>
            </a:lvl8pPr>
            <a:lvl9pPr algn="ctr">
              <a:defRPr sz="7950" b="1">
                <a:solidFill>
                  <a:srgbClr val="F1F5F9"/>
                </a:solidFill>
                <a:latin typeface="Noto Sans KR"/>
                <a:ea typeface="Noto Sans KR"/>
                <a:cs typeface="Noto Sans KR"/>
              </a:defRPr>
            </a:lvl9pPr>
          </a:lstStyle>
          <a:p xmlns:a="http://schemas.openxmlformats.org/drawingml/2006/main">
            <a:pPr algn="ctr">
              <a:defRPr sz="7950" b="1">
                <a:solidFill>
                  <a:srgbClr val="090909"/>
                </a:solidFill>
                <a:latin typeface="Noto Sans KR"/>
                <a:ea typeface="Noto Sans KR"/>
                <a:cs typeface="Noto Sans KR"/>
              </a:defRPr>
            </a:pPr>
            <a:r>
              <a:rPr sz="7950" b="1">
                <a:solidFill>
                  <a:srgbClr val="F1F5F9"/>
                </a:solidFill>
                <a:latin typeface="Noto Sans KR"/>
                <a:ea typeface="Noto Sans KR"/>
                <a:cs typeface="Noto Sans KR"/>
              </a:rPr>
              <a:t>1,558</a:t>
            </a:r>
          </a:p>
        </p:txBody>
      </p:sp>
      <p:sp>
        <p:nvSpPr>
          <p:cNvPr id="6" name="비교 대상 상권">
            <a:extLst xmlns:a="http://schemas.openxmlformats.org/drawingml/2006/main">
              <a:ext uri="{FF2B5EF4-FFF2-40B4-BE49-F238E27FC236}">
                <a16:creationId xmlns:a16="http://schemas.microsoft.com/office/drawing/2014/main" id="{948B44C1-33F9-4DAD-809F-C4A9C4799C75}"/>
              </a:ext>
            </a:extLst>
          </p:cNvPr>
          <p:cNvSpPr>
            <a:spLocks xmlns:a="http://schemas.openxmlformats.org/drawingml/2006/main" noGrp="1"/>
          </p:cNvSpPr>
          <p:nvPr/>
        </p:nvSpPr>
        <p:spPr>
          <a:xfrm xmlns:a="http://schemas.openxmlformats.org/drawingml/2006/main">
            <a:off x="990600" y="39909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F1F5F9"/>
                </a:solidFill>
                <a:latin typeface="Noto Sans KR"/>
                <a:ea typeface="Noto Sans KR"/>
                <a:cs typeface="Noto Sans KR"/>
              </a:defRPr>
            </a:defPPr>
            <a:lvl1pPr algn="ctr">
              <a:defRPr sz="2175" b="1">
                <a:solidFill>
                  <a:srgbClr val="F1F5F9"/>
                </a:solidFill>
                <a:latin typeface="Noto Sans KR"/>
                <a:ea typeface="Noto Sans KR"/>
                <a:cs typeface="Noto Sans KR"/>
              </a:defRPr>
            </a:lvl1pPr>
            <a:lvl2pPr algn="ctr">
              <a:defRPr sz="2175" b="1">
                <a:solidFill>
                  <a:srgbClr val="F1F5F9"/>
                </a:solidFill>
                <a:latin typeface="Noto Sans KR"/>
                <a:ea typeface="Noto Sans KR"/>
                <a:cs typeface="Noto Sans KR"/>
              </a:defRPr>
            </a:lvl2pPr>
            <a:lvl3pPr algn="ctr">
              <a:defRPr sz="2175" b="1">
                <a:solidFill>
                  <a:srgbClr val="F1F5F9"/>
                </a:solidFill>
                <a:latin typeface="Noto Sans KR"/>
                <a:ea typeface="Noto Sans KR"/>
                <a:cs typeface="Noto Sans KR"/>
              </a:defRPr>
            </a:lvl3pPr>
            <a:lvl4pPr algn="ctr">
              <a:defRPr sz="2175" b="1">
                <a:solidFill>
                  <a:srgbClr val="F1F5F9"/>
                </a:solidFill>
                <a:latin typeface="Noto Sans KR"/>
                <a:ea typeface="Noto Sans KR"/>
                <a:cs typeface="Noto Sans KR"/>
              </a:defRPr>
            </a:lvl4pPr>
            <a:lvl5pPr algn="ctr">
              <a:defRPr sz="2175" b="1">
                <a:solidFill>
                  <a:srgbClr val="F1F5F9"/>
                </a:solidFill>
                <a:latin typeface="Noto Sans KR"/>
                <a:ea typeface="Noto Sans KR"/>
                <a:cs typeface="Noto Sans KR"/>
              </a:defRPr>
            </a:lvl5pPr>
            <a:lvl6pPr algn="ctr">
              <a:defRPr sz="2175" b="1">
                <a:solidFill>
                  <a:srgbClr val="F1F5F9"/>
                </a:solidFill>
                <a:latin typeface="Noto Sans KR"/>
                <a:ea typeface="Noto Sans KR"/>
                <a:cs typeface="Noto Sans KR"/>
              </a:defRPr>
            </a:lvl6pPr>
            <a:lvl7pPr algn="ctr">
              <a:defRPr sz="2175" b="1">
                <a:solidFill>
                  <a:srgbClr val="F1F5F9"/>
                </a:solidFill>
                <a:latin typeface="Noto Sans KR"/>
                <a:ea typeface="Noto Sans KR"/>
                <a:cs typeface="Noto Sans KR"/>
              </a:defRPr>
            </a:lvl7pPr>
            <a:lvl8pPr algn="ctr">
              <a:defRPr sz="2175" b="1">
                <a:solidFill>
                  <a:srgbClr val="F1F5F9"/>
                </a:solidFill>
                <a:latin typeface="Noto Sans KR"/>
                <a:ea typeface="Noto Sans KR"/>
                <a:cs typeface="Noto Sans KR"/>
              </a:defRPr>
            </a:lvl8pPr>
            <a:lvl9pPr algn="ctr">
              <a:defRPr sz="2175" b="1">
                <a:solidFill>
                  <a:srgbClr val="F1F5F9"/>
                </a:solidFill>
                <a:latin typeface="Noto Sans KR"/>
                <a:ea typeface="Noto Sans KR"/>
                <a:cs typeface="Noto Sans KR"/>
              </a:defRPr>
            </a:lvl9pPr>
          </a:lstStyle>
          <a:p xmlns:a="http://schemas.openxmlformats.org/drawingml/2006/main">
            <a:pPr algn="ctr">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비교 대상 상권</a:t>
            </a:r>
          </a:p>
        </p:txBody>
      </p:sp>
      <p:sp>
        <p:nvSpPr>
          <p:cNvPr id="7" name="01">
            <a:extLst xmlns:a="http://schemas.openxmlformats.org/drawingml/2006/main">
              <a:ext uri="{FF2B5EF4-FFF2-40B4-BE49-F238E27FC236}">
                <a16:creationId xmlns:a16="http://schemas.microsoft.com/office/drawing/2014/main" id="{373D1437-A307-4142-AAAD-65066172E55D}"/>
              </a:ext>
            </a:extLst>
          </p:cNvPr>
          <p:cNvSpPr>
            <a:spLocks xmlns:a="http://schemas.openxmlformats.org/drawingml/2006/main" noGrp="1"/>
          </p:cNvSpPr>
          <p:nvPr/>
        </p:nvSpPr>
        <p:spPr>
          <a:xfrm xmlns:a="http://schemas.openxmlformats.org/drawingml/2006/main">
            <a:off x="5743575" y="2505075"/>
            <a:ext cx="685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FF9B63"/>
                </a:solidFill>
                <a:latin typeface="Noto Sans KR"/>
                <a:ea typeface="Noto Sans KR"/>
                <a:cs typeface="Noto Sans KR"/>
              </a:defRPr>
            </a:defPPr>
            <a:lvl1pPr algn="l">
              <a:defRPr sz="3000" b="1">
                <a:solidFill>
                  <a:srgbClr val="FF9B63"/>
                </a:solidFill>
                <a:latin typeface="Noto Sans KR"/>
                <a:ea typeface="Noto Sans KR"/>
                <a:cs typeface="Noto Sans KR"/>
              </a:defRPr>
            </a:lvl1pPr>
            <a:lvl2pPr algn="l">
              <a:defRPr sz="3000" b="1">
                <a:solidFill>
                  <a:srgbClr val="FF9B63"/>
                </a:solidFill>
                <a:latin typeface="Noto Sans KR"/>
                <a:ea typeface="Noto Sans KR"/>
                <a:cs typeface="Noto Sans KR"/>
              </a:defRPr>
            </a:lvl2pPr>
            <a:lvl3pPr algn="l">
              <a:defRPr sz="3000" b="1">
                <a:solidFill>
                  <a:srgbClr val="FF9B63"/>
                </a:solidFill>
                <a:latin typeface="Noto Sans KR"/>
                <a:ea typeface="Noto Sans KR"/>
                <a:cs typeface="Noto Sans KR"/>
              </a:defRPr>
            </a:lvl3pPr>
            <a:lvl4pPr algn="l">
              <a:defRPr sz="3000" b="1">
                <a:solidFill>
                  <a:srgbClr val="FF9B63"/>
                </a:solidFill>
                <a:latin typeface="Noto Sans KR"/>
                <a:ea typeface="Noto Sans KR"/>
                <a:cs typeface="Noto Sans KR"/>
              </a:defRPr>
            </a:lvl4pPr>
            <a:lvl5pPr algn="l">
              <a:defRPr sz="3000" b="1">
                <a:solidFill>
                  <a:srgbClr val="FF9B63"/>
                </a:solidFill>
                <a:latin typeface="Noto Sans KR"/>
                <a:ea typeface="Noto Sans KR"/>
                <a:cs typeface="Noto Sans KR"/>
              </a:defRPr>
            </a:lvl5pPr>
            <a:lvl6pPr algn="l">
              <a:defRPr sz="3000" b="1">
                <a:solidFill>
                  <a:srgbClr val="FF9B63"/>
                </a:solidFill>
                <a:latin typeface="Noto Sans KR"/>
                <a:ea typeface="Noto Sans KR"/>
                <a:cs typeface="Noto Sans KR"/>
              </a:defRPr>
            </a:lvl6pPr>
            <a:lvl7pPr algn="l">
              <a:defRPr sz="3000" b="1">
                <a:solidFill>
                  <a:srgbClr val="FF9B63"/>
                </a:solidFill>
                <a:latin typeface="Noto Sans KR"/>
                <a:ea typeface="Noto Sans KR"/>
                <a:cs typeface="Noto Sans KR"/>
              </a:defRPr>
            </a:lvl7pPr>
            <a:lvl8pPr algn="l">
              <a:defRPr sz="3000" b="1">
                <a:solidFill>
                  <a:srgbClr val="FF9B63"/>
                </a:solidFill>
                <a:latin typeface="Noto Sans KR"/>
                <a:ea typeface="Noto Sans KR"/>
                <a:cs typeface="Noto Sans KR"/>
              </a:defRPr>
            </a:lvl8pPr>
            <a:lvl9pPr algn="l">
              <a:defRPr sz="3000" b="1">
                <a:solidFill>
                  <a:srgbClr val="FF9B63"/>
                </a:solidFill>
                <a:latin typeface="Noto Sans KR"/>
                <a:ea typeface="Noto Sans KR"/>
                <a:cs typeface="Noto Sans KR"/>
              </a:defRPr>
            </a:lvl9pPr>
          </a:lstStyle>
          <a:p xmlns:a="http://schemas.openxmlformats.org/drawingml/2006/main">
            <a:pPr algn="l">
              <a:defRPr sz="3000" b="1">
                <a:solidFill>
                  <a:srgbClr val="FF7D22"/>
                </a:solidFill>
                <a:latin typeface="Noto Sans KR"/>
                <a:ea typeface="Noto Sans KR"/>
                <a:cs typeface="Noto Sans KR"/>
              </a:defRPr>
            </a:pPr>
            <a:r>
              <a:rPr sz="3000" b="1">
                <a:solidFill>
                  <a:srgbClr val="FF9B63"/>
                </a:solidFill>
                <a:latin typeface="Noto Sans KR"/>
                <a:ea typeface="Noto Sans KR"/>
                <a:cs typeface="Noto Sans KR"/>
              </a:rPr>
              <a:t>01</a:t>
            </a:r>
          </a:p>
        </p:txBody>
      </p:sp>
      <p:sp>
        <p:nvSpPr>
          <p:cNvPr id="8" name="어디가 높은가?">
            <a:extLst xmlns:a="http://schemas.openxmlformats.org/drawingml/2006/main">
              <a:ext uri="{FF2B5EF4-FFF2-40B4-BE49-F238E27FC236}">
                <a16:creationId xmlns:a16="http://schemas.microsoft.com/office/drawing/2014/main" id="{E51B306B-9E32-4C75-A377-54D3DE995B40}"/>
              </a:ext>
            </a:extLst>
          </p:cNvPr>
          <p:cNvSpPr>
            <a:spLocks xmlns:a="http://schemas.openxmlformats.org/drawingml/2006/main" noGrp="1"/>
          </p:cNvSpPr>
          <p:nvPr/>
        </p:nvSpPr>
        <p:spPr>
          <a:xfrm xmlns:a="http://schemas.openxmlformats.org/drawingml/2006/main">
            <a:off x="6572250" y="2505075"/>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어디가 높은가?</a:t>
            </a:r>
          </a:p>
        </p:txBody>
      </p:sp>
      <p:sp>
        <p:nvSpPr>
          <p:cNvPr id="9" name="전체 순위와 상권 유형">
            <a:extLst xmlns:a="http://schemas.openxmlformats.org/drawingml/2006/main">
              <a:ext uri="{FF2B5EF4-FFF2-40B4-BE49-F238E27FC236}">
                <a16:creationId xmlns:a16="http://schemas.microsoft.com/office/drawing/2014/main" id="{EBC6F197-F536-48F9-943A-B83D479BF682}"/>
              </a:ext>
            </a:extLst>
          </p:cNvPr>
          <p:cNvSpPr>
            <a:spLocks xmlns:a="http://schemas.openxmlformats.org/drawingml/2006/main" noGrp="1"/>
          </p:cNvSpPr>
          <p:nvPr/>
        </p:nvSpPr>
        <p:spPr>
          <a:xfrm xmlns:a="http://schemas.openxmlformats.org/drawingml/2006/main">
            <a:off x="6572250" y="290512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BAC5D8"/>
                </a:solidFill>
                <a:latin typeface="Noto Sans KR"/>
                <a:ea typeface="Noto Sans KR"/>
                <a:cs typeface="Noto Sans KR"/>
              </a:defRPr>
            </a:defPPr>
            <a:lvl1pPr algn="l">
              <a:defRPr sz="1650" b="0">
                <a:solidFill>
                  <a:srgbClr val="BAC5D8"/>
                </a:solidFill>
                <a:latin typeface="Noto Sans KR"/>
                <a:ea typeface="Noto Sans KR"/>
                <a:cs typeface="Noto Sans KR"/>
              </a:defRPr>
            </a:lvl1pPr>
            <a:lvl2pPr algn="l">
              <a:defRPr sz="1650" b="0">
                <a:solidFill>
                  <a:srgbClr val="BAC5D8"/>
                </a:solidFill>
                <a:latin typeface="Noto Sans KR"/>
                <a:ea typeface="Noto Sans KR"/>
                <a:cs typeface="Noto Sans KR"/>
              </a:defRPr>
            </a:lvl2pPr>
            <a:lvl3pPr algn="l">
              <a:defRPr sz="1650" b="0">
                <a:solidFill>
                  <a:srgbClr val="BAC5D8"/>
                </a:solidFill>
                <a:latin typeface="Noto Sans KR"/>
                <a:ea typeface="Noto Sans KR"/>
                <a:cs typeface="Noto Sans KR"/>
              </a:defRPr>
            </a:lvl3pPr>
            <a:lvl4pPr algn="l">
              <a:defRPr sz="1650" b="0">
                <a:solidFill>
                  <a:srgbClr val="BAC5D8"/>
                </a:solidFill>
                <a:latin typeface="Noto Sans KR"/>
                <a:ea typeface="Noto Sans KR"/>
                <a:cs typeface="Noto Sans KR"/>
              </a:defRPr>
            </a:lvl4pPr>
            <a:lvl5pPr algn="l">
              <a:defRPr sz="1650" b="0">
                <a:solidFill>
                  <a:srgbClr val="BAC5D8"/>
                </a:solidFill>
                <a:latin typeface="Noto Sans KR"/>
                <a:ea typeface="Noto Sans KR"/>
                <a:cs typeface="Noto Sans KR"/>
              </a:defRPr>
            </a:lvl5pPr>
            <a:lvl6pPr algn="l">
              <a:defRPr sz="1650" b="0">
                <a:solidFill>
                  <a:srgbClr val="BAC5D8"/>
                </a:solidFill>
                <a:latin typeface="Noto Sans KR"/>
                <a:ea typeface="Noto Sans KR"/>
                <a:cs typeface="Noto Sans KR"/>
              </a:defRPr>
            </a:lvl6pPr>
            <a:lvl7pPr algn="l">
              <a:defRPr sz="1650" b="0">
                <a:solidFill>
                  <a:srgbClr val="BAC5D8"/>
                </a:solidFill>
                <a:latin typeface="Noto Sans KR"/>
                <a:ea typeface="Noto Sans KR"/>
                <a:cs typeface="Noto Sans KR"/>
              </a:defRPr>
            </a:lvl7pPr>
            <a:lvl8pPr algn="l">
              <a:defRPr sz="1650" b="0">
                <a:solidFill>
                  <a:srgbClr val="BAC5D8"/>
                </a:solidFill>
                <a:latin typeface="Noto Sans KR"/>
                <a:ea typeface="Noto Sans KR"/>
                <a:cs typeface="Noto Sans KR"/>
              </a:defRPr>
            </a:lvl8pPr>
            <a:lvl9pPr algn="l">
              <a:defRPr sz="1650" b="0">
                <a:solidFill>
                  <a:srgbClr val="BAC5D8"/>
                </a:solidFill>
                <a:latin typeface="Noto Sans KR"/>
                <a:ea typeface="Noto Sans KR"/>
                <a:cs typeface="Noto Sans KR"/>
              </a:defRPr>
            </a:lvl9pPr>
          </a:lstStyle>
          <a:p xmlns:a="http://schemas.openxmlformats.org/drawingml/2006/main">
            <a:pPr algn="l">
              <a:defRPr sz="1650" b="0">
                <a:solidFill>
                  <a:srgbClr val="626262"/>
                </a:solidFill>
                <a:latin typeface="Noto Sans KR"/>
                <a:ea typeface="Noto Sans KR"/>
                <a:cs typeface="Noto Sans KR"/>
              </a:defRPr>
            </a:pPr>
            <a:r>
              <a:rPr sz="1650" b="0">
                <a:solidFill>
                  <a:srgbClr val="BAC5D8"/>
                </a:solidFill>
                <a:latin typeface="Noto Sans KR"/>
                <a:ea typeface="Noto Sans KR"/>
                <a:cs typeface="Noto Sans KR"/>
              </a:rPr>
              <a:t>전체 순위와 상권 유형</a:t>
            </a:r>
          </a:p>
        </p:txBody>
      </p:sp>
      <p:sp>
        <p:nvSpPr>
          <p:cNvPr id="10" name="">
            <a:extLst xmlns:a="http://schemas.openxmlformats.org/drawingml/2006/main">
              <a:ext uri="{FF2B5EF4-FFF2-40B4-BE49-F238E27FC236}">
                <a16:creationId xmlns:a16="http://schemas.microsoft.com/office/drawing/2014/main" id="{1F67FE25-E040-4F36-AAEC-41B45E66333B}"/>
              </a:ext>
            </a:extLst>
          </p:cNvPr>
          <p:cNvSpPr>
            <a:spLocks xmlns:a="http://schemas.openxmlformats.org/drawingml/2006/main" noGrp="1"/>
          </p:cNvSpPr>
          <p:nvPr/>
        </p:nvSpPr>
        <p:spPr>
          <a:xfrm xmlns:a="http://schemas.openxmlformats.org/drawingml/2006/main">
            <a:off x="5715000" y="3371850"/>
            <a:ext cx="51435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11" name="02">
            <a:extLst xmlns:a="http://schemas.openxmlformats.org/drawingml/2006/main">
              <a:ext uri="{FF2B5EF4-FFF2-40B4-BE49-F238E27FC236}">
                <a16:creationId xmlns:a16="http://schemas.microsoft.com/office/drawing/2014/main" id="{9E0D4954-CF2A-4D43-8D10-1D728269AFD1}"/>
              </a:ext>
            </a:extLst>
          </p:cNvPr>
          <p:cNvSpPr>
            <a:spLocks xmlns:a="http://schemas.openxmlformats.org/drawingml/2006/main" noGrp="1"/>
          </p:cNvSpPr>
          <p:nvPr/>
        </p:nvSpPr>
        <p:spPr>
          <a:xfrm xmlns:a="http://schemas.openxmlformats.org/drawingml/2006/main">
            <a:off x="5743575" y="3524250"/>
            <a:ext cx="685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FF9B63"/>
                </a:solidFill>
                <a:latin typeface="Noto Sans KR"/>
                <a:ea typeface="Noto Sans KR"/>
                <a:cs typeface="Noto Sans KR"/>
              </a:defRPr>
            </a:defPPr>
            <a:lvl1pPr algn="l">
              <a:defRPr sz="3000" b="1">
                <a:solidFill>
                  <a:srgbClr val="FF9B63"/>
                </a:solidFill>
                <a:latin typeface="Noto Sans KR"/>
                <a:ea typeface="Noto Sans KR"/>
                <a:cs typeface="Noto Sans KR"/>
              </a:defRPr>
            </a:lvl1pPr>
            <a:lvl2pPr algn="l">
              <a:defRPr sz="3000" b="1">
                <a:solidFill>
                  <a:srgbClr val="FF9B63"/>
                </a:solidFill>
                <a:latin typeface="Noto Sans KR"/>
                <a:ea typeface="Noto Sans KR"/>
                <a:cs typeface="Noto Sans KR"/>
              </a:defRPr>
            </a:lvl2pPr>
            <a:lvl3pPr algn="l">
              <a:defRPr sz="3000" b="1">
                <a:solidFill>
                  <a:srgbClr val="FF9B63"/>
                </a:solidFill>
                <a:latin typeface="Noto Sans KR"/>
                <a:ea typeface="Noto Sans KR"/>
                <a:cs typeface="Noto Sans KR"/>
              </a:defRPr>
            </a:lvl3pPr>
            <a:lvl4pPr algn="l">
              <a:defRPr sz="3000" b="1">
                <a:solidFill>
                  <a:srgbClr val="FF9B63"/>
                </a:solidFill>
                <a:latin typeface="Noto Sans KR"/>
                <a:ea typeface="Noto Sans KR"/>
                <a:cs typeface="Noto Sans KR"/>
              </a:defRPr>
            </a:lvl4pPr>
            <a:lvl5pPr algn="l">
              <a:defRPr sz="3000" b="1">
                <a:solidFill>
                  <a:srgbClr val="FF9B63"/>
                </a:solidFill>
                <a:latin typeface="Noto Sans KR"/>
                <a:ea typeface="Noto Sans KR"/>
                <a:cs typeface="Noto Sans KR"/>
              </a:defRPr>
            </a:lvl5pPr>
            <a:lvl6pPr algn="l">
              <a:defRPr sz="3000" b="1">
                <a:solidFill>
                  <a:srgbClr val="FF9B63"/>
                </a:solidFill>
                <a:latin typeface="Noto Sans KR"/>
                <a:ea typeface="Noto Sans KR"/>
                <a:cs typeface="Noto Sans KR"/>
              </a:defRPr>
            </a:lvl6pPr>
            <a:lvl7pPr algn="l">
              <a:defRPr sz="3000" b="1">
                <a:solidFill>
                  <a:srgbClr val="FF9B63"/>
                </a:solidFill>
                <a:latin typeface="Noto Sans KR"/>
                <a:ea typeface="Noto Sans KR"/>
                <a:cs typeface="Noto Sans KR"/>
              </a:defRPr>
            </a:lvl7pPr>
            <a:lvl8pPr algn="l">
              <a:defRPr sz="3000" b="1">
                <a:solidFill>
                  <a:srgbClr val="FF9B63"/>
                </a:solidFill>
                <a:latin typeface="Noto Sans KR"/>
                <a:ea typeface="Noto Sans KR"/>
                <a:cs typeface="Noto Sans KR"/>
              </a:defRPr>
            </a:lvl8pPr>
            <a:lvl9pPr algn="l">
              <a:defRPr sz="3000" b="1">
                <a:solidFill>
                  <a:srgbClr val="FF9B63"/>
                </a:solidFill>
                <a:latin typeface="Noto Sans KR"/>
                <a:ea typeface="Noto Sans KR"/>
                <a:cs typeface="Noto Sans KR"/>
              </a:defRPr>
            </a:lvl9pPr>
          </a:lstStyle>
          <a:p xmlns:a="http://schemas.openxmlformats.org/drawingml/2006/main">
            <a:pPr algn="l">
              <a:defRPr sz="3000" b="1">
                <a:solidFill>
                  <a:srgbClr val="FF7D22"/>
                </a:solidFill>
                <a:latin typeface="Noto Sans KR"/>
                <a:ea typeface="Noto Sans KR"/>
                <a:cs typeface="Noto Sans KR"/>
              </a:defRPr>
            </a:pPr>
            <a:r>
              <a:rPr sz="3000" b="1">
                <a:solidFill>
                  <a:srgbClr val="FF9B63"/>
                </a:solidFill>
                <a:latin typeface="Noto Sans KR"/>
                <a:ea typeface="Noto Sans KR"/>
                <a:cs typeface="Noto Sans KR"/>
              </a:rPr>
              <a:t>02</a:t>
            </a:r>
          </a:p>
        </p:txBody>
      </p:sp>
      <p:sp>
        <p:nvSpPr>
          <p:cNvPr id="12" name="무엇이 다른가?">
            <a:extLst xmlns:a="http://schemas.openxmlformats.org/drawingml/2006/main">
              <a:ext uri="{FF2B5EF4-FFF2-40B4-BE49-F238E27FC236}">
                <a16:creationId xmlns:a16="http://schemas.microsoft.com/office/drawing/2014/main" id="{E4F5EA24-A509-4D75-B9AC-D5C21DCFB97B}"/>
              </a:ext>
            </a:extLst>
          </p:cNvPr>
          <p:cNvSpPr>
            <a:spLocks xmlns:a="http://schemas.openxmlformats.org/drawingml/2006/main" noGrp="1"/>
          </p:cNvSpPr>
          <p:nvPr/>
        </p:nvSpPr>
        <p:spPr>
          <a:xfrm xmlns:a="http://schemas.openxmlformats.org/drawingml/2006/main">
            <a:off x="6572250" y="3524250"/>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무엇이 다른가?</a:t>
            </a:r>
          </a:p>
        </p:txBody>
      </p:sp>
      <p:sp>
        <p:nvSpPr>
          <p:cNvPr id="13" name="거래 발생 강도와 객단가">
            <a:extLst xmlns:a="http://schemas.openxmlformats.org/drawingml/2006/main">
              <a:ext uri="{FF2B5EF4-FFF2-40B4-BE49-F238E27FC236}">
                <a16:creationId xmlns:a16="http://schemas.microsoft.com/office/drawing/2014/main" id="{93F54ACA-23BE-4613-A2DC-832F60418CB3}"/>
              </a:ext>
            </a:extLst>
          </p:cNvPr>
          <p:cNvSpPr>
            <a:spLocks xmlns:a="http://schemas.openxmlformats.org/drawingml/2006/main" noGrp="1"/>
          </p:cNvSpPr>
          <p:nvPr/>
        </p:nvSpPr>
        <p:spPr>
          <a:xfrm xmlns:a="http://schemas.openxmlformats.org/drawingml/2006/main">
            <a:off x="6572250" y="3924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BAC5D8"/>
                </a:solidFill>
                <a:latin typeface="Noto Sans KR"/>
                <a:ea typeface="Noto Sans KR"/>
                <a:cs typeface="Noto Sans KR"/>
              </a:defRPr>
            </a:defPPr>
            <a:lvl1pPr algn="l">
              <a:defRPr sz="1650" b="0">
                <a:solidFill>
                  <a:srgbClr val="BAC5D8"/>
                </a:solidFill>
                <a:latin typeface="Noto Sans KR"/>
                <a:ea typeface="Noto Sans KR"/>
                <a:cs typeface="Noto Sans KR"/>
              </a:defRPr>
            </a:lvl1pPr>
            <a:lvl2pPr algn="l">
              <a:defRPr sz="1650" b="0">
                <a:solidFill>
                  <a:srgbClr val="BAC5D8"/>
                </a:solidFill>
                <a:latin typeface="Noto Sans KR"/>
                <a:ea typeface="Noto Sans KR"/>
                <a:cs typeface="Noto Sans KR"/>
              </a:defRPr>
            </a:lvl2pPr>
            <a:lvl3pPr algn="l">
              <a:defRPr sz="1650" b="0">
                <a:solidFill>
                  <a:srgbClr val="BAC5D8"/>
                </a:solidFill>
                <a:latin typeface="Noto Sans KR"/>
                <a:ea typeface="Noto Sans KR"/>
                <a:cs typeface="Noto Sans KR"/>
              </a:defRPr>
            </a:lvl3pPr>
            <a:lvl4pPr algn="l">
              <a:defRPr sz="1650" b="0">
                <a:solidFill>
                  <a:srgbClr val="BAC5D8"/>
                </a:solidFill>
                <a:latin typeface="Noto Sans KR"/>
                <a:ea typeface="Noto Sans KR"/>
                <a:cs typeface="Noto Sans KR"/>
              </a:defRPr>
            </a:lvl4pPr>
            <a:lvl5pPr algn="l">
              <a:defRPr sz="1650" b="0">
                <a:solidFill>
                  <a:srgbClr val="BAC5D8"/>
                </a:solidFill>
                <a:latin typeface="Noto Sans KR"/>
                <a:ea typeface="Noto Sans KR"/>
                <a:cs typeface="Noto Sans KR"/>
              </a:defRPr>
            </a:lvl5pPr>
            <a:lvl6pPr algn="l">
              <a:defRPr sz="1650" b="0">
                <a:solidFill>
                  <a:srgbClr val="BAC5D8"/>
                </a:solidFill>
                <a:latin typeface="Noto Sans KR"/>
                <a:ea typeface="Noto Sans KR"/>
                <a:cs typeface="Noto Sans KR"/>
              </a:defRPr>
            </a:lvl6pPr>
            <a:lvl7pPr algn="l">
              <a:defRPr sz="1650" b="0">
                <a:solidFill>
                  <a:srgbClr val="BAC5D8"/>
                </a:solidFill>
                <a:latin typeface="Noto Sans KR"/>
                <a:ea typeface="Noto Sans KR"/>
                <a:cs typeface="Noto Sans KR"/>
              </a:defRPr>
            </a:lvl7pPr>
            <a:lvl8pPr algn="l">
              <a:defRPr sz="1650" b="0">
                <a:solidFill>
                  <a:srgbClr val="BAC5D8"/>
                </a:solidFill>
                <a:latin typeface="Noto Sans KR"/>
                <a:ea typeface="Noto Sans KR"/>
                <a:cs typeface="Noto Sans KR"/>
              </a:defRPr>
            </a:lvl8pPr>
            <a:lvl9pPr algn="l">
              <a:defRPr sz="1650" b="0">
                <a:solidFill>
                  <a:srgbClr val="BAC5D8"/>
                </a:solidFill>
                <a:latin typeface="Noto Sans KR"/>
                <a:ea typeface="Noto Sans KR"/>
                <a:cs typeface="Noto Sans KR"/>
              </a:defRPr>
            </a:lvl9pPr>
          </a:lstStyle>
          <a:p xmlns:a="http://schemas.openxmlformats.org/drawingml/2006/main">
            <a:pPr algn="l">
              <a:defRPr sz="1650" b="0">
                <a:solidFill>
                  <a:srgbClr val="626262"/>
                </a:solidFill>
                <a:latin typeface="Noto Sans KR"/>
                <a:ea typeface="Noto Sans KR"/>
                <a:cs typeface="Noto Sans KR"/>
              </a:defRPr>
            </a:pPr>
            <a:r>
              <a:rPr sz="1650" b="0">
                <a:solidFill>
                  <a:srgbClr val="BAC5D8"/>
                </a:solidFill>
                <a:latin typeface="Noto Sans KR"/>
                <a:ea typeface="Noto Sans KR"/>
                <a:cs typeface="Noto Sans KR"/>
              </a:rPr>
              <a:t>거래 발생 강도와 객단가</a:t>
            </a:r>
          </a:p>
        </p:txBody>
      </p:sp>
      <p:sp>
        <p:nvSpPr>
          <p:cNvPr id="14" name="">
            <a:extLst xmlns:a="http://schemas.openxmlformats.org/drawingml/2006/main">
              <a:ext uri="{FF2B5EF4-FFF2-40B4-BE49-F238E27FC236}">
                <a16:creationId xmlns:a16="http://schemas.microsoft.com/office/drawing/2014/main" id="{B0838F96-E9EB-429E-9D92-146A775EDCE6}"/>
              </a:ext>
            </a:extLst>
          </p:cNvPr>
          <p:cNvSpPr>
            <a:spLocks xmlns:a="http://schemas.openxmlformats.org/drawingml/2006/main" noGrp="1"/>
          </p:cNvSpPr>
          <p:nvPr/>
        </p:nvSpPr>
        <p:spPr>
          <a:xfrm xmlns:a="http://schemas.openxmlformats.org/drawingml/2006/main">
            <a:off x="5715000" y="4391025"/>
            <a:ext cx="51435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15" name="03">
            <a:extLst xmlns:a="http://schemas.openxmlformats.org/drawingml/2006/main">
              <a:ext uri="{FF2B5EF4-FFF2-40B4-BE49-F238E27FC236}">
                <a16:creationId xmlns:a16="http://schemas.microsoft.com/office/drawing/2014/main" id="{726DD182-C80C-4FCA-A7C8-E7C891D6F52A}"/>
              </a:ext>
            </a:extLst>
          </p:cNvPr>
          <p:cNvSpPr>
            <a:spLocks xmlns:a="http://schemas.openxmlformats.org/drawingml/2006/main" noGrp="1"/>
          </p:cNvSpPr>
          <p:nvPr/>
        </p:nvSpPr>
        <p:spPr>
          <a:xfrm xmlns:a="http://schemas.openxmlformats.org/drawingml/2006/main">
            <a:off x="5743575" y="4543425"/>
            <a:ext cx="685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000" b="1">
                <a:solidFill>
                  <a:srgbClr val="FF9B63"/>
                </a:solidFill>
                <a:latin typeface="Noto Sans KR"/>
                <a:ea typeface="Noto Sans KR"/>
                <a:cs typeface="Noto Sans KR"/>
              </a:defRPr>
            </a:defPPr>
            <a:lvl1pPr algn="l">
              <a:defRPr sz="3000" b="1">
                <a:solidFill>
                  <a:srgbClr val="FF9B63"/>
                </a:solidFill>
                <a:latin typeface="Noto Sans KR"/>
                <a:ea typeface="Noto Sans KR"/>
                <a:cs typeface="Noto Sans KR"/>
              </a:defRPr>
            </a:lvl1pPr>
            <a:lvl2pPr algn="l">
              <a:defRPr sz="3000" b="1">
                <a:solidFill>
                  <a:srgbClr val="FF9B63"/>
                </a:solidFill>
                <a:latin typeface="Noto Sans KR"/>
                <a:ea typeface="Noto Sans KR"/>
                <a:cs typeface="Noto Sans KR"/>
              </a:defRPr>
            </a:lvl2pPr>
            <a:lvl3pPr algn="l">
              <a:defRPr sz="3000" b="1">
                <a:solidFill>
                  <a:srgbClr val="FF9B63"/>
                </a:solidFill>
                <a:latin typeface="Noto Sans KR"/>
                <a:ea typeface="Noto Sans KR"/>
                <a:cs typeface="Noto Sans KR"/>
              </a:defRPr>
            </a:lvl3pPr>
            <a:lvl4pPr algn="l">
              <a:defRPr sz="3000" b="1">
                <a:solidFill>
                  <a:srgbClr val="FF9B63"/>
                </a:solidFill>
                <a:latin typeface="Noto Sans KR"/>
                <a:ea typeface="Noto Sans KR"/>
                <a:cs typeface="Noto Sans KR"/>
              </a:defRPr>
            </a:lvl4pPr>
            <a:lvl5pPr algn="l">
              <a:defRPr sz="3000" b="1">
                <a:solidFill>
                  <a:srgbClr val="FF9B63"/>
                </a:solidFill>
                <a:latin typeface="Noto Sans KR"/>
                <a:ea typeface="Noto Sans KR"/>
                <a:cs typeface="Noto Sans KR"/>
              </a:defRPr>
            </a:lvl5pPr>
            <a:lvl6pPr algn="l">
              <a:defRPr sz="3000" b="1">
                <a:solidFill>
                  <a:srgbClr val="FF9B63"/>
                </a:solidFill>
                <a:latin typeface="Noto Sans KR"/>
                <a:ea typeface="Noto Sans KR"/>
                <a:cs typeface="Noto Sans KR"/>
              </a:defRPr>
            </a:lvl6pPr>
            <a:lvl7pPr algn="l">
              <a:defRPr sz="3000" b="1">
                <a:solidFill>
                  <a:srgbClr val="FF9B63"/>
                </a:solidFill>
                <a:latin typeface="Noto Sans KR"/>
                <a:ea typeface="Noto Sans KR"/>
                <a:cs typeface="Noto Sans KR"/>
              </a:defRPr>
            </a:lvl7pPr>
            <a:lvl8pPr algn="l">
              <a:defRPr sz="3000" b="1">
                <a:solidFill>
                  <a:srgbClr val="FF9B63"/>
                </a:solidFill>
                <a:latin typeface="Noto Sans KR"/>
                <a:ea typeface="Noto Sans KR"/>
                <a:cs typeface="Noto Sans KR"/>
              </a:defRPr>
            </a:lvl8pPr>
            <a:lvl9pPr algn="l">
              <a:defRPr sz="3000" b="1">
                <a:solidFill>
                  <a:srgbClr val="FF9B63"/>
                </a:solidFill>
                <a:latin typeface="Noto Sans KR"/>
                <a:ea typeface="Noto Sans KR"/>
                <a:cs typeface="Noto Sans KR"/>
              </a:defRPr>
            </a:lvl9pPr>
          </a:lstStyle>
          <a:p xmlns:a="http://schemas.openxmlformats.org/drawingml/2006/main">
            <a:pPr algn="l">
              <a:defRPr sz="3000" b="1">
                <a:solidFill>
                  <a:srgbClr val="FF7D22"/>
                </a:solidFill>
                <a:latin typeface="Noto Sans KR"/>
                <a:ea typeface="Noto Sans KR"/>
                <a:cs typeface="Noto Sans KR"/>
              </a:defRPr>
            </a:pPr>
            <a:r>
              <a:rPr sz="3000" b="1">
                <a:solidFill>
                  <a:srgbClr val="FF9B63"/>
                </a:solidFill>
                <a:latin typeface="Noto Sans KR"/>
                <a:ea typeface="Noto Sans KR"/>
                <a:cs typeface="Noto Sans KR"/>
              </a:rPr>
              <a:t>03</a:t>
            </a:r>
          </a:p>
        </p:txBody>
      </p:sp>
      <p:sp>
        <p:nvSpPr>
          <p:cNvPr id="16" name="계속 높은가?">
            <a:extLst xmlns:a="http://schemas.openxmlformats.org/drawingml/2006/main">
              <a:ext uri="{FF2B5EF4-FFF2-40B4-BE49-F238E27FC236}">
                <a16:creationId xmlns:a16="http://schemas.microsoft.com/office/drawing/2014/main" id="{AD3BC647-3B65-4DF2-8E44-D0046DAD5FE2}"/>
              </a:ext>
            </a:extLst>
          </p:cNvPr>
          <p:cNvSpPr>
            <a:spLocks xmlns:a="http://schemas.openxmlformats.org/drawingml/2006/main" noGrp="1"/>
          </p:cNvSpPr>
          <p:nvPr/>
        </p:nvSpPr>
        <p:spPr>
          <a:xfrm xmlns:a="http://schemas.openxmlformats.org/drawingml/2006/main">
            <a:off x="6572250" y="4543425"/>
            <a:ext cx="4286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계속 높은가?</a:t>
            </a:r>
          </a:p>
        </p:txBody>
      </p:sp>
      <p:sp>
        <p:nvSpPr>
          <p:cNvPr id="17" name="분기별 안정성과 업종 구성">
            <a:extLst xmlns:a="http://schemas.openxmlformats.org/drawingml/2006/main">
              <a:ext uri="{FF2B5EF4-FFF2-40B4-BE49-F238E27FC236}">
                <a16:creationId xmlns:a16="http://schemas.microsoft.com/office/drawing/2014/main" id="{A74A57FE-D1B0-478A-849A-A1A6A1CBC185}"/>
              </a:ext>
            </a:extLst>
          </p:cNvPr>
          <p:cNvSpPr>
            <a:spLocks xmlns:a="http://schemas.openxmlformats.org/drawingml/2006/main" noGrp="1"/>
          </p:cNvSpPr>
          <p:nvPr/>
        </p:nvSpPr>
        <p:spPr>
          <a:xfrm xmlns:a="http://schemas.openxmlformats.org/drawingml/2006/main">
            <a:off x="6572250" y="49434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BAC5D8"/>
                </a:solidFill>
                <a:latin typeface="Noto Sans KR"/>
                <a:ea typeface="Noto Sans KR"/>
                <a:cs typeface="Noto Sans KR"/>
              </a:defRPr>
            </a:defPPr>
            <a:lvl1pPr algn="l">
              <a:defRPr sz="1650" b="0">
                <a:solidFill>
                  <a:srgbClr val="BAC5D8"/>
                </a:solidFill>
                <a:latin typeface="Noto Sans KR"/>
                <a:ea typeface="Noto Sans KR"/>
                <a:cs typeface="Noto Sans KR"/>
              </a:defRPr>
            </a:lvl1pPr>
            <a:lvl2pPr algn="l">
              <a:defRPr sz="1650" b="0">
                <a:solidFill>
                  <a:srgbClr val="BAC5D8"/>
                </a:solidFill>
                <a:latin typeface="Noto Sans KR"/>
                <a:ea typeface="Noto Sans KR"/>
                <a:cs typeface="Noto Sans KR"/>
              </a:defRPr>
            </a:lvl2pPr>
            <a:lvl3pPr algn="l">
              <a:defRPr sz="1650" b="0">
                <a:solidFill>
                  <a:srgbClr val="BAC5D8"/>
                </a:solidFill>
                <a:latin typeface="Noto Sans KR"/>
                <a:ea typeface="Noto Sans KR"/>
                <a:cs typeface="Noto Sans KR"/>
              </a:defRPr>
            </a:lvl3pPr>
            <a:lvl4pPr algn="l">
              <a:defRPr sz="1650" b="0">
                <a:solidFill>
                  <a:srgbClr val="BAC5D8"/>
                </a:solidFill>
                <a:latin typeface="Noto Sans KR"/>
                <a:ea typeface="Noto Sans KR"/>
                <a:cs typeface="Noto Sans KR"/>
              </a:defRPr>
            </a:lvl4pPr>
            <a:lvl5pPr algn="l">
              <a:defRPr sz="1650" b="0">
                <a:solidFill>
                  <a:srgbClr val="BAC5D8"/>
                </a:solidFill>
                <a:latin typeface="Noto Sans KR"/>
                <a:ea typeface="Noto Sans KR"/>
                <a:cs typeface="Noto Sans KR"/>
              </a:defRPr>
            </a:lvl5pPr>
            <a:lvl6pPr algn="l">
              <a:defRPr sz="1650" b="0">
                <a:solidFill>
                  <a:srgbClr val="BAC5D8"/>
                </a:solidFill>
                <a:latin typeface="Noto Sans KR"/>
                <a:ea typeface="Noto Sans KR"/>
                <a:cs typeface="Noto Sans KR"/>
              </a:defRPr>
            </a:lvl6pPr>
            <a:lvl7pPr algn="l">
              <a:defRPr sz="1650" b="0">
                <a:solidFill>
                  <a:srgbClr val="BAC5D8"/>
                </a:solidFill>
                <a:latin typeface="Noto Sans KR"/>
                <a:ea typeface="Noto Sans KR"/>
                <a:cs typeface="Noto Sans KR"/>
              </a:defRPr>
            </a:lvl7pPr>
            <a:lvl8pPr algn="l">
              <a:defRPr sz="1650" b="0">
                <a:solidFill>
                  <a:srgbClr val="BAC5D8"/>
                </a:solidFill>
                <a:latin typeface="Noto Sans KR"/>
                <a:ea typeface="Noto Sans KR"/>
                <a:cs typeface="Noto Sans KR"/>
              </a:defRPr>
            </a:lvl8pPr>
            <a:lvl9pPr algn="l">
              <a:defRPr sz="1650" b="0">
                <a:solidFill>
                  <a:srgbClr val="BAC5D8"/>
                </a:solidFill>
                <a:latin typeface="Noto Sans KR"/>
                <a:ea typeface="Noto Sans KR"/>
                <a:cs typeface="Noto Sans KR"/>
              </a:defRPr>
            </a:lvl9pPr>
          </a:lstStyle>
          <a:p xmlns:a="http://schemas.openxmlformats.org/drawingml/2006/main">
            <a:pPr algn="l">
              <a:defRPr sz="1650" b="0">
                <a:solidFill>
                  <a:srgbClr val="626262"/>
                </a:solidFill>
                <a:latin typeface="Noto Sans KR"/>
                <a:ea typeface="Noto Sans KR"/>
                <a:cs typeface="Noto Sans KR"/>
              </a:defRPr>
            </a:pPr>
            <a:r>
              <a:rPr sz="1650" b="0">
                <a:solidFill>
                  <a:srgbClr val="BAC5D8"/>
                </a:solidFill>
                <a:latin typeface="Noto Sans KR"/>
                <a:ea typeface="Noto Sans KR"/>
                <a:cs typeface="Noto Sans KR"/>
              </a:rPr>
              <a:t>분기별 안정성과 업종 구성</a:t>
            </a:r>
          </a:p>
        </p:txBody>
      </p:sp>
      <p:sp>
        <p:nvSpPr>
          <p:cNvPr id="18" name="">
            <a:extLst xmlns:a="http://schemas.openxmlformats.org/drawingml/2006/main">
              <a:ext uri="{FF2B5EF4-FFF2-40B4-BE49-F238E27FC236}">
                <a16:creationId xmlns:a16="http://schemas.microsoft.com/office/drawing/2014/main" id="{A9AF27BA-AF21-4A76-A794-D734E9141900}"/>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29167"/>
            </a:avLst>
          </a:prstGeom>
          <a:solidFill xmlns:a="http://schemas.openxmlformats.org/drawingml/2006/main">
            <a:srgbClr val="222E47"/>
          </a:solidFill>
          <a:ln xmlns:a="http://schemas.openxmlformats.org/drawingml/2006/main" w="19050">
            <a:solidFill>
              <a:srgbClr val="65718D"/>
            </a:solidFill>
          </a:ln>
        </p:spPr>
      </p:sp>
      <p:sp>
        <p:nvSpPr>
          <p:cNvPr id="19" name="전체 순위를 확인하고, 유형과 거래 구조를 함께 비교했다">
            <a:extLst xmlns:a="http://schemas.openxmlformats.org/drawingml/2006/main">
              <a:ext uri="{FF2B5EF4-FFF2-40B4-BE49-F238E27FC236}">
                <a16:creationId xmlns:a16="http://schemas.microsoft.com/office/drawing/2014/main" id="{2B041AE9-AE77-4855-B83B-40AC815743DA}"/>
              </a:ext>
            </a:extLst>
          </p:cNvPr>
          <p:cNvSpPr>
            <a:spLocks xmlns:a="http://schemas.openxmlformats.org/drawingml/2006/main" noGrp="1"/>
          </p:cNvSpPr>
          <p:nvPr/>
        </p:nvSpPr>
        <p:spPr>
          <a:xfrm xmlns:a="http://schemas.openxmlformats.org/drawingml/2006/main">
            <a:off x="1333500" y="59340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F1F5F9"/>
                </a:solidFill>
                <a:latin typeface="Noto Sans KR"/>
                <a:ea typeface="Noto Sans KR"/>
                <a:cs typeface="Noto Sans KR"/>
              </a:defRPr>
            </a:defPPr>
            <a:lvl1pPr algn="ctr">
              <a:defRPr sz="1875" b="1">
                <a:solidFill>
                  <a:srgbClr val="F1F5F9"/>
                </a:solidFill>
                <a:latin typeface="Noto Sans KR"/>
                <a:ea typeface="Noto Sans KR"/>
                <a:cs typeface="Noto Sans KR"/>
              </a:defRPr>
            </a:lvl1pPr>
            <a:lvl2pPr algn="ctr">
              <a:defRPr sz="1875" b="1">
                <a:solidFill>
                  <a:srgbClr val="F1F5F9"/>
                </a:solidFill>
                <a:latin typeface="Noto Sans KR"/>
                <a:ea typeface="Noto Sans KR"/>
                <a:cs typeface="Noto Sans KR"/>
              </a:defRPr>
            </a:lvl2pPr>
            <a:lvl3pPr algn="ctr">
              <a:defRPr sz="1875" b="1">
                <a:solidFill>
                  <a:srgbClr val="F1F5F9"/>
                </a:solidFill>
                <a:latin typeface="Noto Sans KR"/>
                <a:ea typeface="Noto Sans KR"/>
                <a:cs typeface="Noto Sans KR"/>
              </a:defRPr>
            </a:lvl3pPr>
            <a:lvl4pPr algn="ctr">
              <a:defRPr sz="1875" b="1">
                <a:solidFill>
                  <a:srgbClr val="F1F5F9"/>
                </a:solidFill>
                <a:latin typeface="Noto Sans KR"/>
                <a:ea typeface="Noto Sans KR"/>
                <a:cs typeface="Noto Sans KR"/>
              </a:defRPr>
            </a:lvl4pPr>
            <a:lvl5pPr algn="ctr">
              <a:defRPr sz="1875" b="1">
                <a:solidFill>
                  <a:srgbClr val="F1F5F9"/>
                </a:solidFill>
                <a:latin typeface="Noto Sans KR"/>
                <a:ea typeface="Noto Sans KR"/>
                <a:cs typeface="Noto Sans KR"/>
              </a:defRPr>
            </a:lvl5pPr>
            <a:lvl6pPr algn="ctr">
              <a:defRPr sz="1875" b="1">
                <a:solidFill>
                  <a:srgbClr val="F1F5F9"/>
                </a:solidFill>
                <a:latin typeface="Noto Sans KR"/>
                <a:ea typeface="Noto Sans KR"/>
                <a:cs typeface="Noto Sans KR"/>
              </a:defRPr>
            </a:lvl6pPr>
            <a:lvl7pPr algn="ctr">
              <a:defRPr sz="1875" b="1">
                <a:solidFill>
                  <a:srgbClr val="F1F5F9"/>
                </a:solidFill>
                <a:latin typeface="Noto Sans KR"/>
                <a:ea typeface="Noto Sans KR"/>
                <a:cs typeface="Noto Sans KR"/>
              </a:defRPr>
            </a:lvl7pPr>
            <a:lvl8pPr algn="ctr">
              <a:defRPr sz="1875" b="1">
                <a:solidFill>
                  <a:srgbClr val="F1F5F9"/>
                </a:solidFill>
                <a:latin typeface="Noto Sans KR"/>
                <a:ea typeface="Noto Sans KR"/>
                <a:cs typeface="Noto Sans KR"/>
              </a:defRPr>
            </a:lvl8pPr>
            <a:lvl9pPr algn="ctr">
              <a:defRPr sz="1875"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875" b="1">
                <a:solidFill>
                  <a:srgbClr val="F1F5F9"/>
                </a:solidFill>
                <a:latin typeface="Noto Sans KR"/>
                <a:ea typeface="Noto Sans KR"/>
                <a:cs typeface="Noto Sans KR"/>
              </a:rPr>
              <a:t>전체 순위를 확인하고, 유형과 거래 구조를 함께 비교했다</a:t>
            </a:r>
          </a:p>
        </p:txBody>
      </p:sp>
    </p:spTree>
    <p:extLst>
      <p:ext uri="{BB962C8B-B14F-4D97-AF65-F5344CB8AC3E}">
        <p14:creationId xmlns:p14="http://schemas.microsoft.com/office/powerpoint/2010/main" val="229318192"/>
      </p:ext>
    </p:extLst>
  </p:cSld>
</p:sld>
</file>

<file path=ppt/slides/slide3.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67B121F-73E7-4E17-8A98-E1D09778CA02}"/>
              </a:ext>
            </a:extLst>
          </p:cNvPr>
          <p:cNvPicPr>
            <a:picLocks xmlns:a="http://schemas.openxmlformats.org/drawingml/2006/main" noChangeAspect="1"/>
          </p:cNvPicPr>
          <p:nvPr/>
        </p:nvPicPr>
        <p:blipFill>
          <a:blip xmlns:r="http://schemas.openxmlformats.org/officeDocument/2006/relationships" xmlns:a="http://schemas.openxmlformats.org/drawingml/2006/main" r:embed="R39ac0763474e4bc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7개 원본을 같은 비교 단위로 통합">
            <a:extLst xmlns:a="http://schemas.openxmlformats.org/drawingml/2006/main">
              <a:ext uri="{FF2B5EF4-FFF2-40B4-BE49-F238E27FC236}">
                <a16:creationId xmlns:a16="http://schemas.microsoft.com/office/drawing/2014/main" id="{877C7025-37E4-448C-90EF-AC9EFDE1590A}"/>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150" b="1">
                <a:solidFill>
                  <a:srgbClr val="F1F5F9"/>
                </a:solidFill>
                <a:latin typeface="Noto Sans KR"/>
                <a:ea typeface="Noto Sans KR"/>
                <a:cs typeface="Noto Sans KR"/>
              </a:defRPr>
            </a:defPPr>
            <a:lvl1pPr algn="ctr">
              <a:defRPr sz="3150" b="1">
                <a:solidFill>
                  <a:srgbClr val="F1F5F9"/>
                </a:solidFill>
                <a:latin typeface="Noto Sans KR"/>
                <a:ea typeface="Noto Sans KR"/>
                <a:cs typeface="Noto Sans KR"/>
              </a:defRPr>
            </a:lvl1pPr>
            <a:lvl2pPr algn="ctr">
              <a:defRPr sz="3150" b="1">
                <a:solidFill>
                  <a:srgbClr val="F1F5F9"/>
                </a:solidFill>
                <a:latin typeface="Noto Sans KR"/>
                <a:ea typeface="Noto Sans KR"/>
                <a:cs typeface="Noto Sans KR"/>
              </a:defRPr>
            </a:lvl2pPr>
            <a:lvl3pPr algn="ctr">
              <a:defRPr sz="3150" b="1">
                <a:solidFill>
                  <a:srgbClr val="F1F5F9"/>
                </a:solidFill>
                <a:latin typeface="Noto Sans KR"/>
                <a:ea typeface="Noto Sans KR"/>
                <a:cs typeface="Noto Sans KR"/>
              </a:defRPr>
            </a:lvl3pPr>
            <a:lvl4pPr algn="ctr">
              <a:defRPr sz="3150" b="1">
                <a:solidFill>
                  <a:srgbClr val="F1F5F9"/>
                </a:solidFill>
                <a:latin typeface="Noto Sans KR"/>
                <a:ea typeface="Noto Sans KR"/>
                <a:cs typeface="Noto Sans KR"/>
              </a:defRPr>
            </a:lvl4pPr>
            <a:lvl5pPr algn="ctr">
              <a:defRPr sz="3150" b="1">
                <a:solidFill>
                  <a:srgbClr val="F1F5F9"/>
                </a:solidFill>
                <a:latin typeface="Noto Sans KR"/>
                <a:ea typeface="Noto Sans KR"/>
                <a:cs typeface="Noto Sans KR"/>
              </a:defRPr>
            </a:lvl5pPr>
            <a:lvl6pPr algn="ctr">
              <a:defRPr sz="3150" b="1">
                <a:solidFill>
                  <a:srgbClr val="F1F5F9"/>
                </a:solidFill>
                <a:latin typeface="Noto Sans KR"/>
                <a:ea typeface="Noto Sans KR"/>
                <a:cs typeface="Noto Sans KR"/>
              </a:defRPr>
            </a:lvl6pPr>
            <a:lvl7pPr algn="ctr">
              <a:defRPr sz="3150" b="1">
                <a:solidFill>
                  <a:srgbClr val="F1F5F9"/>
                </a:solidFill>
                <a:latin typeface="Noto Sans KR"/>
                <a:ea typeface="Noto Sans KR"/>
                <a:cs typeface="Noto Sans KR"/>
              </a:defRPr>
            </a:lvl7pPr>
            <a:lvl8pPr algn="ctr">
              <a:defRPr sz="3150" b="1">
                <a:solidFill>
                  <a:srgbClr val="F1F5F9"/>
                </a:solidFill>
                <a:latin typeface="Noto Sans KR"/>
                <a:ea typeface="Noto Sans KR"/>
                <a:cs typeface="Noto Sans KR"/>
              </a:defRPr>
            </a:lvl8pPr>
            <a:lvl9pPr algn="ctr">
              <a:defRPr sz="3150" b="1">
                <a:solidFill>
                  <a:srgbClr val="F1F5F9"/>
                </a:solidFill>
                <a:latin typeface="Noto Sans KR"/>
                <a:ea typeface="Noto Sans KR"/>
                <a:cs typeface="Noto Sans KR"/>
              </a:defRPr>
            </a:lvl9pPr>
          </a:lstStyle>
          <a:p xmlns:a="http://schemas.openxmlformats.org/drawingml/2006/main">
            <a:pPr algn="ctr">
              <a:defRPr sz="3150" b="1">
                <a:solidFill>
                  <a:srgbClr val="090909"/>
                </a:solidFill>
                <a:latin typeface="Noto Sans KR"/>
                <a:ea typeface="Noto Sans KR"/>
                <a:cs typeface="Noto Sans KR"/>
              </a:defRPr>
            </a:pPr>
            <a:r>
              <a:rPr sz="3150" b="1">
                <a:solidFill>
                  <a:srgbClr val="F1F5F9"/>
                </a:solidFill>
                <a:latin typeface="Noto Sans KR"/>
                <a:ea typeface="Noto Sans KR"/>
                <a:cs typeface="Noto Sans KR"/>
              </a:rPr>
              <a:t>7개 원본을 같은 비교 단위로 통합</a:t>
            </a:r>
          </a:p>
        </p:txBody>
      </p:sp>
      <p:sp>
        <p:nvSpPr>
          <p:cNvPr id="4" name="">
            <a:extLst xmlns:a="http://schemas.openxmlformats.org/drawingml/2006/main">
              <a:ext uri="{FF2B5EF4-FFF2-40B4-BE49-F238E27FC236}">
                <a16:creationId xmlns:a16="http://schemas.microsoft.com/office/drawing/2014/main" id="{5AF09FD3-E99B-4449-BB50-BEEDFE10CB36}"/>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5" name="매출 · 점포 · 유동인구 · 직장인구 · 시설 · 상권영역 · 변화지표">
            <a:extLst xmlns:a="http://schemas.openxmlformats.org/drawingml/2006/main">
              <a:ext uri="{FF2B5EF4-FFF2-40B4-BE49-F238E27FC236}">
                <a16:creationId xmlns:a16="http://schemas.microsoft.com/office/drawing/2014/main" id="{B778F990-B061-43FD-BA04-1258D6BBEDA1}"/>
              </a:ext>
            </a:extLst>
          </p:cNvPr>
          <p:cNvSpPr>
            <a:spLocks xmlns:a="http://schemas.openxmlformats.org/drawingml/2006/main" noGrp="1"/>
          </p:cNvSpPr>
          <p:nvPr/>
        </p:nvSpPr>
        <p:spPr>
          <a:xfrm xmlns:a="http://schemas.openxmlformats.org/drawingml/2006/main">
            <a:off x="1000125" y="2352675"/>
            <a:ext cx="1019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F1F5F9"/>
                </a:solidFill>
                <a:latin typeface="Noto Sans KR"/>
                <a:ea typeface="Noto Sans KR"/>
                <a:cs typeface="Noto Sans KR"/>
              </a:defRPr>
            </a:defPPr>
            <a:lvl1pPr algn="ctr">
              <a:defRPr sz="1725" b="1">
                <a:solidFill>
                  <a:srgbClr val="F1F5F9"/>
                </a:solidFill>
                <a:latin typeface="Noto Sans KR"/>
                <a:ea typeface="Noto Sans KR"/>
                <a:cs typeface="Noto Sans KR"/>
              </a:defRPr>
            </a:lvl1pPr>
            <a:lvl2pPr algn="ctr">
              <a:defRPr sz="1725" b="1">
                <a:solidFill>
                  <a:srgbClr val="F1F5F9"/>
                </a:solidFill>
                <a:latin typeface="Noto Sans KR"/>
                <a:ea typeface="Noto Sans KR"/>
                <a:cs typeface="Noto Sans KR"/>
              </a:defRPr>
            </a:lvl2pPr>
            <a:lvl3pPr algn="ctr">
              <a:defRPr sz="1725" b="1">
                <a:solidFill>
                  <a:srgbClr val="F1F5F9"/>
                </a:solidFill>
                <a:latin typeface="Noto Sans KR"/>
                <a:ea typeface="Noto Sans KR"/>
                <a:cs typeface="Noto Sans KR"/>
              </a:defRPr>
            </a:lvl3pPr>
            <a:lvl4pPr algn="ctr">
              <a:defRPr sz="1725" b="1">
                <a:solidFill>
                  <a:srgbClr val="F1F5F9"/>
                </a:solidFill>
                <a:latin typeface="Noto Sans KR"/>
                <a:ea typeface="Noto Sans KR"/>
                <a:cs typeface="Noto Sans KR"/>
              </a:defRPr>
            </a:lvl4pPr>
            <a:lvl5pPr algn="ctr">
              <a:defRPr sz="1725" b="1">
                <a:solidFill>
                  <a:srgbClr val="F1F5F9"/>
                </a:solidFill>
                <a:latin typeface="Noto Sans KR"/>
                <a:ea typeface="Noto Sans KR"/>
                <a:cs typeface="Noto Sans KR"/>
              </a:defRPr>
            </a:lvl5pPr>
            <a:lvl6pPr algn="ctr">
              <a:defRPr sz="1725" b="1">
                <a:solidFill>
                  <a:srgbClr val="F1F5F9"/>
                </a:solidFill>
                <a:latin typeface="Noto Sans KR"/>
                <a:ea typeface="Noto Sans KR"/>
                <a:cs typeface="Noto Sans KR"/>
              </a:defRPr>
            </a:lvl6pPr>
            <a:lvl7pPr algn="ctr">
              <a:defRPr sz="1725" b="1">
                <a:solidFill>
                  <a:srgbClr val="F1F5F9"/>
                </a:solidFill>
                <a:latin typeface="Noto Sans KR"/>
                <a:ea typeface="Noto Sans KR"/>
                <a:cs typeface="Noto Sans KR"/>
              </a:defRPr>
            </a:lvl7pPr>
            <a:lvl8pPr algn="ctr">
              <a:defRPr sz="1725" b="1">
                <a:solidFill>
                  <a:srgbClr val="F1F5F9"/>
                </a:solidFill>
                <a:latin typeface="Noto Sans KR"/>
                <a:ea typeface="Noto Sans KR"/>
                <a:cs typeface="Noto Sans KR"/>
              </a:defRPr>
            </a:lvl8pPr>
            <a:lvl9pPr algn="ctr">
              <a:defRPr sz="1725" b="1">
                <a:solidFill>
                  <a:srgbClr val="F1F5F9"/>
                </a:solidFill>
                <a:latin typeface="Noto Sans KR"/>
                <a:ea typeface="Noto Sans KR"/>
                <a:cs typeface="Noto Sans KR"/>
              </a:defRPr>
            </a:lvl9pPr>
          </a:lstStyle>
          <a:p xmlns:a="http://schemas.openxmlformats.org/drawingml/2006/main">
            <a:pPr algn="ctr">
              <a:defRPr sz="1725" b="1">
                <a:solidFill>
                  <a:srgbClr val="090909"/>
                </a:solidFill>
                <a:latin typeface="Noto Sans KR"/>
                <a:ea typeface="Noto Sans KR"/>
                <a:cs typeface="Noto Sans KR"/>
              </a:defRPr>
            </a:pPr>
            <a:r>
              <a:rPr sz="1725" b="1">
                <a:solidFill>
                  <a:srgbClr val="F1F5F9"/>
                </a:solidFill>
                <a:latin typeface="Noto Sans KR"/>
                <a:ea typeface="Noto Sans KR"/>
                <a:cs typeface="Noto Sans KR"/>
              </a:rPr>
              <a:t>매출 · 점포 · 유동인구 · 직장인구 · 시설 · 상권영역 · 변화지표</a:t>
            </a:r>
          </a:p>
        </p:txBody>
      </p:sp>
      <p:sp>
        <p:nvSpPr>
          <p:cNvPr id="6" name="">
            <a:extLst xmlns:a="http://schemas.openxmlformats.org/drawingml/2006/main">
              <a:ext uri="{FF2B5EF4-FFF2-40B4-BE49-F238E27FC236}">
                <a16:creationId xmlns:a16="http://schemas.microsoft.com/office/drawing/2014/main" id="{3498927C-6337-4331-AFEF-5B2B27628DC1}"/>
              </a:ext>
            </a:extLst>
          </p:cNvPr>
          <p:cNvSpPr>
            <a:spLocks xmlns:a="http://schemas.openxmlformats.org/drawingml/2006/main" noGrp="1"/>
          </p:cNvSpPr>
          <p:nvPr/>
        </p:nvSpPr>
        <p:spPr>
          <a:xfrm xmlns:a="http://schemas.openxmlformats.org/drawingml/2006/main">
            <a:off x="1000125" y="2895600"/>
            <a:ext cx="1857375" cy="1000125"/>
          </a:xfrm>
          <a:prstGeom xmlns:a="http://schemas.openxmlformats.org/drawingml/2006/main" prst="roundRect">
            <a:avLst>
              <a:gd name="adj" fmla="val 17143"/>
            </a:avLst>
          </a:prstGeom>
          <a:solidFill xmlns:a="http://schemas.openxmlformats.org/drawingml/2006/main">
            <a:srgbClr val="434343"/>
          </a:solidFill>
          <a:ln xmlns:a="http://schemas.openxmlformats.org/drawingml/2006/main" w="19050">
            <a:solidFill>
              <a:srgbClr val="65718D"/>
            </a:solidFill>
          </a:ln>
        </p:spPr>
      </p:sp>
      <p:sp>
        <p:nvSpPr>
          <p:cNvPr id="7" name="API 수집">
            <a:extLst xmlns:a="http://schemas.openxmlformats.org/drawingml/2006/main">
              <a:ext uri="{FF2B5EF4-FFF2-40B4-BE49-F238E27FC236}">
                <a16:creationId xmlns:a16="http://schemas.microsoft.com/office/drawing/2014/main" id="{9F0A3E47-8F74-4E1C-BA98-1F0417744E3D}"/>
              </a:ext>
            </a:extLst>
          </p:cNvPr>
          <p:cNvSpPr>
            <a:spLocks xmlns:a="http://schemas.openxmlformats.org/drawingml/2006/main" noGrp="1"/>
          </p:cNvSpPr>
          <p:nvPr/>
        </p:nvSpPr>
        <p:spPr>
          <a:xfrm xmlns:a="http://schemas.openxmlformats.org/drawingml/2006/main">
            <a:off x="1095375" y="3048000"/>
            <a:ext cx="1666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F1F5F9"/>
                </a:solidFill>
                <a:latin typeface="Noto Sans KR"/>
                <a:ea typeface="Noto Sans KR"/>
                <a:cs typeface="Noto Sans KR"/>
              </a:defRPr>
            </a:defPPr>
            <a:lvl1pPr algn="ctr">
              <a:defRPr sz="1950" b="1">
                <a:solidFill>
                  <a:srgbClr val="F1F5F9"/>
                </a:solidFill>
                <a:latin typeface="Noto Sans KR"/>
                <a:ea typeface="Noto Sans KR"/>
                <a:cs typeface="Noto Sans KR"/>
              </a:defRPr>
            </a:lvl1pPr>
            <a:lvl2pPr algn="ctr">
              <a:defRPr sz="1950" b="1">
                <a:solidFill>
                  <a:srgbClr val="F1F5F9"/>
                </a:solidFill>
                <a:latin typeface="Noto Sans KR"/>
                <a:ea typeface="Noto Sans KR"/>
                <a:cs typeface="Noto Sans KR"/>
              </a:defRPr>
            </a:lvl2pPr>
            <a:lvl3pPr algn="ctr">
              <a:defRPr sz="1950" b="1">
                <a:solidFill>
                  <a:srgbClr val="F1F5F9"/>
                </a:solidFill>
                <a:latin typeface="Noto Sans KR"/>
                <a:ea typeface="Noto Sans KR"/>
                <a:cs typeface="Noto Sans KR"/>
              </a:defRPr>
            </a:lvl3pPr>
            <a:lvl4pPr algn="ctr">
              <a:defRPr sz="1950" b="1">
                <a:solidFill>
                  <a:srgbClr val="F1F5F9"/>
                </a:solidFill>
                <a:latin typeface="Noto Sans KR"/>
                <a:ea typeface="Noto Sans KR"/>
                <a:cs typeface="Noto Sans KR"/>
              </a:defRPr>
            </a:lvl4pPr>
            <a:lvl5pPr algn="ctr">
              <a:defRPr sz="1950" b="1">
                <a:solidFill>
                  <a:srgbClr val="F1F5F9"/>
                </a:solidFill>
                <a:latin typeface="Noto Sans KR"/>
                <a:ea typeface="Noto Sans KR"/>
                <a:cs typeface="Noto Sans KR"/>
              </a:defRPr>
            </a:lvl5pPr>
            <a:lvl6pPr algn="ctr">
              <a:defRPr sz="1950" b="1">
                <a:solidFill>
                  <a:srgbClr val="F1F5F9"/>
                </a:solidFill>
                <a:latin typeface="Noto Sans KR"/>
                <a:ea typeface="Noto Sans KR"/>
                <a:cs typeface="Noto Sans KR"/>
              </a:defRPr>
            </a:lvl6pPr>
            <a:lvl7pPr algn="ctr">
              <a:defRPr sz="1950" b="1">
                <a:solidFill>
                  <a:srgbClr val="F1F5F9"/>
                </a:solidFill>
                <a:latin typeface="Noto Sans KR"/>
                <a:ea typeface="Noto Sans KR"/>
                <a:cs typeface="Noto Sans KR"/>
              </a:defRPr>
            </a:lvl7pPr>
            <a:lvl8pPr algn="ctr">
              <a:defRPr sz="1950" b="1">
                <a:solidFill>
                  <a:srgbClr val="F1F5F9"/>
                </a:solidFill>
                <a:latin typeface="Noto Sans KR"/>
                <a:ea typeface="Noto Sans KR"/>
                <a:cs typeface="Noto Sans KR"/>
              </a:defRPr>
            </a:lvl8pPr>
            <a:lvl9pPr algn="ctr">
              <a:defRPr sz="1950" b="1">
                <a:solidFill>
                  <a:srgbClr val="F1F5F9"/>
                </a:solidFill>
                <a:latin typeface="Noto Sans KR"/>
                <a:ea typeface="Noto Sans KR"/>
                <a:cs typeface="Noto Sans KR"/>
              </a:defRPr>
            </a:lvl9pPr>
          </a:lstStyle>
          <a:p xmlns:a="http://schemas.openxmlformats.org/drawingml/2006/main">
            <a:pPr algn="ctr">
              <a:defRPr sz="1950" b="1">
                <a:solidFill>
                  <a:srgbClr val="090909"/>
                </a:solidFill>
                <a:latin typeface="Noto Sans KR"/>
                <a:ea typeface="Noto Sans KR"/>
                <a:cs typeface="Noto Sans KR"/>
              </a:defRPr>
            </a:pPr>
            <a:r>
              <a:rPr sz="1950" b="1">
                <a:solidFill>
                  <a:srgbClr val="F1F5F9"/>
                </a:solidFill>
                <a:latin typeface="Noto Sans KR"/>
                <a:ea typeface="Noto Sans KR"/>
                <a:cs typeface="Noto Sans KR"/>
              </a:rPr>
              <a:t>API 수집</a:t>
            </a:r>
          </a:p>
        </p:txBody>
      </p:sp>
      <p:sp>
        <p:nvSpPr>
          <p:cNvPr id="8" name="Python">
            <a:extLst xmlns:a="http://schemas.openxmlformats.org/drawingml/2006/main">
              <a:ext uri="{FF2B5EF4-FFF2-40B4-BE49-F238E27FC236}">
                <a16:creationId xmlns:a16="http://schemas.microsoft.com/office/drawing/2014/main" id="{8CB6E53F-263D-4CE4-894C-DEDFC5B450C4}"/>
              </a:ext>
            </a:extLst>
          </p:cNvPr>
          <p:cNvSpPr>
            <a:spLocks xmlns:a="http://schemas.openxmlformats.org/drawingml/2006/main" noGrp="1"/>
          </p:cNvSpPr>
          <p:nvPr/>
        </p:nvSpPr>
        <p:spPr>
          <a:xfrm xmlns:a="http://schemas.openxmlformats.org/drawingml/2006/main">
            <a:off x="1076325" y="3457575"/>
            <a:ext cx="1704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BAC5D8"/>
                </a:solidFill>
                <a:latin typeface="Noto Sans KR"/>
                <a:ea typeface="Noto Sans KR"/>
                <a:cs typeface="Noto Sans KR"/>
              </a:defRPr>
            </a:defPPr>
            <a:lvl1pPr algn="ctr">
              <a:defRPr sz="1500" b="0">
                <a:solidFill>
                  <a:srgbClr val="BAC5D8"/>
                </a:solidFill>
                <a:latin typeface="Noto Sans KR"/>
                <a:ea typeface="Noto Sans KR"/>
                <a:cs typeface="Noto Sans KR"/>
              </a:defRPr>
            </a:lvl1pPr>
            <a:lvl2pPr algn="ctr">
              <a:defRPr sz="1500" b="0">
                <a:solidFill>
                  <a:srgbClr val="BAC5D8"/>
                </a:solidFill>
                <a:latin typeface="Noto Sans KR"/>
                <a:ea typeface="Noto Sans KR"/>
                <a:cs typeface="Noto Sans KR"/>
              </a:defRPr>
            </a:lvl2pPr>
            <a:lvl3pPr algn="ctr">
              <a:defRPr sz="1500" b="0">
                <a:solidFill>
                  <a:srgbClr val="BAC5D8"/>
                </a:solidFill>
                <a:latin typeface="Noto Sans KR"/>
                <a:ea typeface="Noto Sans KR"/>
                <a:cs typeface="Noto Sans KR"/>
              </a:defRPr>
            </a:lvl3pPr>
            <a:lvl4pPr algn="ctr">
              <a:defRPr sz="1500" b="0">
                <a:solidFill>
                  <a:srgbClr val="BAC5D8"/>
                </a:solidFill>
                <a:latin typeface="Noto Sans KR"/>
                <a:ea typeface="Noto Sans KR"/>
                <a:cs typeface="Noto Sans KR"/>
              </a:defRPr>
            </a:lvl4pPr>
            <a:lvl5pPr algn="ctr">
              <a:defRPr sz="1500" b="0">
                <a:solidFill>
                  <a:srgbClr val="BAC5D8"/>
                </a:solidFill>
                <a:latin typeface="Noto Sans KR"/>
                <a:ea typeface="Noto Sans KR"/>
                <a:cs typeface="Noto Sans KR"/>
              </a:defRPr>
            </a:lvl5pPr>
            <a:lvl6pPr algn="ctr">
              <a:defRPr sz="1500" b="0">
                <a:solidFill>
                  <a:srgbClr val="BAC5D8"/>
                </a:solidFill>
                <a:latin typeface="Noto Sans KR"/>
                <a:ea typeface="Noto Sans KR"/>
                <a:cs typeface="Noto Sans KR"/>
              </a:defRPr>
            </a:lvl6pPr>
            <a:lvl7pPr algn="ctr">
              <a:defRPr sz="1500" b="0">
                <a:solidFill>
                  <a:srgbClr val="BAC5D8"/>
                </a:solidFill>
                <a:latin typeface="Noto Sans KR"/>
                <a:ea typeface="Noto Sans KR"/>
                <a:cs typeface="Noto Sans KR"/>
              </a:defRPr>
            </a:lvl7pPr>
            <a:lvl8pPr algn="ctr">
              <a:defRPr sz="1500" b="0">
                <a:solidFill>
                  <a:srgbClr val="BAC5D8"/>
                </a:solidFill>
                <a:latin typeface="Noto Sans KR"/>
                <a:ea typeface="Noto Sans KR"/>
                <a:cs typeface="Noto Sans KR"/>
              </a:defRPr>
            </a:lvl8pPr>
            <a:lvl9pPr algn="ctr">
              <a:defRPr sz="1500" b="0">
                <a:solidFill>
                  <a:srgbClr val="BAC5D8"/>
                </a:solidFill>
                <a:latin typeface="Noto Sans KR"/>
                <a:ea typeface="Noto Sans KR"/>
                <a:cs typeface="Noto Sans KR"/>
              </a:defRPr>
            </a:lvl9pPr>
          </a:lstStyle>
          <a:p xmlns:a="http://schemas.openxmlformats.org/drawingml/2006/main">
            <a:pPr algn="ctr">
              <a:defRPr sz="1500" b="0">
                <a:solidFill>
                  <a:srgbClr val="626262"/>
                </a:solidFill>
                <a:latin typeface="Noto Sans KR"/>
                <a:ea typeface="Noto Sans KR"/>
                <a:cs typeface="Noto Sans KR"/>
              </a:defRPr>
            </a:pPr>
            <a:r>
              <a:rPr sz="1500" b="0">
                <a:solidFill>
                  <a:srgbClr val="BAC5D8"/>
                </a:solidFill>
                <a:latin typeface="Noto Sans KR"/>
                <a:ea typeface="Noto Sans KR"/>
                <a:cs typeface="Noto Sans KR"/>
              </a:rPr>
              <a:t>Python</a:t>
            </a:r>
          </a:p>
        </p:txBody>
      </p:sp>
      <p:sp>
        <p:nvSpPr>
          <p:cNvPr id="9" name="→">
            <a:extLst xmlns:a="http://schemas.openxmlformats.org/drawingml/2006/main">
              <a:ext uri="{FF2B5EF4-FFF2-40B4-BE49-F238E27FC236}">
                <a16:creationId xmlns:a16="http://schemas.microsoft.com/office/drawing/2014/main" id="{5995BADB-14FE-493A-AB6D-A1F418DC240C}"/>
              </a:ext>
            </a:extLst>
          </p:cNvPr>
          <p:cNvSpPr>
            <a:spLocks xmlns:a="http://schemas.openxmlformats.org/drawingml/2006/main" noGrp="1"/>
          </p:cNvSpPr>
          <p:nvPr/>
        </p:nvSpPr>
        <p:spPr>
          <a:xfrm xmlns:a="http://schemas.openxmlformats.org/drawingml/2006/main">
            <a:off x="2847975" y="3124200"/>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a:t>
            </a:r>
          </a:p>
        </p:txBody>
      </p:sp>
      <p:sp>
        <p:nvSpPr>
          <p:cNvPr id="10" name="">
            <a:extLst xmlns:a="http://schemas.openxmlformats.org/drawingml/2006/main">
              <a:ext uri="{FF2B5EF4-FFF2-40B4-BE49-F238E27FC236}">
                <a16:creationId xmlns:a16="http://schemas.microsoft.com/office/drawing/2014/main" id="{B419C4C4-A635-4B72-B79E-53C54FA32D8A}"/>
              </a:ext>
            </a:extLst>
          </p:cNvPr>
          <p:cNvSpPr>
            <a:spLocks xmlns:a="http://schemas.openxmlformats.org/drawingml/2006/main" noGrp="1"/>
          </p:cNvSpPr>
          <p:nvPr/>
        </p:nvSpPr>
        <p:spPr>
          <a:xfrm xmlns:a="http://schemas.openxmlformats.org/drawingml/2006/main">
            <a:off x="3086100" y="2895600"/>
            <a:ext cx="1857375" cy="1000125"/>
          </a:xfrm>
          <a:prstGeom xmlns:a="http://schemas.openxmlformats.org/drawingml/2006/main" prst="roundRect">
            <a:avLst>
              <a:gd name="adj" fmla="val 17143"/>
            </a:avLst>
          </a:prstGeom>
          <a:solidFill xmlns:a="http://schemas.openxmlformats.org/drawingml/2006/main">
            <a:srgbClr val="434343"/>
          </a:solidFill>
          <a:ln xmlns:a="http://schemas.openxmlformats.org/drawingml/2006/main" w="19050">
            <a:solidFill>
              <a:srgbClr val="65718D"/>
            </a:solidFill>
          </a:ln>
        </p:spPr>
      </p:sp>
      <p:sp>
        <p:nvSpPr>
          <p:cNvPr id="11" name="원본 적재">
            <a:extLst xmlns:a="http://schemas.openxmlformats.org/drawingml/2006/main">
              <a:ext uri="{FF2B5EF4-FFF2-40B4-BE49-F238E27FC236}">
                <a16:creationId xmlns:a16="http://schemas.microsoft.com/office/drawing/2014/main" id="{1887423C-B92D-4A33-B695-9FA65956DA4A}"/>
              </a:ext>
            </a:extLst>
          </p:cNvPr>
          <p:cNvSpPr>
            <a:spLocks xmlns:a="http://schemas.openxmlformats.org/drawingml/2006/main" noGrp="1"/>
          </p:cNvSpPr>
          <p:nvPr/>
        </p:nvSpPr>
        <p:spPr>
          <a:xfrm xmlns:a="http://schemas.openxmlformats.org/drawingml/2006/main">
            <a:off x="3181350" y="3048000"/>
            <a:ext cx="1666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F1F5F9"/>
                </a:solidFill>
                <a:latin typeface="Noto Sans KR"/>
                <a:ea typeface="Noto Sans KR"/>
                <a:cs typeface="Noto Sans KR"/>
              </a:defRPr>
            </a:defPPr>
            <a:lvl1pPr algn="ctr">
              <a:defRPr sz="1950" b="1">
                <a:solidFill>
                  <a:srgbClr val="F1F5F9"/>
                </a:solidFill>
                <a:latin typeface="Noto Sans KR"/>
                <a:ea typeface="Noto Sans KR"/>
                <a:cs typeface="Noto Sans KR"/>
              </a:defRPr>
            </a:lvl1pPr>
            <a:lvl2pPr algn="ctr">
              <a:defRPr sz="1950" b="1">
                <a:solidFill>
                  <a:srgbClr val="F1F5F9"/>
                </a:solidFill>
                <a:latin typeface="Noto Sans KR"/>
                <a:ea typeface="Noto Sans KR"/>
                <a:cs typeface="Noto Sans KR"/>
              </a:defRPr>
            </a:lvl2pPr>
            <a:lvl3pPr algn="ctr">
              <a:defRPr sz="1950" b="1">
                <a:solidFill>
                  <a:srgbClr val="F1F5F9"/>
                </a:solidFill>
                <a:latin typeface="Noto Sans KR"/>
                <a:ea typeface="Noto Sans KR"/>
                <a:cs typeface="Noto Sans KR"/>
              </a:defRPr>
            </a:lvl3pPr>
            <a:lvl4pPr algn="ctr">
              <a:defRPr sz="1950" b="1">
                <a:solidFill>
                  <a:srgbClr val="F1F5F9"/>
                </a:solidFill>
                <a:latin typeface="Noto Sans KR"/>
                <a:ea typeface="Noto Sans KR"/>
                <a:cs typeface="Noto Sans KR"/>
              </a:defRPr>
            </a:lvl4pPr>
            <a:lvl5pPr algn="ctr">
              <a:defRPr sz="1950" b="1">
                <a:solidFill>
                  <a:srgbClr val="F1F5F9"/>
                </a:solidFill>
                <a:latin typeface="Noto Sans KR"/>
                <a:ea typeface="Noto Sans KR"/>
                <a:cs typeface="Noto Sans KR"/>
              </a:defRPr>
            </a:lvl5pPr>
            <a:lvl6pPr algn="ctr">
              <a:defRPr sz="1950" b="1">
                <a:solidFill>
                  <a:srgbClr val="F1F5F9"/>
                </a:solidFill>
                <a:latin typeface="Noto Sans KR"/>
                <a:ea typeface="Noto Sans KR"/>
                <a:cs typeface="Noto Sans KR"/>
              </a:defRPr>
            </a:lvl6pPr>
            <a:lvl7pPr algn="ctr">
              <a:defRPr sz="1950" b="1">
                <a:solidFill>
                  <a:srgbClr val="F1F5F9"/>
                </a:solidFill>
                <a:latin typeface="Noto Sans KR"/>
                <a:ea typeface="Noto Sans KR"/>
                <a:cs typeface="Noto Sans KR"/>
              </a:defRPr>
            </a:lvl7pPr>
            <a:lvl8pPr algn="ctr">
              <a:defRPr sz="1950" b="1">
                <a:solidFill>
                  <a:srgbClr val="F1F5F9"/>
                </a:solidFill>
                <a:latin typeface="Noto Sans KR"/>
                <a:ea typeface="Noto Sans KR"/>
                <a:cs typeface="Noto Sans KR"/>
              </a:defRPr>
            </a:lvl8pPr>
            <a:lvl9pPr algn="ctr">
              <a:defRPr sz="1950" b="1">
                <a:solidFill>
                  <a:srgbClr val="F1F5F9"/>
                </a:solidFill>
                <a:latin typeface="Noto Sans KR"/>
                <a:ea typeface="Noto Sans KR"/>
                <a:cs typeface="Noto Sans KR"/>
              </a:defRPr>
            </a:lvl9pPr>
          </a:lstStyle>
          <a:p xmlns:a="http://schemas.openxmlformats.org/drawingml/2006/main">
            <a:pPr algn="ctr">
              <a:defRPr sz="1950" b="1">
                <a:solidFill>
                  <a:srgbClr val="090909"/>
                </a:solidFill>
                <a:latin typeface="Noto Sans KR"/>
                <a:ea typeface="Noto Sans KR"/>
                <a:cs typeface="Noto Sans KR"/>
              </a:defRPr>
            </a:pPr>
            <a:r>
              <a:rPr sz="1950" b="1">
                <a:solidFill>
                  <a:srgbClr val="F1F5F9"/>
                </a:solidFill>
                <a:latin typeface="Noto Sans KR"/>
                <a:ea typeface="Noto Sans KR"/>
                <a:cs typeface="Noto Sans KR"/>
              </a:rPr>
              <a:t>원본 적재</a:t>
            </a:r>
          </a:p>
        </p:txBody>
      </p:sp>
      <p:sp>
        <p:nvSpPr>
          <p:cNvPr id="12" name="GCS · BigQuery">
            <a:extLst xmlns:a="http://schemas.openxmlformats.org/drawingml/2006/main">
              <a:ext uri="{FF2B5EF4-FFF2-40B4-BE49-F238E27FC236}">
                <a16:creationId xmlns:a16="http://schemas.microsoft.com/office/drawing/2014/main" id="{53B55C4B-94CE-403F-ACEE-CAA5EBA1354A}"/>
              </a:ext>
            </a:extLst>
          </p:cNvPr>
          <p:cNvSpPr>
            <a:spLocks xmlns:a="http://schemas.openxmlformats.org/drawingml/2006/main" noGrp="1"/>
          </p:cNvSpPr>
          <p:nvPr/>
        </p:nvSpPr>
        <p:spPr>
          <a:xfrm xmlns:a="http://schemas.openxmlformats.org/drawingml/2006/main">
            <a:off x="3162300" y="3457575"/>
            <a:ext cx="1704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BAC5D8"/>
                </a:solidFill>
                <a:latin typeface="Noto Sans KR"/>
                <a:ea typeface="Noto Sans KR"/>
                <a:cs typeface="Noto Sans KR"/>
              </a:defRPr>
            </a:defPPr>
            <a:lvl1pPr algn="ctr">
              <a:defRPr sz="1500" b="0">
                <a:solidFill>
                  <a:srgbClr val="BAC5D8"/>
                </a:solidFill>
                <a:latin typeface="Noto Sans KR"/>
                <a:ea typeface="Noto Sans KR"/>
                <a:cs typeface="Noto Sans KR"/>
              </a:defRPr>
            </a:lvl1pPr>
            <a:lvl2pPr algn="ctr">
              <a:defRPr sz="1500" b="0">
                <a:solidFill>
                  <a:srgbClr val="BAC5D8"/>
                </a:solidFill>
                <a:latin typeface="Noto Sans KR"/>
                <a:ea typeface="Noto Sans KR"/>
                <a:cs typeface="Noto Sans KR"/>
              </a:defRPr>
            </a:lvl2pPr>
            <a:lvl3pPr algn="ctr">
              <a:defRPr sz="1500" b="0">
                <a:solidFill>
                  <a:srgbClr val="BAC5D8"/>
                </a:solidFill>
                <a:latin typeface="Noto Sans KR"/>
                <a:ea typeface="Noto Sans KR"/>
                <a:cs typeface="Noto Sans KR"/>
              </a:defRPr>
            </a:lvl3pPr>
            <a:lvl4pPr algn="ctr">
              <a:defRPr sz="1500" b="0">
                <a:solidFill>
                  <a:srgbClr val="BAC5D8"/>
                </a:solidFill>
                <a:latin typeface="Noto Sans KR"/>
                <a:ea typeface="Noto Sans KR"/>
                <a:cs typeface="Noto Sans KR"/>
              </a:defRPr>
            </a:lvl4pPr>
            <a:lvl5pPr algn="ctr">
              <a:defRPr sz="1500" b="0">
                <a:solidFill>
                  <a:srgbClr val="BAC5D8"/>
                </a:solidFill>
                <a:latin typeface="Noto Sans KR"/>
                <a:ea typeface="Noto Sans KR"/>
                <a:cs typeface="Noto Sans KR"/>
              </a:defRPr>
            </a:lvl5pPr>
            <a:lvl6pPr algn="ctr">
              <a:defRPr sz="1500" b="0">
                <a:solidFill>
                  <a:srgbClr val="BAC5D8"/>
                </a:solidFill>
                <a:latin typeface="Noto Sans KR"/>
                <a:ea typeface="Noto Sans KR"/>
                <a:cs typeface="Noto Sans KR"/>
              </a:defRPr>
            </a:lvl6pPr>
            <a:lvl7pPr algn="ctr">
              <a:defRPr sz="1500" b="0">
                <a:solidFill>
                  <a:srgbClr val="BAC5D8"/>
                </a:solidFill>
                <a:latin typeface="Noto Sans KR"/>
                <a:ea typeface="Noto Sans KR"/>
                <a:cs typeface="Noto Sans KR"/>
              </a:defRPr>
            </a:lvl7pPr>
            <a:lvl8pPr algn="ctr">
              <a:defRPr sz="1500" b="0">
                <a:solidFill>
                  <a:srgbClr val="BAC5D8"/>
                </a:solidFill>
                <a:latin typeface="Noto Sans KR"/>
                <a:ea typeface="Noto Sans KR"/>
                <a:cs typeface="Noto Sans KR"/>
              </a:defRPr>
            </a:lvl8pPr>
            <a:lvl9pPr algn="ctr">
              <a:defRPr sz="1500" b="0">
                <a:solidFill>
                  <a:srgbClr val="BAC5D8"/>
                </a:solidFill>
                <a:latin typeface="Noto Sans KR"/>
                <a:ea typeface="Noto Sans KR"/>
                <a:cs typeface="Noto Sans KR"/>
              </a:defRPr>
            </a:lvl9pPr>
          </a:lstStyle>
          <a:p xmlns:a="http://schemas.openxmlformats.org/drawingml/2006/main">
            <a:pPr algn="ctr">
              <a:defRPr sz="1500" b="0">
                <a:solidFill>
                  <a:srgbClr val="626262"/>
                </a:solidFill>
                <a:latin typeface="Noto Sans KR"/>
                <a:ea typeface="Noto Sans KR"/>
                <a:cs typeface="Noto Sans KR"/>
              </a:defRPr>
            </a:pPr>
            <a:r>
              <a:rPr sz="1500" b="0">
                <a:solidFill>
                  <a:srgbClr val="BAC5D8"/>
                </a:solidFill>
                <a:latin typeface="Noto Sans KR"/>
                <a:ea typeface="Noto Sans KR"/>
                <a:cs typeface="Noto Sans KR"/>
              </a:rPr>
              <a:t>GCS · BigQuery</a:t>
            </a:r>
          </a:p>
        </p:txBody>
      </p:sp>
      <p:sp>
        <p:nvSpPr>
          <p:cNvPr id="13" name="→">
            <a:extLst xmlns:a="http://schemas.openxmlformats.org/drawingml/2006/main">
              <a:ext uri="{FF2B5EF4-FFF2-40B4-BE49-F238E27FC236}">
                <a16:creationId xmlns:a16="http://schemas.microsoft.com/office/drawing/2014/main" id="{399F72EE-54C8-4E32-B21B-5D3FE513EA71}"/>
              </a:ext>
            </a:extLst>
          </p:cNvPr>
          <p:cNvSpPr>
            <a:spLocks xmlns:a="http://schemas.openxmlformats.org/drawingml/2006/main" noGrp="1"/>
          </p:cNvSpPr>
          <p:nvPr/>
        </p:nvSpPr>
        <p:spPr>
          <a:xfrm xmlns:a="http://schemas.openxmlformats.org/drawingml/2006/main">
            <a:off x="4933950" y="3124200"/>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a:t>
            </a:r>
          </a:p>
        </p:txBody>
      </p:sp>
      <p:sp>
        <p:nvSpPr>
          <p:cNvPr id="14" name="">
            <a:extLst xmlns:a="http://schemas.openxmlformats.org/drawingml/2006/main">
              <a:ext uri="{FF2B5EF4-FFF2-40B4-BE49-F238E27FC236}">
                <a16:creationId xmlns:a16="http://schemas.microsoft.com/office/drawing/2014/main" id="{1A7F2523-A7DE-444D-B6A3-A2F8224DEFCC}"/>
              </a:ext>
            </a:extLst>
          </p:cNvPr>
          <p:cNvSpPr>
            <a:spLocks xmlns:a="http://schemas.openxmlformats.org/drawingml/2006/main" noGrp="1"/>
          </p:cNvSpPr>
          <p:nvPr/>
        </p:nvSpPr>
        <p:spPr>
          <a:xfrm xmlns:a="http://schemas.openxmlformats.org/drawingml/2006/main">
            <a:off x="5172075" y="2895600"/>
            <a:ext cx="1857375" cy="1000125"/>
          </a:xfrm>
          <a:prstGeom xmlns:a="http://schemas.openxmlformats.org/drawingml/2006/main" prst="roundRect">
            <a:avLst>
              <a:gd name="adj" fmla="val 17143"/>
            </a:avLst>
          </a:prstGeom>
          <a:solidFill xmlns:a="http://schemas.openxmlformats.org/drawingml/2006/main">
            <a:srgbClr val="166534"/>
          </a:solidFill>
          <a:ln xmlns:a="http://schemas.openxmlformats.org/drawingml/2006/main" w="19050">
            <a:solidFill>
              <a:srgbClr val="65718D"/>
            </a:solidFill>
          </a:ln>
        </p:spPr>
      </p:sp>
      <p:sp>
        <p:nvSpPr>
          <p:cNvPr id="15" name="정제·통합">
            <a:extLst xmlns:a="http://schemas.openxmlformats.org/drawingml/2006/main">
              <a:ext uri="{FF2B5EF4-FFF2-40B4-BE49-F238E27FC236}">
                <a16:creationId xmlns:a16="http://schemas.microsoft.com/office/drawing/2014/main" id="{09860035-B3D0-466E-9E36-6EC2AB74F40E}"/>
              </a:ext>
            </a:extLst>
          </p:cNvPr>
          <p:cNvSpPr>
            <a:spLocks xmlns:a="http://schemas.openxmlformats.org/drawingml/2006/main" noGrp="1"/>
          </p:cNvSpPr>
          <p:nvPr/>
        </p:nvSpPr>
        <p:spPr>
          <a:xfrm xmlns:a="http://schemas.openxmlformats.org/drawingml/2006/main">
            <a:off x="5267325" y="3048000"/>
            <a:ext cx="1666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F1F5F9"/>
                </a:solidFill>
                <a:latin typeface="Noto Sans KR"/>
                <a:ea typeface="Noto Sans KR"/>
                <a:cs typeface="Noto Sans KR"/>
              </a:defRPr>
            </a:defPPr>
            <a:lvl1pPr algn="ctr">
              <a:defRPr sz="1950" b="1">
                <a:solidFill>
                  <a:srgbClr val="F1F5F9"/>
                </a:solidFill>
                <a:latin typeface="Noto Sans KR"/>
                <a:ea typeface="Noto Sans KR"/>
                <a:cs typeface="Noto Sans KR"/>
              </a:defRPr>
            </a:lvl1pPr>
            <a:lvl2pPr algn="ctr">
              <a:defRPr sz="1950" b="1">
                <a:solidFill>
                  <a:srgbClr val="F1F5F9"/>
                </a:solidFill>
                <a:latin typeface="Noto Sans KR"/>
                <a:ea typeface="Noto Sans KR"/>
                <a:cs typeface="Noto Sans KR"/>
              </a:defRPr>
            </a:lvl2pPr>
            <a:lvl3pPr algn="ctr">
              <a:defRPr sz="1950" b="1">
                <a:solidFill>
                  <a:srgbClr val="F1F5F9"/>
                </a:solidFill>
                <a:latin typeface="Noto Sans KR"/>
                <a:ea typeface="Noto Sans KR"/>
                <a:cs typeface="Noto Sans KR"/>
              </a:defRPr>
            </a:lvl3pPr>
            <a:lvl4pPr algn="ctr">
              <a:defRPr sz="1950" b="1">
                <a:solidFill>
                  <a:srgbClr val="F1F5F9"/>
                </a:solidFill>
                <a:latin typeface="Noto Sans KR"/>
                <a:ea typeface="Noto Sans KR"/>
                <a:cs typeface="Noto Sans KR"/>
              </a:defRPr>
            </a:lvl4pPr>
            <a:lvl5pPr algn="ctr">
              <a:defRPr sz="1950" b="1">
                <a:solidFill>
                  <a:srgbClr val="F1F5F9"/>
                </a:solidFill>
                <a:latin typeface="Noto Sans KR"/>
                <a:ea typeface="Noto Sans KR"/>
                <a:cs typeface="Noto Sans KR"/>
              </a:defRPr>
            </a:lvl5pPr>
            <a:lvl6pPr algn="ctr">
              <a:defRPr sz="1950" b="1">
                <a:solidFill>
                  <a:srgbClr val="F1F5F9"/>
                </a:solidFill>
                <a:latin typeface="Noto Sans KR"/>
                <a:ea typeface="Noto Sans KR"/>
                <a:cs typeface="Noto Sans KR"/>
              </a:defRPr>
            </a:lvl6pPr>
            <a:lvl7pPr algn="ctr">
              <a:defRPr sz="1950" b="1">
                <a:solidFill>
                  <a:srgbClr val="F1F5F9"/>
                </a:solidFill>
                <a:latin typeface="Noto Sans KR"/>
                <a:ea typeface="Noto Sans KR"/>
                <a:cs typeface="Noto Sans KR"/>
              </a:defRPr>
            </a:lvl7pPr>
            <a:lvl8pPr algn="ctr">
              <a:defRPr sz="1950" b="1">
                <a:solidFill>
                  <a:srgbClr val="F1F5F9"/>
                </a:solidFill>
                <a:latin typeface="Noto Sans KR"/>
                <a:ea typeface="Noto Sans KR"/>
                <a:cs typeface="Noto Sans KR"/>
              </a:defRPr>
            </a:lvl8pPr>
            <a:lvl9pPr algn="ctr">
              <a:defRPr sz="1950" b="1">
                <a:solidFill>
                  <a:srgbClr val="F1F5F9"/>
                </a:solidFill>
                <a:latin typeface="Noto Sans KR"/>
                <a:ea typeface="Noto Sans KR"/>
                <a:cs typeface="Noto Sans KR"/>
              </a:defRPr>
            </a:lvl9pPr>
          </a:lstStyle>
          <a:p xmlns:a="http://schemas.openxmlformats.org/drawingml/2006/main">
            <a:pPr algn="ctr">
              <a:defRPr sz="1950" b="1">
                <a:solidFill>
                  <a:srgbClr val="090909"/>
                </a:solidFill>
                <a:latin typeface="Noto Sans KR"/>
                <a:ea typeface="Noto Sans KR"/>
                <a:cs typeface="Noto Sans KR"/>
              </a:defRPr>
            </a:pPr>
            <a:r>
              <a:rPr sz="1950" b="1">
                <a:solidFill>
                  <a:srgbClr val="F1F5F9"/>
                </a:solidFill>
                <a:latin typeface="Noto Sans KR"/>
                <a:ea typeface="Noto Sans KR"/>
                <a:cs typeface="Noto Sans KR"/>
              </a:rPr>
              <a:t>정제·통합</a:t>
            </a:r>
          </a:p>
        </p:txBody>
      </p:sp>
      <p:sp>
        <p:nvSpPr>
          <p:cNvPr id="16" name="dbt">
            <a:extLst xmlns:a="http://schemas.openxmlformats.org/drawingml/2006/main">
              <a:ext uri="{FF2B5EF4-FFF2-40B4-BE49-F238E27FC236}">
                <a16:creationId xmlns:a16="http://schemas.microsoft.com/office/drawing/2014/main" id="{6C0C2746-D52B-489B-BB9B-234C210F5EBE}"/>
              </a:ext>
            </a:extLst>
          </p:cNvPr>
          <p:cNvSpPr>
            <a:spLocks xmlns:a="http://schemas.openxmlformats.org/drawingml/2006/main" noGrp="1"/>
          </p:cNvSpPr>
          <p:nvPr/>
        </p:nvSpPr>
        <p:spPr>
          <a:xfrm xmlns:a="http://schemas.openxmlformats.org/drawingml/2006/main">
            <a:off x="5248275" y="3457575"/>
            <a:ext cx="1704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BAC5D8"/>
                </a:solidFill>
                <a:latin typeface="Noto Sans KR"/>
                <a:ea typeface="Noto Sans KR"/>
                <a:cs typeface="Noto Sans KR"/>
              </a:defRPr>
            </a:defPPr>
            <a:lvl1pPr algn="ctr">
              <a:defRPr sz="1500" b="0">
                <a:solidFill>
                  <a:srgbClr val="BAC5D8"/>
                </a:solidFill>
                <a:latin typeface="Noto Sans KR"/>
                <a:ea typeface="Noto Sans KR"/>
                <a:cs typeface="Noto Sans KR"/>
              </a:defRPr>
            </a:lvl1pPr>
            <a:lvl2pPr algn="ctr">
              <a:defRPr sz="1500" b="0">
                <a:solidFill>
                  <a:srgbClr val="BAC5D8"/>
                </a:solidFill>
                <a:latin typeface="Noto Sans KR"/>
                <a:ea typeface="Noto Sans KR"/>
                <a:cs typeface="Noto Sans KR"/>
              </a:defRPr>
            </a:lvl2pPr>
            <a:lvl3pPr algn="ctr">
              <a:defRPr sz="1500" b="0">
                <a:solidFill>
                  <a:srgbClr val="BAC5D8"/>
                </a:solidFill>
                <a:latin typeface="Noto Sans KR"/>
                <a:ea typeface="Noto Sans KR"/>
                <a:cs typeface="Noto Sans KR"/>
              </a:defRPr>
            </a:lvl3pPr>
            <a:lvl4pPr algn="ctr">
              <a:defRPr sz="1500" b="0">
                <a:solidFill>
                  <a:srgbClr val="BAC5D8"/>
                </a:solidFill>
                <a:latin typeface="Noto Sans KR"/>
                <a:ea typeface="Noto Sans KR"/>
                <a:cs typeface="Noto Sans KR"/>
              </a:defRPr>
            </a:lvl4pPr>
            <a:lvl5pPr algn="ctr">
              <a:defRPr sz="1500" b="0">
                <a:solidFill>
                  <a:srgbClr val="BAC5D8"/>
                </a:solidFill>
                <a:latin typeface="Noto Sans KR"/>
                <a:ea typeface="Noto Sans KR"/>
                <a:cs typeface="Noto Sans KR"/>
              </a:defRPr>
            </a:lvl5pPr>
            <a:lvl6pPr algn="ctr">
              <a:defRPr sz="1500" b="0">
                <a:solidFill>
                  <a:srgbClr val="BAC5D8"/>
                </a:solidFill>
                <a:latin typeface="Noto Sans KR"/>
                <a:ea typeface="Noto Sans KR"/>
                <a:cs typeface="Noto Sans KR"/>
              </a:defRPr>
            </a:lvl6pPr>
            <a:lvl7pPr algn="ctr">
              <a:defRPr sz="1500" b="0">
                <a:solidFill>
                  <a:srgbClr val="BAC5D8"/>
                </a:solidFill>
                <a:latin typeface="Noto Sans KR"/>
                <a:ea typeface="Noto Sans KR"/>
                <a:cs typeface="Noto Sans KR"/>
              </a:defRPr>
            </a:lvl7pPr>
            <a:lvl8pPr algn="ctr">
              <a:defRPr sz="1500" b="0">
                <a:solidFill>
                  <a:srgbClr val="BAC5D8"/>
                </a:solidFill>
                <a:latin typeface="Noto Sans KR"/>
                <a:ea typeface="Noto Sans KR"/>
                <a:cs typeface="Noto Sans KR"/>
              </a:defRPr>
            </a:lvl8pPr>
            <a:lvl9pPr algn="ctr">
              <a:defRPr sz="1500" b="0">
                <a:solidFill>
                  <a:srgbClr val="BAC5D8"/>
                </a:solidFill>
                <a:latin typeface="Noto Sans KR"/>
                <a:ea typeface="Noto Sans KR"/>
                <a:cs typeface="Noto Sans KR"/>
              </a:defRPr>
            </a:lvl9pPr>
          </a:lstStyle>
          <a:p xmlns:a="http://schemas.openxmlformats.org/drawingml/2006/main">
            <a:pPr algn="ctr">
              <a:defRPr sz="1500" b="0">
                <a:solidFill>
                  <a:srgbClr val="626262"/>
                </a:solidFill>
                <a:latin typeface="Noto Sans KR"/>
                <a:ea typeface="Noto Sans KR"/>
                <a:cs typeface="Noto Sans KR"/>
              </a:defRPr>
            </a:pPr>
            <a:r>
              <a:rPr sz="1500" b="0">
                <a:solidFill>
                  <a:srgbClr val="BAC5D8"/>
                </a:solidFill>
                <a:latin typeface="Noto Sans KR"/>
                <a:ea typeface="Noto Sans KR"/>
                <a:cs typeface="Noto Sans KR"/>
              </a:rPr>
              <a:t>dbt</a:t>
            </a:r>
          </a:p>
        </p:txBody>
      </p:sp>
      <p:sp>
        <p:nvSpPr>
          <p:cNvPr id="17" name="→">
            <a:extLst xmlns:a="http://schemas.openxmlformats.org/drawingml/2006/main">
              <a:ext uri="{FF2B5EF4-FFF2-40B4-BE49-F238E27FC236}">
                <a16:creationId xmlns:a16="http://schemas.microsoft.com/office/drawing/2014/main" id="{B59ACAEF-7E19-4818-AEAB-5B7ACD6ACE07}"/>
              </a:ext>
            </a:extLst>
          </p:cNvPr>
          <p:cNvSpPr>
            <a:spLocks xmlns:a="http://schemas.openxmlformats.org/drawingml/2006/main" noGrp="1"/>
          </p:cNvSpPr>
          <p:nvPr/>
        </p:nvSpPr>
        <p:spPr>
          <a:xfrm xmlns:a="http://schemas.openxmlformats.org/drawingml/2006/main">
            <a:off x="7019925" y="3124200"/>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a:t>
            </a:r>
          </a:p>
        </p:txBody>
      </p:sp>
      <p:sp>
        <p:nvSpPr>
          <p:cNvPr id="18" name="">
            <a:extLst xmlns:a="http://schemas.openxmlformats.org/drawingml/2006/main">
              <a:ext uri="{FF2B5EF4-FFF2-40B4-BE49-F238E27FC236}">
                <a16:creationId xmlns:a16="http://schemas.microsoft.com/office/drawing/2014/main" id="{B28A68E8-FC93-4B4B-AD78-0DAABC8011D3}"/>
              </a:ext>
            </a:extLst>
          </p:cNvPr>
          <p:cNvSpPr>
            <a:spLocks xmlns:a="http://schemas.openxmlformats.org/drawingml/2006/main" noGrp="1"/>
          </p:cNvSpPr>
          <p:nvPr/>
        </p:nvSpPr>
        <p:spPr>
          <a:xfrm xmlns:a="http://schemas.openxmlformats.org/drawingml/2006/main">
            <a:off x="7258050" y="2895600"/>
            <a:ext cx="1857375" cy="1000125"/>
          </a:xfrm>
          <a:prstGeom xmlns:a="http://schemas.openxmlformats.org/drawingml/2006/main" prst="roundRect">
            <a:avLst>
              <a:gd name="adj" fmla="val 17143"/>
            </a:avLst>
          </a:prstGeom>
          <a:solidFill xmlns:a="http://schemas.openxmlformats.org/drawingml/2006/main">
            <a:srgbClr val="434343"/>
          </a:solidFill>
          <a:ln xmlns:a="http://schemas.openxmlformats.org/drawingml/2006/main" w="19050">
            <a:solidFill>
              <a:srgbClr val="65718D"/>
            </a:solidFill>
          </a:ln>
        </p:spPr>
      </p:sp>
      <p:sp>
        <p:nvSpPr>
          <p:cNvPr id="19" name="검증·분석">
            <a:extLst xmlns:a="http://schemas.openxmlformats.org/drawingml/2006/main">
              <a:ext uri="{FF2B5EF4-FFF2-40B4-BE49-F238E27FC236}">
                <a16:creationId xmlns:a16="http://schemas.microsoft.com/office/drawing/2014/main" id="{41302BA5-B924-4445-AFFB-627CA040C400}"/>
              </a:ext>
            </a:extLst>
          </p:cNvPr>
          <p:cNvSpPr>
            <a:spLocks xmlns:a="http://schemas.openxmlformats.org/drawingml/2006/main" noGrp="1"/>
          </p:cNvSpPr>
          <p:nvPr/>
        </p:nvSpPr>
        <p:spPr>
          <a:xfrm xmlns:a="http://schemas.openxmlformats.org/drawingml/2006/main">
            <a:off x="7353300" y="3048000"/>
            <a:ext cx="1666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F1F5F9"/>
                </a:solidFill>
                <a:latin typeface="Noto Sans KR"/>
                <a:ea typeface="Noto Sans KR"/>
                <a:cs typeface="Noto Sans KR"/>
              </a:defRPr>
            </a:defPPr>
            <a:lvl1pPr algn="ctr">
              <a:defRPr sz="1950" b="1">
                <a:solidFill>
                  <a:srgbClr val="F1F5F9"/>
                </a:solidFill>
                <a:latin typeface="Noto Sans KR"/>
                <a:ea typeface="Noto Sans KR"/>
                <a:cs typeface="Noto Sans KR"/>
              </a:defRPr>
            </a:lvl1pPr>
            <a:lvl2pPr algn="ctr">
              <a:defRPr sz="1950" b="1">
                <a:solidFill>
                  <a:srgbClr val="F1F5F9"/>
                </a:solidFill>
                <a:latin typeface="Noto Sans KR"/>
                <a:ea typeface="Noto Sans KR"/>
                <a:cs typeface="Noto Sans KR"/>
              </a:defRPr>
            </a:lvl2pPr>
            <a:lvl3pPr algn="ctr">
              <a:defRPr sz="1950" b="1">
                <a:solidFill>
                  <a:srgbClr val="F1F5F9"/>
                </a:solidFill>
                <a:latin typeface="Noto Sans KR"/>
                <a:ea typeface="Noto Sans KR"/>
                <a:cs typeface="Noto Sans KR"/>
              </a:defRPr>
            </a:lvl3pPr>
            <a:lvl4pPr algn="ctr">
              <a:defRPr sz="1950" b="1">
                <a:solidFill>
                  <a:srgbClr val="F1F5F9"/>
                </a:solidFill>
                <a:latin typeface="Noto Sans KR"/>
                <a:ea typeface="Noto Sans KR"/>
                <a:cs typeface="Noto Sans KR"/>
              </a:defRPr>
            </a:lvl4pPr>
            <a:lvl5pPr algn="ctr">
              <a:defRPr sz="1950" b="1">
                <a:solidFill>
                  <a:srgbClr val="F1F5F9"/>
                </a:solidFill>
                <a:latin typeface="Noto Sans KR"/>
                <a:ea typeface="Noto Sans KR"/>
                <a:cs typeface="Noto Sans KR"/>
              </a:defRPr>
            </a:lvl5pPr>
            <a:lvl6pPr algn="ctr">
              <a:defRPr sz="1950" b="1">
                <a:solidFill>
                  <a:srgbClr val="F1F5F9"/>
                </a:solidFill>
                <a:latin typeface="Noto Sans KR"/>
                <a:ea typeface="Noto Sans KR"/>
                <a:cs typeface="Noto Sans KR"/>
              </a:defRPr>
            </a:lvl6pPr>
            <a:lvl7pPr algn="ctr">
              <a:defRPr sz="1950" b="1">
                <a:solidFill>
                  <a:srgbClr val="F1F5F9"/>
                </a:solidFill>
                <a:latin typeface="Noto Sans KR"/>
                <a:ea typeface="Noto Sans KR"/>
                <a:cs typeface="Noto Sans KR"/>
              </a:defRPr>
            </a:lvl7pPr>
            <a:lvl8pPr algn="ctr">
              <a:defRPr sz="1950" b="1">
                <a:solidFill>
                  <a:srgbClr val="F1F5F9"/>
                </a:solidFill>
                <a:latin typeface="Noto Sans KR"/>
                <a:ea typeface="Noto Sans KR"/>
                <a:cs typeface="Noto Sans KR"/>
              </a:defRPr>
            </a:lvl8pPr>
            <a:lvl9pPr algn="ctr">
              <a:defRPr sz="1950" b="1">
                <a:solidFill>
                  <a:srgbClr val="F1F5F9"/>
                </a:solidFill>
                <a:latin typeface="Noto Sans KR"/>
                <a:ea typeface="Noto Sans KR"/>
                <a:cs typeface="Noto Sans KR"/>
              </a:defRPr>
            </a:lvl9pPr>
          </a:lstStyle>
          <a:p xmlns:a="http://schemas.openxmlformats.org/drawingml/2006/main">
            <a:pPr algn="ctr">
              <a:defRPr sz="1950" b="1">
                <a:solidFill>
                  <a:srgbClr val="090909"/>
                </a:solidFill>
                <a:latin typeface="Noto Sans KR"/>
                <a:ea typeface="Noto Sans KR"/>
                <a:cs typeface="Noto Sans KR"/>
              </a:defRPr>
            </a:pPr>
            <a:r>
              <a:rPr sz="1950" b="1">
                <a:solidFill>
                  <a:srgbClr val="F1F5F9"/>
                </a:solidFill>
                <a:latin typeface="Noto Sans KR"/>
                <a:ea typeface="Noto Sans KR"/>
                <a:cs typeface="Noto Sans KR"/>
              </a:rPr>
              <a:t>검증·분석</a:t>
            </a:r>
          </a:p>
        </p:txBody>
      </p:sp>
      <p:sp>
        <p:nvSpPr>
          <p:cNvPr id="20" name="Python">
            <a:extLst xmlns:a="http://schemas.openxmlformats.org/drawingml/2006/main">
              <a:ext uri="{FF2B5EF4-FFF2-40B4-BE49-F238E27FC236}">
                <a16:creationId xmlns:a16="http://schemas.microsoft.com/office/drawing/2014/main" id="{8CB0F062-A067-4420-8C41-431C19469C5A}"/>
              </a:ext>
            </a:extLst>
          </p:cNvPr>
          <p:cNvSpPr>
            <a:spLocks xmlns:a="http://schemas.openxmlformats.org/drawingml/2006/main" noGrp="1"/>
          </p:cNvSpPr>
          <p:nvPr/>
        </p:nvSpPr>
        <p:spPr>
          <a:xfrm xmlns:a="http://schemas.openxmlformats.org/drawingml/2006/main">
            <a:off x="7334250" y="3457575"/>
            <a:ext cx="1704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BAC5D8"/>
                </a:solidFill>
                <a:latin typeface="Noto Sans KR"/>
                <a:ea typeface="Noto Sans KR"/>
                <a:cs typeface="Noto Sans KR"/>
              </a:defRPr>
            </a:defPPr>
            <a:lvl1pPr algn="ctr">
              <a:defRPr sz="1500" b="0">
                <a:solidFill>
                  <a:srgbClr val="BAC5D8"/>
                </a:solidFill>
                <a:latin typeface="Noto Sans KR"/>
                <a:ea typeface="Noto Sans KR"/>
                <a:cs typeface="Noto Sans KR"/>
              </a:defRPr>
            </a:lvl1pPr>
            <a:lvl2pPr algn="ctr">
              <a:defRPr sz="1500" b="0">
                <a:solidFill>
                  <a:srgbClr val="BAC5D8"/>
                </a:solidFill>
                <a:latin typeface="Noto Sans KR"/>
                <a:ea typeface="Noto Sans KR"/>
                <a:cs typeface="Noto Sans KR"/>
              </a:defRPr>
            </a:lvl2pPr>
            <a:lvl3pPr algn="ctr">
              <a:defRPr sz="1500" b="0">
                <a:solidFill>
                  <a:srgbClr val="BAC5D8"/>
                </a:solidFill>
                <a:latin typeface="Noto Sans KR"/>
                <a:ea typeface="Noto Sans KR"/>
                <a:cs typeface="Noto Sans KR"/>
              </a:defRPr>
            </a:lvl3pPr>
            <a:lvl4pPr algn="ctr">
              <a:defRPr sz="1500" b="0">
                <a:solidFill>
                  <a:srgbClr val="BAC5D8"/>
                </a:solidFill>
                <a:latin typeface="Noto Sans KR"/>
                <a:ea typeface="Noto Sans KR"/>
                <a:cs typeface="Noto Sans KR"/>
              </a:defRPr>
            </a:lvl4pPr>
            <a:lvl5pPr algn="ctr">
              <a:defRPr sz="1500" b="0">
                <a:solidFill>
                  <a:srgbClr val="BAC5D8"/>
                </a:solidFill>
                <a:latin typeface="Noto Sans KR"/>
                <a:ea typeface="Noto Sans KR"/>
                <a:cs typeface="Noto Sans KR"/>
              </a:defRPr>
            </a:lvl5pPr>
            <a:lvl6pPr algn="ctr">
              <a:defRPr sz="1500" b="0">
                <a:solidFill>
                  <a:srgbClr val="BAC5D8"/>
                </a:solidFill>
                <a:latin typeface="Noto Sans KR"/>
                <a:ea typeface="Noto Sans KR"/>
                <a:cs typeface="Noto Sans KR"/>
              </a:defRPr>
            </a:lvl6pPr>
            <a:lvl7pPr algn="ctr">
              <a:defRPr sz="1500" b="0">
                <a:solidFill>
                  <a:srgbClr val="BAC5D8"/>
                </a:solidFill>
                <a:latin typeface="Noto Sans KR"/>
                <a:ea typeface="Noto Sans KR"/>
                <a:cs typeface="Noto Sans KR"/>
              </a:defRPr>
            </a:lvl7pPr>
            <a:lvl8pPr algn="ctr">
              <a:defRPr sz="1500" b="0">
                <a:solidFill>
                  <a:srgbClr val="BAC5D8"/>
                </a:solidFill>
                <a:latin typeface="Noto Sans KR"/>
                <a:ea typeface="Noto Sans KR"/>
                <a:cs typeface="Noto Sans KR"/>
              </a:defRPr>
            </a:lvl8pPr>
            <a:lvl9pPr algn="ctr">
              <a:defRPr sz="1500" b="0">
                <a:solidFill>
                  <a:srgbClr val="BAC5D8"/>
                </a:solidFill>
                <a:latin typeface="Noto Sans KR"/>
                <a:ea typeface="Noto Sans KR"/>
                <a:cs typeface="Noto Sans KR"/>
              </a:defRPr>
            </a:lvl9pPr>
          </a:lstStyle>
          <a:p xmlns:a="http://schemas.openxmlformats.org/drawingml/2006/main">
            <a:pPr algn="ctr">
              <a:defRPr sz="1500" b="0">
                <a:solidFill>
                  <a:srgbClr val="626262"/>
                </a:solidFill>
                <a:latin typeface="Noto Sans KR"/>
                <a:ea typeface="Noto Sans KR"/>
                <a:cs typeface="Noto Sans KR"/>
              </a:defRPr>
            </a:pPr>
            <a:r>
              <a:rPr sz="1500" b="0">
                <a:solidFill>
                  <a:srgbClr val="BAC5D8"/>
                </a:solidFill>
                <a:latin typeface="Noto Sans KR"/>
                <a:ea typeface="Noto Sans KR"/>
                <a:cs typeface="Noto Sans KR"/>
              </a:rPr>
              <a:t>Python</a:t>
            </a:r>
          </a:p>
        </p:txBody>
      </p:sp>
      <p:sp>
        <p:nvSpPr>
          <p:cNvPr id="21" name="→">
            <a:extLst xmlns:a="http://schemas.openxmlformats.org/drawingml/2006/main">
              <a:ext uri="{FF2B5EF4-FFF2-40B4-BE49-F238E27FC236}">
                <a16:creationId xmlns:a16="http://schemas.microsoft.com/office/drawing/2014/main" id="{061FA874-4ADF-4D27-8A5B-F2455BCDFAE9}"/>
              </a:ext>
            </a:extLst>
          </p:cNvPr>
          <p:cNvSpPr>
            <a:spLocks xmlns:a="http://schemas.openxmlformats.org/drawingml/2006/main" noGrp="1"/>
          </p:cNvSpPr>
          <p:nvPr/>
        </p:nvSpPr>
        <p:spPr>
          <a:xfrm xmlns:a="http://schemas.openxmlformats.org/drawingml/2006/main">
            <a:off x="9105900" y="3124200"/>
            <a:ext cx="2571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a:t>
            </a:r>
          </a:p>
        </p:txBody>
      </p:sp>
      <p:sp>
        <p:nvSpPr>
          <p:cNvPr id="22" name="">
            <a:extLst xmlns:a="http://schemas.openxmlformats.org/drawingml/2006/main">
              <a:ext uri="{FF2B5EF4-FFF2-40B4-BE49-F238E27FC236}">
                <a16:creationId xmlns:a16="http://schemas.microsoft.com/office/drawing/2014/main" id="{5495B90A-D739-4CA1-97F9-ADE199B66491}"/>
              </a:ext>
            </a:extLst>
          </p:cNvPr>
          <p:cNvSpPr>
            <a:spLocks xmlns:a="http://schemas.openxmlformats.org/drawingml/2006/main" noGrp="1"/>
          </p:cNvSpPr>
          <p:nvPr/>
        </p:nvSpPr>
        <p:spPr>
          <a:xfrm xmlns:a="http://schemas.openxmlformats.org/drawingml/2006/main">
            <a:off x="9344025" y="2895600"/>
            <a:ext cx="1857375" cy="1000125"/>
          </a:xfrm>
          <a:prstGeom xmlns:a="http://schemas.openxmlformats.org/drawingml/2006/main" prst="roundRect">
            <a:avLst>
              <a:gd name="adj" fmla="val 17143"/>
            </a:avLst>
          </a:prstGeom>
          <a:solidFill xmlns:a="http://schemas.openxmlformats.org/drawingml/2006/main">
            <a:srgbClr val="434343"/>
          </a:solidFill>
          <a:ln xmlns:a="http://schemas.openxmlformats.org/drawingml/2006/main" w="19050">
            <a:solidFill>
              <a:srgbClr val="65718D"/>
            </a:solidFill>
          </a:ln>
        </p:spPr>
      </p:sp>
      <p:sp>
        <p:nvSpPr>
          <p:cNvPr id="23" name="탐색·공유">
            <a:extLst xmlns:a="http://schemas.openxmlformats.org/drawingml/2006/main">
              <a:ext uri="{FF2B5EF4-FFF2-40B4-BE49-F238E27FC236}">
                <a16:creationId xmlns:a16="http://schemas.microsoft.com/office/drawing/2014/main" id="{7E854EBF-D17E-48B5-B222-1E841B85518F}"/>
              </a:ext>
            </a:extLst>
          </p:cNvPr>
          <p:cNvSpPr>
            <a:spLocks xmlns:a="http://schemas.openxmlformats.org/drawingml/2006/main" noGrp="1"/>
          </p:cNvSpPr>
          <p:nvPr/>
        </p:nvSpPr>
        <p:spPr>
          <a:xfrm xmlns:a="http://schemas.openxmlformats.org/drawingml/2006/main">
            <a:off x="9439275" y="3048000"/>
            <a:ext cx="1666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F1F5F9"/>
                </a:solidFill>
                <a:latin typeface="Noto Sans KR"/>
                <a:ea typeface="Noto Sans KR"/>
                <a:cs typeface="Noto Sans KR"/>
              </a:defRPr>
            </a:defPPr>
            <a:lvl1pPr algn="ctr">
              <a:defRPr sz="1950" b="1">
                <a:solidFill>
                  <a:srgbClr val="F1F5F9"/>
                </a:solidFill>
                <a:latin typeface="Noto Sans KR"/>
                <a:ea typeface="Noto Sans KR"/>
                <a:cs typeface="Noto Sans KR"/>
              </a:defRPr>
            </a:lvl1pPr>
            <a:lvl2pPr algn="ctr">
              <a:defRPr sz="1950" b="1">
                <a:solidFill>
                  <a:srgbClr val="F1F5F9"/>
                </a:solidFill>
                <a:latin typeface="Noto Sans KR"/>
                <a:ea typeface="Noto Sans KR"/>
                <a:cs typeface="Noto Sans KR"/>
              </a:defRPr>
            </a:lvl2pPr>
            <a:lvl3pPr algn="ctr">
              <a:defRPr sz="1950" b="1">
                <a:solidFill>
                  <a:srgbClr val="F1F5F9"/>
                </a:solidFill>
                <a:latin typeface="Noto Sans KR"/>
                <a:ea typeface="Noto Sans KR"/>
                <a:cs typeface="Noto Sans KR"/>
              </a:defRPr>
            </a:lvl3pPr>
            <a:lvl4pPr algn="ctr">
              <a:defRPr sz="1950" b="1">
                <a:solidFill>
                  <a:srgbClr val="F1F5F9"/>
                </a:solidFill>
                <a:latin typeface="Noto Sans KR"/>
                <a:ea typeface="Noto Sans KR"/>
                <a:cs typeface="Noto Sans KR"/>
              </a:defRPr>
            </a:lvl4pPr>
            <a:lvl5pPr algn="ctr">
              <a:defRPr sz="1950" b="1">
                <a:solidFill>
                  <a:srgbClr val="F1F5F9"/>
                </a:solidFill>
                <a:latin typeface="Noto Sans KR"/>
                <a:ea typeface="Noto Sans KR"/>
                <a:cs typeface="Noto Sans KR"/>
              </a:defRPr>
            </a:lvl5pPr>
            <a:lvl6pPr algn="ctr">
              <a:defRPr sz="1950" b="1">
                <a:solidFill>
                  <a:srgbClr val="F1F5F9"/>
                </a:solidFill>
                <a:latin typeface="Noto Sans KR"/>
                <a:ea typeface="Noto Sans KR"/>
                <a:cs typeface="Noto Sans KR"/>
              </a:defRPr>
            </a:lvl6pPr>
            <a:lvl7pPr algn="ctr">
              <a:defRPr sz="1950" b="1">
                <a:solidFill>
                  <a:srgbClr val="F1F5F9"/>
                </a:solidFill>
                <a:latin typeface="Noto Sans KR"/>
                <a:ea typeface="Noto Sans KR"/>
                <a:cs typeface="Noto Sans KR"/>
              </a:defRPr>
            </a:lvl7pPr>
            <a:lvl8pPr algn="ctr">
              <a:defRPr sz="1950" b="1">
                <a:solidFill>
                  <a:srgbClr val="F1F5F9"/>
                </a:solidFill>
                <a:latin typeface="Noto Sans KR"/>
                <a:ea typeface="Noto Sans KR"/>
                <a:cs typeface="Noto Sans KR"/>
              </a:defRPr>
            </a:lvl8pPr>
            <a:lvl9pPr algn="ctr">
              <a:defRPr sz="1950" b="1">
                <a:solidFill>
                  <a:srgbClr val="F1F5F9"/>
                </a:solidFill>
                <a:latin typeface="Noto Sans KR"/>
                <a:ea typeface="Noto Sans KR"/>
                <a:cs typeface="Noto Sans KR"/>
              </a:defRPr>
            </a:lvl9pPr>
          </a:lstStyle>
          <a:p xmlns:a="http://schemas.openxmlformats.org/drawingml/2006/main">
            <a:pPr algn="ctr">
              <a:defRPr sz="1950" b="1">
                <a:solidFill>
                  <a:srgbClr val="090909"/>
                </a:solidFill>
                <a:latin typeface="Noto Sans KR"/>
                <a:ea typeface="Noto Sans KR"/>
                <a:cs typeface="Noto Sans KR"/>
              </a:defRPr>
            </a:pPr>
            <a:r>
              <a:rPr sz="1950" b="1">
                <a:solidFill>
                  <a:srgbClr val="F1F5F9"/>
                </a:solidFill>
                <a:latin typeface="Noto Sans KR"/>
                <a:ea typeface="Noto Sans KR"/>
                <a:cs typeface="Noto Sans KR"/>
              </a:rPr>
              <a:t>탐색·공유</a:t>
            </a:r>
          </a:p>
        </p:txBody>
      </p:sp>
      <p:sp>
        <p:nvSpPr>
          <p:cNvPr id="24" name="Looker Studio">
            <a:extLst xmlns:a="http://schemas.openxmlformats.org/drawingml/2006/main">
              <a:ext uri="{FF2B5EF4-FFF2-40B4-BE49-F238E27FC236}">
                <a16:creationId xmlns:a16="http://schemas.microsoft.com/office/drawing/2014/main" id="{55CA9979-5E83-47B2-9AEB-88B384A92BD0}"/>
              </a:ext>
            </a:extLst>
          </p:cNvPr>
          <p:cNvSpPr>
            <a:spLocks xmlns:a="http://schemas.openxmlformats.org/drawingml/2006/main" noGrp="1"/>
          </p:cNvSpPr>
          <p:nvPr/>
        </p:nvSpPr>
        <p:spPr>
          <a:xfrm xmlns:a="http://schemas.openxmlformats.org/drawingml/2006/main">
            <a:off x="9420225" y="3457575"/>
            <a:ext cx="17049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BAC5D8"/>
                </a:solidFill>
                <a:latin typeface="Noto Sans KR"/>
                <a:ea typeface="Noto Sans KR"/>
                <a:cs typeface="Noto Sans KR"/>
              </a:defRPr>
            </a:defPPr>
            <a:lvl1pPr algn="ctr">
              <a:defRPr sz="1500" b="0">
                <a:solidFill>
                  <a:srgbClr val="BAC5D8"/>
                </a:solidFill>
                <a:latin typeface="Noto Sans KR"/>
                <a:ea typeface="Noto Sans KR"/>
                <a:cs typeface="Noto Sans KR"/>
              </a:defRPr>
            </a:lvl1pPr>
            <a:lvl2pPr algn="ctr">
              <a:defRPr sz="1500" b="0">
                <a:solidFill>
                  <a:srgbClr val="BAC5D8"/>
                </a:solidFill>
                <a:latin typeface="Noto Sans KR"/>
                <a:ea typeface="Noto Sans KR"/>
                <a:cs typeface="Noto Sans KR"/>
              </a:defRPr>
            </a:lvl2pPr>
            <a:lvl3pPr algn="ctr">
              <a:defRPr sz="1500" b="0">
                <a:solidFill>
                  <a:srgbClr val="BAC5D8"/>
                </a:solidFill>
                <a:latin typeface="Noto Sans KR"/>
                <a:ea typeface="Noto Sans KR"/>
                <a:cs typeface="Noto Sans KR"/>
              </a:defRPr>
            </a:lvl3pPr>
            <a:lvl4pPr algn="ctr">
              <a:defRPr sz="1500" b="0">
                <a:solidFill>
                  <a:srgbClr val="BAC5D8"/>
                </a:solidFill>
                <a:latin typeface="Noto Sans KR"/>
                <a:ea typeface="Noto Sans KR"/>
                <a:cs typeface="Noto Sans KR"/>
              </a:defRPr>
            </a:lvl4pPr>
            <a:lvl5pPr algn="ctr">
              <a:defRPr sz="1500" b="0">
                <a:solidFill>
                  <a:srgbClr val="BAC5D8"/>
                </a:solidFill>
                <a:latin typeface="Noto Sans KR"/>
                <a:ea typeface="Noto Sans KR"/>
                <a:cs typeface="Noto Sans KR"/>
              </a:defRPr>
            </a:lvl5pPr>
            <a:lvl6pPr algn="ctr">
              <a:defRPr sz="1500" b="0">
                <a:solidFill>
                  <a:srgbClr val="BAC5D8"/>
                </a:solidFill>
                <a:latin typeface="Noto Sans KR"/>
                <a:ea typeface="Noto Sans KR"/>
                <a:cs typeface="Noto Sans KR"/>
              </a:defRPr>
            </a:lvl6pPr>
            <a:lvl7pPr algn="ctr">
              <a:defRPr sz="1500" b="0">
                <a:solidFill>
                  <a:srgbClr val="BAC5D8"/>
                </a:solidFill>
                <a:latin typeface="Noto Sans KR"/>
                <a:ea typeface="Noto Sans KR"/>
                <a:cs typeface="Noto Sans KR"/>
              </a:defRPr>
            </a:lvl7pPr>
            <a:lvl8pPr algn="ctr">
              <a:defRPr sz="1500" b="0">
                <a:solidFill>
                  <a:srgbClr val="BAC5D8"/>
                </a:solidFill>
                <a:latin typeface="Noto Sans KR"/>
                <a:ea typeface="Noto Sans KR"/>
                <a:cs typeface="Noto Sans KR"/>
              </a:defRPr>
            </a:lvl8pPr>
            <a:lvl9pPr algn="ctr">
              <a:defRPr sz="1500" b="0">
                <a:solidFill>
                  <a:srgbClr val="BAC5D8"/>
                </a:solidFill>
                <a:latin typeface="Noto Sans KR"/>
                <a:ea typeface="Noto Sans KR"/>
                <a:cs typeface="Noto Sans KR"/>
              </a:defRPr>
            </a:lvl9pPr>
          </a:lstStyle>
          <a:p xmlns:a="http://schemas.openxmlformats.org/drawingml/2006/main">
            <a:pPr algn="ctr">
              <a:defRPr sz="1500" b="0">
                <a:solidFill>
                  <a:srgbClr val="626262"/>
                </a:solidFill>
                <a:latin typeface="Noto Sans KR"/>
                <a:ea typeface="Noto Sans KR"/>
                <a:cs typeface="Noto Sans KR"/>
              </a:defRPr>
            </a:pPr>
            <a:r>
              <a:rPr sz="1500" b="0">
                <a:solidFill>
                  <a:srgbClr val="BAC5D8"/>
                </a:solidFill>
                <a:latin typeface="Noto Sans KR"/>
                <a:ea typeface="Noto Sans KR"/>
                <a:cs typeface="Noto Sans KR"/>
              </a:rPr>
              <a:t>Looker Studio</a:t>
            </a:r>
          </a:p>
        </p:txBody>
      </p:sp>
      <p:sp>
        <p:nvSpPr>
          <p:cNvPr id="25" name="분기 × 상권">
            <a:extLst xmlns:a="http://schemas.openxmlformats.org/drawingml/2006/main">
              <a:ext uri="{FF2B5EF4-FFF2-40B4-BE49-F238E27FC236}">
                <a16:creationId xmlns:a16="http://schemas.microsoft.com/office/drawing/2014/main" id="{64594924-46BA-4D79-B3AB-20C4C2CC4A04}"/>
              </a:ext>
            </a:extLst>
          </p:cNvPr>
          <p:cNvSpPr>
            <a:spLocks xmlns:a="http://schemas.openxmlformats.org/drawingml/2006/main" noGrp="1"/>
          </p:cNvSpPr>
          <p:nvPr/>
        </p:nvSpPr>
        <p:spPr>
          <a:xfrm xmlns:a="http://schemas.openxmlformats.org/drawingml/2006/main">
            <a:off x="1047750" y="4371975"/>
            <a:ext cx="2809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F1F5F9"/>
                </a:solidFill>
                <a:latin typeface="Noto Sans KR"/>
                <a:ea typeface="Noto Sans KR"/>
                <a:cs typeface="Noto Sans KR"/>
              </a:defRPr>
            </a:defPPr>
            <a:lvl1pPr algn="ctr">
              <a:defRPr sz="2850" b="1">
                <a:solidFill>
                  <a:srgbClr val="F1F5F9"/>
                </a:solidFill>
                <a:latin typeface="Noto Sans KR"/>
                <a:ea typeface="Noto Sans KR"/>
                <a:cs typeface="Noto Sans KR"/>
              </a:defRPr>
            </a:lvl1pPr>
            <a:lvl2pPr algn="ctr">
              <a:defRPr sz="2850" b="1">
                <a:solidFill>
                  <a:srgbClr val="F1F5F9"/>
                </a:solidFill>
                <a:latin typeface="Noto Sans KR"/>
                <a:ea typeface="Noto Sans KR"/>
                <a:cs typeface="Noto Sans KR"/>
              </a:defRPr>
            </a:lvl2pPr>
            <a:lvl3pPr algn="ctr">
              <a:defRPr sz="2850" b="1">
                <a:solidFill>
                  <a:srgbClr val="F1F5F9"/>
                </a:solidFill>
                <a:latin typeface="Noto Sans KR"/>
                <a:ea typeface="Noto Sans KR"/>
                <a:cs typeface="Noto Sans KR"/>
              </a:defRPr>
            </a:lvl3pPr>
            <a:lvl4pPr algn="ctr">
              <a:defRPr sz="2850" b="1">
                <a:solidFill>
                  <a:srgbClr val="F1F5F9"/>
                </a:solidFill>
                <a:latin typeface="Noto Sans KR"/>
                <a:ea typeface="Noto Sans KR"/>
                <a:cs typeface="Noto Sans KR"/>
              </a:defRPr>
            </a:lvl4pPr>
            <a:lvl5pPr algn="ctr">
              <a:defRPr sz="2850" b="1">
                <a:solidFill>
                  <a:srgbClr val="F1F5F9"/>
                </a:solidFill>
                <a:latin typeface="Noto Sans KR"/>
                <a:ea typeface="Noto Sans KR"/>
                <a:cs typeface="Noto Sans KR"/>
              </a:defRPr>
            </a:lvl5pPr>
            <a:lvl6pPr algn="ctr">
              <a:defRPr sz="2850" b="1">
                <a:solidFill>
                  <a:srgbClr val="F1F5F9"/>
                </a:solidFill>
                <a:latin typeface="Noto Sans KR"/>
                <a:ea typeface="Noto Sans KR"/>
                <a:cs typeface="Noto Sans KR"/>
              </a:defRPr>
            </a:lvl6pPr>
            <a:lvl7pPr algn="ctr">
              <a:defRPr sz="2850" b="1">
                <a:solidFill>
                  <a:srgbClr val="F1F5F9"/>
                </a:solidFill>
                <a:latin typeface="Noto Sans KR"/>
                <a:ea typeface="Noto Sans KR"/>
                <a:cs typeface="Noto Sans KR"/>
              </a:defRPr>
            </a:lvl7pPr>
            <a:lvl8pPr algn="ctr">
              <a:defRPr sz="2850" b="1">
                <a:solidFill>
                  <a:srgbClr val="F1F5F9"/>
                </a:solidFill>
                <a:latin typeface="Noto Sans KR"/>
                <a:ea typeface="Noto Sans KR"/>
                <a:cs typeface="Noto Sans KR"/>
              </a:defRPr>
            </a:lvl8pPr>
            <a:lvl9pPr algn="ctr">
              <a:defRPr sz="2850" b="1">
                <a:solidFill>
                  <a:srgbClr val="F1F5F9"/>
                </a:solidFill>
                <a:latin typeface="Noto Sans KR"/>
                <a:ea typeface="Noto Sans KR"/>
                <a:cs typeface="Noto Sans KR"/>
              </a:defRPr>
            </a:lvl9pPr>
          </a:lstStyle>
          <a:p xmlns:a="http://schemas.openxmlformats.org/drawingml/2006/main">
            <a:pPr algn="ctr">
              <a:defRPr sz="2850" b="1">
                <a:solidFill>
                  <a:srgbClr val="090909"/>
                </a:solidFill>
                <a:latin typeface="Noto Sans KR"/>
                <a:ea typeface="Noto Sans KR"/>
                <a:cs typeface="Noto Sans KR"/>
              </a:defRPr>
            </a:pPr>
            <a:r>
              <a:rPr sz="2850" b="1">
                <a:solidFill>
                  <a:srgbClr val="F1F5F9"/>
                </a:solidFill>
                <a:latin typeface="Noto Sans KR"/>
                <a:ea typeface="Noto Sans KR"/>
                <a:cs typeface="Noto Sans KR"/>
              </a:rPr>
              <a:t>분기 × 상권</a:t>
            </a:r>
          </a:p>
        </p:txBody>
      </p:sp>
      <p:sp>
        <p:nvSpPr>
          <p:cNvPr id="26" name="1,577 → 1,558">
            <a:extLst xmlns:a="http://schemas.openxmlformats.org/drawingml/2006/main">
              <a:ext uri="{FF2B5EF4-FFF2-40B4-BE49-F238E27FC236}">
                <a16:creationId xmlns:a16="http://schemas.microsoft.com/office/drawing/2014/main" id="{507EE3C3-4AF8-4B4A-B6D3-C47F887D6FB0}"/>
              </a:ext>
            </a:extLst>
          </p:cNvPr>
          <p:cNvSpPr>
            <a:spLocks xmlns:a="http://schemas.openxmlformats.org/drawingml/2006/main" noGrp="1"/>
          </p:cNvSpPr>
          <p:nvPr/>
        </p:nvSpPr>
        <p:spPr>
          <a:xfrm xmlns:a="http://schemas.openxmlformats.org/drawingml/2006/main">
            <a:off x="4324350" y="4333875"/>
            <a:ext cx="3476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225" b="1">
                <a:solidFill>
                  <a:srgbClr val="F1F5F9"/>
                </a:solidFill>
                <a:latin typeface="Noto Sans KR"/>
                <a:ea typeface="Noto Sans KR"/>
                <a:cs typeface="Noto Sans KR"/>
              </a:defRPr>
            </a:defPPr>
            <a:lvl1pPr algn="ctr">
              <a:defRPr sz="3225" b="1">
                <a:solidFill>
                  <a:srgbClr val="F1F5F9"/>
                </a:solidFill>
                <a:latin typeface="Noto Sans KR"/>
                <a:ea typeface="Noto Sans KR"/>
                <a:cs typeface="Noto Sans KR"/>
              </a:defRPr>
            </a:lvl1pPr>
            <a:lvl2pPr algn="ctr">
              <a:defRPr sz="3225" b="1">
                <a:solidFill>
                  <a:srgbClr val="F1F5F9"/>
                </a:solidFill>
                <a:latin typeface="Noto Sans KR"/>
                <a:ea typeface="Noto Sans KR"/>
                <a:cs typeface="Noto Sans KR"/>
              </a:defRPr>
            </a:lvl2pPr>
            <a:lvl3pPr algn="ctr">
              <a:defRPr sz="3225" b="1">
                <a:solidFill>
                  <a:srgbClr val="F1F5F9"/>
                </a:solidFill>
                <a:latin typeface="Noto Sans KR"/>
                <a:ea typeface="Noto Sans KR"/>
                <a:cs typeface="Noto Sans KR"/>
              </a:defRPr>
            </a:lvl3pPr>
            <a:lvl4pPr algn="ctr">
              <a:defRPr sz="3225" b="1">
                <a:solidFill>
                  <a:srgbClr val="F1F5F9"/>
                </a:solidFill>
                <a:latin typeface="Noto Sans KR"/>
                <a:ea typeface="Noto Sans KR"/>
                <a:cs typeface="Noto Sans KR"/>
              </a:defRPr>
            </a:lvl4pPr>
            <a:lvl5pPr algn="ctr">
              <a:defRPr sz="3225" b="1">
                <a:solidFill>
                  <a:srgbClr val="F1F5F9"/>
                </a:solidFill>
                <a:latin typeface="Noto Sans KR"/>
                <a:ea typeface="Noto Sans KR"/>
                <a:cs typeface="Noto Sans KR"/>
              </a:defRPr>
            </a:lvl5pPr>
            <a:lvl6pPr algn="ctr">
              <a:defRPr sz="3225" b="1">
                <a:solidFill>
                  <a:srgbClr val="F1F5F9"/>
                </a:solidFill>
                <a:latin typeface="Noto Sans KR"/>
                <a:ea typeface="Noto Sans KR"/>
                <a:cs typeface="Noto Sans KR"/>
              </a:defRPr>
            </a:lvl6pPr>
            <a:lvl7pPr algn="ctr">
              <a:defRPr sz="3225" b="1">
                <a:solidFill>
                  <a:srgbClr val="F1F5F9"/>
                </a:solidFill>
                <a:latin typeface="Noto Sans KR"/>
                <a:ea typeface="Noto Sans KR"/>
                <a:cs typeface="Noto Sans KR"/>
              </a:defRPr>
            </a:lvl7pPr>
            <a:lvl8pPr algn="ctr">
              <a:defRPr sz="3225" b="1">
                <a:solidFill>
                  <a:srgbClr val="F1F5F9"/>
                </a:solidFill>
                <a:latin typeface="Noto Sans KR"/>
                <a:ea typeface="Noto Sans KR"/>
                <a:cs typeface="Noto Sans KR"/>
              </a:defRPr>
            </a:lvl8pPr>
            <a:lvl9pPr algn="ctr">
              <a:defRPr sz="3225" b="1">
                <a:solidFill>
                  <a:srgbClr val="F1F5F9"/>
                </a:solidFill>
                <a:latin typeface="Noto Sans KR"/>
                <a:ea typeface="Noto Sans KR"/>
                <a:cs typeface="Noto Sans KR"/>
              </a:defRPr>
            </a:lvl9pPr>
          </a:lstStyle>
          <a:p xmlns:a="http://schemas.openxmlformats.org/drawingml/2006/main">
            <a:pPr algn="ctr">
              <a:defRPr sz="3225" b="1">
                <a:solidFill>
                  <a:srgbClr val="090909"/>
                </a:solidFill>
                <a:latin typeface="Noto Sans KR"/>
                <a:ea typeface="Noto Sans KR"/>
                <a:cs typeface="Noto Sans KR"/>
              </a:defRPr>
            </a:pPr>
            <a:r>
              <a:rPr sz="3225" b="1">
                <a:solidFill>
                  <a:srgbClr val="F1F5F9"/>
                </a:solidFill>
                <a:latin typeface="Noto Sans KR"/>
                <a:ea typeface="Noto Sans KR"/>
                <a:cs typeface="Noto Sans KR"/>
              </a:rPr>
              <a:t>1,577 → 1,558</a:t>
            </a:r>
          </a:p>
        </p:txBody>
      </p:sp>
      <p:sp>
        <p:nvSpPr>
          <p:cNvPr id="27" name="결측 ≠ 0">
            <a:extLst xmlns:a="http://schemas.openxmlformats.org/drawingml/2006/main">
              <a:ext uri="{FF2B5EF4-FFF2-40B4-BE49-F238E27FC236}">
                <a16:creationId xmlns:a16="http://schemas.microsoft.com/office/drawing/2014/main" id="{EA10BEF8-0C19-4BF4-9CF9-5FF7E3FE3AD6}"/>
              </a:ext>
            </a:extLst>
          </p:cNvPr>
          <p:cNvSpPr>
            <a:spLocks xmlns:a="http://schemas.openxmlformats.org/drawingml/2006/main" noGrp="1"/>
          </p:cNvSpPr>
          <p:nvPr/>
        </p:nvSpPr>
        <p:spPr>
          <a:xfrm xmlns:a="http://schemas.openxmlformats.org/drawingml/2006/main">
            <a:off x="8277225" y="4362450"/>
            <a:ext cx="2809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075" b="1">
                <a:solidFill>
                  <a:srgbClr val="FF9B63"/>
                </a:solidFill>
                <a:latin typeface="Noto Sans KR"/>
                <a:ea typeface="Noto Sans KR"/>
                <a:cs typeface="Noto Sans KR"/>
              </a:defRPr>
            </a:defPPr>
            <a:lvl1pPr algn="ctr">
              <a:defRPr sz="3075" b="1">
                <a:solidFill>
                  <a:srgbClr val="FF9B63"/>
                </a:solidFill>
                <a:latin typeface="Noto Sans KR"/>
                <a:ea typeface="Noto Sans KR"/>
                <a:cs typeface="Noto Sans KR"/>
              </a:defRPr>
            </a:lvl1pPr>
            <a:lvl2pPr algn="ctr">
              <a:defRPr sz="3075" b="1">
                <a:solidFill>
                  <a:srgbClr val="FF9B63"/>
                </a:solidFill>
                <a:latin typeface="Noto Sans KR"/>
                <a:ea typeface="Noto Sans KR"/>
                <a:cs typeface="Noto Sans KR"/>
              </a:defRPr>
            </a:lvl2pPr>
            <a:lvl3pPr algn="ctr">
              <a:defRPr sz="3075" b="1">
                <a:solidFill>
                  <a:srgbClr val="FF9B63"/>
                </a:solidFill>
                <a:latin typeface="Noto Sans KR"/>
                <a:ea typeface="Noto Sans KR"/>
                <a:cs typeface="Noto Sans KR"/>
              </a:defRPr>
            </a:lvl3pPr>
            <a:lvl4pPr algn="ctr">
              <a:defRPr sz="3075" b="1">
                <a:solidFill>
                  <a:srgbClr val="FF9B63"/>
                </a:solidFill>
                <a:latin typeface="Noto Sans KR"/>
                <a:ea typeface="Noto Sans KR"/>
                <a:cs typeface="Noto Sans KR"/>
              </a:defRPr>
            </a:lvl4pPr>
            <a:lvl5pPr algn="ctr">
              <a:defRPr sz="3075" b="1">
                <a:solidFill>
                  <a:srgbClr val="FF9B63"/>
                </a:solidFill>
                <a:latin typeface="Noto Sans KR"/>
                <a:ea typeface="Noto Sans KR"/>
                <a:cs typeface="Noto Sans KR"/>
              </a:defRPr>
            </a:lvl5pPr>
            <a:lvl6pPr algn="ctr">
              <a:defRPr sz="3075" b="1">
                <a:solidFill>
                  <a:srgbClr val="FF9B63"/>
                </a:solidFill>
                <a:latin typeface="Noto Sans KR"/>
                <a:ea typeface="Noto Sans KR"/>
                <a:cs typeface="Noto Sans KR"/>
              </a:defRPr>
            </a:lvl6pPr>
            <a:lvl7pPr algn="ctr">
              <a:defRPr sz="3075" b="1">
                <a:solidFill>
                  <a:srgbClr val="FF9B63"/>
                </a:solidFill>
                <a:latin typeface="Noto Sans KR"/>
                <a:ea typeface="Noto Sans KR"/>
                <a:cs typeface="Noto Sans KR"/>
              </a:defRPr>
            </a:lvl7pPr>
            <a:lvl8pPr algn="ctr">
              <a:defRPr sz="3075" b="1">
                <a:solidFill>
                  <a:srgbClr val="FF9B63"/>
                </a:solidFill>
                <a:latin typeface="Noto Sans KR"/>
                <a:ea typeface="Noto Sans KR"/>
                <a:cs typeface="Noto Sans KR"/>
              </a:defRPr>
            </a:lvl8pPr>
            <a:lvl9pPr algn="ctr">
              <a:defRPr sz="3075" b="1">
                <a:solidFill>
                  <a:srgbClr val="FF9B63"/>
                </a:solidFill>
                <a:latin typeface="Noto Sans KR"/>
                <a:ea typeface="Noto Sans KR"/>
                <a:cs typeface="Noto Sans KR"/>
              </a:defRPr>
            </a:lvl9pPr>
          </a:lstStyle>
          <a:p xmlns:a="http://schemas.openxmlformats.org/drawingml/2006/main">
            <a:pPr algn="ctr">
              <a:defRPr sz="3075" b="1">
                <a:solidFill>
                  <a:srgbClr val="FF7D22"/>
                </a:solidFill>
                <a:latin typeface="Noto Sans KR"/>
                <a:ea typeface="Noto Sans KR"/>
                <a:cs typeface="Noto Sans KR"/>
              </a:defRPr>
            </a:pPr>
            <a:r>
              <a:rPr sz="3075" b="1">
                <a:solidFill>
                  <a:srgbClr val="FF9B63"/>
                </a:solidFill>
                <a:latin typeface="Noto Sans KR"/>
                <a:ea typeface="Noto Sans KR"/>
                <a:cs typeface="Noto Sans KR"/>
              </a:rPr>
              <a:t>결측 ≠ 0</a:t>
            </a:r>
          </a:p>
        </p:txBody>
      </p:sp>
      <p:sp>
        <p:nvSpPr>
          <p:cNvPr id="28" name="고유키·분기 검증">
            <a:extLst xmlns:a="http://schemas.openxmlformats.org/drawingml/2006/main">
              <a:ext uri="{FF2B5EF4-FFF2-40B4-BE49-F238E27FC236}">
                <a16:creationId xmlns:a16="http://schemas.microsoft.com/office/drawing/2014/main" id="{6DBB4E40-43A7-4B6E-A046-F972F01167BF}"/>
              </a:ext>
            </a:extLst>
          </p:cNvPr>
          <p:cNvSpPr>
            <a:spLocks xmlns:a="http://schemas.openxmlformats.org/drawingml/2006/main" noGrp="1"/>
          </p:cNvSpPr>
          <p:nvPr/>
        </p:nvSpPr>
        <p:spPr>
          <a:xfrm xmlns:a="http://schemas.openxmlformats.org/drawingml/2006/main">
            <a:off x="1047750" y="501015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BAC5D8"/>
                </a:solidFill>
                <a:latin typeface="Noto Sans KR"/>
                <a:ea typeface="Noto Sans KR"/>
                <a:cs typeface="Noto Sans KR"/>
              </a:defRPr>
            </a:defPPr>
            <a:lvl1pPr algn="ctr">
              <a:defRPr sz="1575" b="0">
                <a:solidFill>
                  <a:srgbClr val="BAC5D8"/>
                </a:solidFill>
                <a:latin typeface="Noto Sans KR"/>
                <a:ea typeface="Noto Sans KR"/>
                <a:cs typeface="Noto Sans KR"/>
              </a:defRPr>
            </a:lvl1pPr>
            <a:lvl2pPr algn="ctr">
              <a:defRPr sz="1575" b="0">
                <a:solidFill>
                  <a:srgbClr val="BAC5D8"/>
                </a:solidFill>
                <a:latin typeface="Noto Sans KR"/>
                <a:ea typeface="Noto Sans KR"/>
                <a:cs typeface="Noto Sans KR"/>
              </a:defRPr>
            </a:lvl2pPr>
            <a:lvl3pPr algn="ctr">
              <a:defRPr sz="1575" b="0">
                <a:solidFill>
                  <a:srgbClr val="BAC5D8"/>
                </a:solidFill>
                <a:latin typeface="Noto Sans KR"/>
                <a:ea typeface="Noto Sans KR"/>
                <a:cs typeface="Noto Sans KR"/>
              </a:defRPr>
            </a:lvl3pPr>
            <a:lvl4pPr algn="ctr">
              <a:defRPr sz="1575" b="0">
                <a:solidFill>
                  <a:srgbClr val="BAC5D8"/>
                </a:solidFill>
                <a:latin typeface="Noto Sans KR"/>
                <a:ea typeface="Noto Sans KR"/>
                <a:cs typeface="Noto Sans KR"/>
              </a:defRPr>
            </a:lvl4pPr>
            <a:lvl5pPr algn="ctr">
              <a:defRPr sz="1575" b="0">
                <a:solidFill>
                  <a:srgbClr val="BAC5D8"/>
                </a:solidFill>
                <a:latin typeface="Noto Sans KR"/>
                <a:ea typeface="Noto Sans KR"/>
                <a:cs typeface="Noto Sans KR"/>
              </a:defRPr>
            </a:lvl5pPr>
            <a:lvl6pPr algn="ctr">
              <a:defRPr sz="1575" b="0">
                <a:solidFill>
                  <a:srgbClr val="BAC5D8"/>
                </a:solidFill>
                <a:latin typeface="Noto Sans KR"/>
                <a:ea typeface="Noto Sans KR"/>
                <a:cs typeface="Noto Sans KR"/>
              </a:defRPr>
            </a:lvl6pPr>
            <a:lvl7pPr algn="ctr">
              <a:defRPr sz="1575" b="0">
                <a:solidFill>
                  <a:srgbClr val="BAC5D8"/>
                </a:solidFill>
                <a:latin typeface="Noto Sans KR"/>
                <a:ea typeface="Noto Sans KR"/>
                <a:cs typeface="Noto Sans KR"/>
              </a:defRPr>
            </a:lvl7pPr>
            <a:lvl8pPr algn="ctr">
              <a:defRPr sz="1575" b="0">
                <a:solidFill>
                  <a:srgbClr val="BAC5D8"/>
                </a:solidFill>
                <a:latin typeface="Noto Sans KR"/>
                <a:ea typeface="Noto Sans KR"/>
                <a:cs typeface="Noto Sans KR"/>
              </a:defRPr>
            </a:lvl8pPr>
            <a:lvl9pPr algn="ctr">
              <a:defRPr sz="1575" b="0">
                <a:solidFill>
                  <a:srgbClr val="BAC5D8"/>
                </a:solidFill>
                <a:latin typeface="Noto Sans KR"/>
                <a:ea typeface="Noto Sans KR"/>
                <a:cs typeface="Noto Sans KR"/>
              </a:defRPr>
            </a:lvl9pPr>
          </a:lstStyle>
          <a:p xmlns:a="http://schemas.openxmlformats.org/drawingml/2006/main">
            <a:pPr algn="ctr">
              <a:defRPr sz="1575" b="0">
                <a:solidFill>
                  <a:srgbClr val="626262"/>
                </a:solidFill>
                <a:latin typeface="Noto Sans KR"/>
                <a:ea typeface="Noto Sans KR"/>
                <a:cs typeface="Noto Sans KR"/>
              </a:defRPr>
            </a:pPr>
            <a:r>
              <a:rPr sz="1575" b="0">
                <a:solidFill>
                  <a:srgbClr val="BAC5D8"/>
                </a:solidFill>
                <a:latin typeface="Noto Sans KR"/>
                <a:ea typeface="Noto Sans KR"/>
                <a:cs typeface="Noto Sans KR"/>
              </a:rPr>
              <a:t>고유키·분기 검증</a:t>
            </a:r>
          </a:p>
        </p:txBody>
      </p:sp>
      <p:sp>
        <p:nvSpPr>
          <p:cNvPr id="29" name="4분기 자료·양수 합계 기준">
            <a:extLst xmlns:a="http://schemas.openxmlformats.org/drawingml/2006/main">
              <a:ext uri="{FF2B5EF4-FFF2-40B4-BE49-F238E27FC236}">
                <a16:creationId xmlns:a16="http://schemas.microsoft.com/office/drawing/2014/main" id="{10436808-410C-4770-989A-A172DCACDEEA}"/>
              </a:ext>
            </a:extLst>
          </p:cNvPr>
          <p:cNvSpPr>
            <a:spLocks xmlns:a="http://schemas.openxmlformats.org/drawingml/2006/main" noGrp="1"/>
          </p:cNvSpPr>
          <p:nvPr/>
        </p:nvSpPr>
        <p:spPr>
          <a:xfrm xmlns:a="http://schemas.openxmlformats.org/drawingml/2006/main">
            <a:off x="4324350" y="5010150"/>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BAC5D8"/>
                </a:solidFill>
                <a:latin typeface="Noto Sans KR"/>
                <a:ea typeface="Noto Sans KR"/>
                <a:cs typeface="Noto Sans KR"/>
              </a:defRPr>
            </a:defPPr>
            <a:lvl1pPr algn="ctr">
              <a:defRPr sz="1575" b="0">
                <a:solidFill>
                  <a:srgbClr val="BAC5D8"/>
                </a:solidFill>
                <a:latin typeface="Noto Sans KR"/>
                <a:ea typeface="Noto Sans KR"/>
                <a:cs typeface="Noto Sans KR"/>
              </a:defRPr>
            </a:lvl1pPr>
            <a:lvl2pPr algn="ctr">
              <a:defRPr sz="1575" b="0">
                <a:solidFill>
                  <a:srgbClr val="BAC5D8"/>
                </a:solidFill>
                <a:latin typeface="Noto Sans KR"/>
                <a:ea typeface="Noto Sans KR"/>
                <a:cs typeface="Noto Sans KR"/>
              </a:defRPr>
            </a:lvl2pPr>
            <a:lvl3pPr algn="ctr">
              <a:defRPr sz="1575" b="0">
                <a:solidFill>
                  <a:srgbClr val="BAC5D8"/>
                </a:solidFill>
                <a:latin typeface="Noto Sans KR"/>
                <a:ea typeface="Noto Sans KR"/>
                <a:cs typeface="Noto Sans KR"/>
              </a:defRPr>
            </a:lvl3pPr>
            <a:lvl4pPr algn="ctr">
              <a:defRPr sz="1575" b="0">
                <a:solidFill>
                  <a:srgbClr val="BAC5D8"/>
                </a:solidFill>
                <a:latin typeface="Noto Sans KR"/>
                <a:ea typeface="Noto Sans KR"/>
                <a:cs typeface="Noto Sans KR"/>
              </a:defRPr>
            </a:lvl4pPr>
            <a:lvl5pPr algn="ctr">
              <a:defRPr sz="1575" b="0">
                <a:solidFill>
                  <a:srgbClr val="BAC5D8"/>
                </a:solidFill>
                <a:latin typeface="Noto Sans KR"/>
                <a:ea typeface="Noto Sans KR"/>
                <a:cs typeface="Noto Sans KR"/>
              </a:defRPr>
            </a:lvl5pPr>
            <a:lvl6pPr algn="ctr">
              <a:defRPr sz="1575" b="0">
                <a:solidFill>
                  <a:srgbClr val="BAC5D8"/>
                </a:solidFill>
                <a:latin typeface="Noto Sans KR"/>
                <a:ea typeface="Noto Sans KR"/>
                <a:cs typeface="Noto Sans KR"/>
              </a:defRPr>
            </a:lvl6pPr>
            <a:lvl7pPr algn="ctr">
              <a:defRPr sz="1575" b="0">
                <a:solidFill>
                  <a:srgbClr val="BAC5D8"/>
                </a:solidFill>
                <a:latin typeface="Noto Sans KR"/>
                <a:ea typeface="Noto Sans KR"/>
                <a:cs typeface="Noto Sans KR"/>
              </a:defRPr>
            </a:lvl7pPr>
            <a:lvl8pPr algn="ctr">
              <a:defRPr sz="1575" b="0">
                <a:solidFill>
                  <a:srgbClr val="BAC5D8"/>
                </a:solidFill>
                <a:latin typeface="Noto Sans KR"/>
                <a:ea typeface="Noto Sans KR"/>
                <a:cs typeface="Noto Sans KR"/>
              </a:defRPr>
            </a:lvl8pPr>
            <a:lvl9pPr algn="ctr">
              <a:defRPr sz="1575" b="0">
                <a:solidFill>
                  <a:srgbClr val="BAC5D8"/>
                </a:solidFill>
                <a:latin typeface="Noto Sans KR"/>
                <a:ea typeface="Noto Sans KR"/>
                <a:cs typeface="Noto Sans KR"/>
              </a:defRPr>
            </a:lvl9pPr>
          </a:lstStyle>
          <a:p xmlns:a="http://schemas.openxmlformats.org/drawingml/2006/main">
            <a:pPr algn="ctr">
              <a:defRPr sz="1575" b="0">
                <a:solidFill>
                  <a:srgbClr val="626262"/>
                </a:solidFill>
                <a:latin typeface="Noto Sans KR"/>
                <a:ea typeface="Noto Sans KR"/>
                <a:cs typeface="Noto Sans KR"/>
              </a:defRPr>
            </a:pPr>
            <a:r>
              <a:rPr sz="1575" b="0">
                <a:solidFill>
                  <a:srgbClr val="BAC5D8"/>
                </a:solidFill>
                <a:latin typeface="Noto Sans KR"/>
                <a:ea typeface="Noto Sans KR"/>
                <a:cs typeface="Noto Sans KR"/>
              </a:rPr>
              <a:t>4분기 자료·양수 합계 기준</a:t>
            </a:r>
          </a:p>
        </p:txBody>
      </p:sp>
      <p:sp>
        <p:nvSpPr>
          <p:cNvPr id="30" name="결측을 보존해 집계">
            <a:extLst xmlns:a="http://schemas.openxmlformats.org/drawingml/2006/main">
              <a:ext uri="{FF2B5EF4-FFF2-40B4-BE49-F238E27FC236}">
                <a16:creationId xmlns:a16="http://schemas.microsoft.com/office/drawing/2014/main" id="{FDEE145A-C9CD-4893-8E4A-0D47C068191D}"/>
              </a:ext>
            </a:extLst>
          </p:cNvPr>
          <p:cNvSpPr>
            <a:spLocks xmlns:a="http://schemas.openxmlformats.org/drawingml/2006/main" noGrp="1"/>
          </p:cNvSpPr>
          <p:nvPr/>
        </p:nvSpPr>
        <p:spPr>
          <a:xfrm xmlns:a="http://schemas.openxmlformats.org/drawingml/2006/main">
            <a:off x="8277225" y="501015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BAC5D8"/>
                </a:solidFill>
                <a:latin typeface="Noto Sans KR"/>
                <a:ea typeface="Noto Sans KR"/>
                <a:cs typeface="Noto Sans KR"/>
              </a:defRPr>
            </a:defPPr>
            <a:lvl1pPr algn="ctr">
              <a:defRPr sz="1575" b="0">
                <a:solidFill>
                  <a:srgbClr val="BAC5D8"/>
                </a:solidFill>
                <a:latin typeface="Noto Sans KR"/>
                <a:ea typeface="Noto Sans KR"/>
                <a:cs typeface="Noto Sans KR"/>
              </a:defRPr>
            </a:lvl1pPr>
            <a:lvl2pPr algn="ctr">
              <a:defRPr sz="1575" b="0">
                <a:solidFill>
                  <a:srgbClr val="BAC5D8"/>
                </a:solidFill>
                <a:latin typeface="Noto Sans KR"/>
                <a:ea typeface="Noto Sans KR"/>
                <a:cs typeface="Noto Sans KR"/>
              </a:defRPr>
            </a:lvl2pPr>
            <a:lvl3pPr algn="ctr">
              <a:defRPr sz="1575" b="0">
                <a:solidFill>
                  <a:srgbClr val="BAC5D8"/>
                </a:solidFill>
                <a:latin typeface="Noto Sans KR"/>
                <a:ea typeface="Noto Sans KR"/>
                <a:cs typeface="Noto Sans KR"/>
              </a:defRPr>
            </a:lvl3pPr>
            <a:lvl4pPr algn="ctr">
              <a:defRPr sz="1575" b="0">
                <a:solidFill>
                  <a:srgbClr val="BAC5D8"/>
                </a:solidFill>
                <a:latin typeface="Noto Sans KR"/>
                <a:ea typeface="Noto Sans KR"/>
                <a:cs typeface="Noto Sans KR"/>
              </a:defRPr>
            </a:lvl4pPr>
            <a:lvl5pPr algn="ctr">
              <a:defRPr sz="1575" b="0">
                <a:solidFill>
                  <a:srgbClr val="BAC5D8"/>
                </a:solidFill>
                <a:latin typeface="Noto Sans KR"/>
                <a:ea typeface="Noto Sans KR"/>
                <a:cs typeface="Noto Sans KR"/>
              </a:defRPr>
            </a:lvl5pPr>
            <a:lvl6pPr algn="ctr">
              <a:defRPr sz="1575" b="0">
                <a:solidFill>
                  <a:srgbClr val="BAC5D8"/>
                </a:solidFill>
                <a:latin typeface="Noto Sans KR"/>
                <a:ea typeface="Noto Sans KR"/>
                <a:cs typeface="Noto Sans KR"/>
              </a:defRPr>
            </a:lvl6pPr>
            <a:lvl7pPr algn="ctr">
              <a:defRPr sz="1575" b="0">
                <a:solidFill>
                  <a:srgbClr val="BAC5D8"/>
                </a:solidFill>
                <a:latin typeface="Noto Sans KR"/>
                <a:ea typeface="Noto Sans KR"/>
                <a:cs typeface="Noto Sans KR"/>
              </a:defRPr>
            </a:lvl7pPr>
            <a:lvl8pPr algn="ctr">
              <a:defRPr sz="1575" b="0">
                <a:solidFill>
                  <a:srgbClr val="BAC5D8"/>
                </a:solidFill>
                <a:latin typeface="Noto Sans KR"/>
                <a:ea typeface="Noto Sans KR"/>
                <a:cs typeface="Noto Sans KR"/>
              </a:defRPr>
            </a:lvl8pPr>
            <a:lvl9pPr algn="ctr">
              <a:defRPr sz="1575" b="0">
                <a:solidFill>
                  <a:srgbClr val="BAC5D8"/>
                </a:solidFill>
                <a:latin typeface="Noto Sans KR"/>
                <a:ea typeface="Noto Sans KR"/>
                <a:cs typeface="Noto Sans KR"/>
              </a:defRPr>
            </a:lvl9pPr>
          </a:lstStyle>
          <a:p xmlns:a="http://schemas.openxmlformats.org/drawingml/2006/main">
            <a:pPr algn="ctr">
              <a:defRPr sz="1575" b="0">
                <a:solidFill>
                  <a:srgbClr val="626262"/>
                </a:solidFill>
                <a:latin typeface="Noto Sans KR"/>
                <a:ea typeface="Noto Sans KR"/>
                <a:cs typeface="Noto Sans KR"/>
              </a:defRPr>
            </a:pPr>
            <a:r>
              <a:rPr sz="1575" b="0">
                <a:solidFill>
                  <a:srgbClr val="BAC5D8"/>
                </a:solidFill>
                <a:latin typeface="Noto Sans KR"/>
                <a:ea typeface="Noto Sans KR"/>
                <a:cs typeface="Noto Sans KR"/>
              </a:rPr>
              <a:t>결측을 보존해 집계</a:t>
            </a:r>
          </a:p>
        </p:txBody>
      </p:sp>
      <p:sp>
        <p:nvSpPr>
          <p:cNvPr id="31" name="">
            <a:extLst xmlns:a="http://schemas.openxmlformats.org/drawingml/2006/main">
              <a:ext uri="{FF2B5EF4-FFF2-40B4-BE49-F238E27FC236}">
                <a16:creationId xmlns:a16="http://schemas.microsoft.com/office/drawing/2014/main" id="{C285758B-D7AD-4785-9653-F4CE3F6C80DB}"/>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29167"/>
            </a:avLst>
          </a:prstGeom>
          <a:solidFill xmlns:a="http://schemas.openxmlformats.org/drawingml/2006/main">
            <a:srgbClr val="222E47"/>
          </a:solidFill>
          <a:ln xmlns:a="http://schemas.openxmlformats.org/drawingml/2006/main" w="19050">
            <a:solidFill>
              <a:srgbClr val="65718D"/>
            </a:solidFill>
          </a:ln>
        </p:spPr>
      </p:sp>
      <p:sp>
        <p:nvSpPr>
          <p:cNvPr id="32" name="원본 7개 → 분기·상권 Mart 6,276행 → 연간 분석 1,558개">
            <a:extLst xmlns:a="http://schemas.openxmlformats.org/drawingml/2006/main">
              <a:ext uri="{FF2B5EF4-FFF2-40B4-BE49-F238E27FC236}">
                <a16:creationId xmlns:a16="http://schemas.microsoft.com/office/drawing/2014/main" id="{878C4156-172E-48CD-AB6A-119162468249}"/>
              </a:ext>
            </a:extLst>
          </p:cNvPr>
          <p:cNvSpPr>
            <a:spLocks xmlns:a="http://schemas.openxmlformats.org/drawingml/2006/main" noGrp="1"/>
          </p:cNvSpPr>
          <p:nvPr/>
        </p:nvSpPr>
        <p:spPr>
          <a:xfrm xmlns:a="http://schemas.openxmlformats.org/drawingml/2006/main">
            <a:off x="1333500" y="59340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F1F5F9"/>
                </a:solidFill>
                <a:latin typeface="Noto Sans KR"/>
                <a:ea typeface="Noto Sans KR"/>
                <a:cs typeface="Noto Sans KR"/>
              </a:defRPr>
            </a:defPPr>
            <a:lvl1pPr algn="ctr">
              <a:defRPr sz="1875" b="1">
                <a:solidFill>
                  <a:srgbClr val="F1F5F9"/>
                </a:solidFill>
                <a:latin typeface="Noto Sans KR"/>
                <a:ea typeface="Noto Sans KR"/>
                <a:cs typeface="Noto Sans KR"/>
              </a:defRPr>
            </a:lvl1pPr>
            <a:lvl2pPr algn="ctr">
              <a:defRPr sz="1875" b="1">
                <a:solidFill>
                  <a:srgbClr val="F1F5F9"/>
                </a:solidFill>
                <a:latin typeface="Noto Sans KR"/>
                <a:ea typeface="Noto Sans KR"/>
                <a:cs typeface="Noto Sans KR"/>
              </a:defRPr>
            </a:lvl2pPr>
            <a:lvl3pPr algn="ctr">
              <a:defRPr sz="1875" b="1">
                <a:solidFill>
                  <a:srgbClr val="F1F5F9"/>
                </a:solidFill>
                <a:latin typeface="Noto Sans KR"/>
                <a:ea typeface="Noto Sans KR"/>
                <a:cs typeface="Noto Sans KR"/>
              </a:defRPr>
            </a:lvl3pPr>
            <a:lvl4pPr algn="ctr">
              <a:defRPr sz="1875" b="1">
                <a:solidFill>
                  <a:srgbClr val="F1F5F9"/>
                </a:solidFill>
                <a:latin typeface="Noto Sans KR"/>
                <a:ea typeface="Noto Sans KR"/>
                <a:cs typeface="Noto Sans KR"/>
              </a:defRPr>
            </a:lvl4pPr>
            <a:lvl5pPr algn="ctr">
              <a:defRPr sz="1875" b="1">
                <a:solidFill>
                  <a:srgbClr val="F1F5F9"/>
                </a:solidFill>
                <a:latin typeface="Noto Sans KR"/>
                <a:ea typeface="Noto Sans KR"/>
                <a:cs typeface="Noto Sans KR"/>
              </a:defRPr>
            </a:lvl5pPr>
            <a:lvl6pPr algn="ctr">
              <a:defRPr sz="1875" b="1">
                <a:solidFill>
                  <a:srgbClr val="F1F5F9"/>
                </a:solidFill>
                <a:latin typeface="Noto Sans KR"/>
                <a:ea typeface="Noto Sans KR"/>
                <a:cs typeface="Noto Sans KR"/>
              </a:defRPr>
            </a:lvl6pPr>
            <a:lvl7pPr algn="ctr">
              <a:defRPr sz="1875" b="1">
                <a:solidFill>
                  <a:srgbClr val="F1F5F9"/>
                </a:solidFill>
                <a:latin typeface="Noto Sans KR"/>
                <a:ea typeface="Noto Sans KR"/>
                <a:cs typeface="Noto Sans KR"/>
              </a:defRPr>
            </a:lvl7pPr>
            <a:lvl8pPr algn="ctr">
              <a:defRPr sz="1875" b="1">
                <a:solidFill>
                  <a:srgbClr val="F1F5F9"/>
                </a:solidFill>
                <a:latin typeface="Noto Sans KR"/>
                <a:ea typeface="Noto Sans KR"/>
                <a:cs typeface="Noto Sans KR"/>
              </a:defRPr>
            </a:lvl8pPr>
            <a:lvl9pPr algn="ctr">
              <a:defRPr sz="1875"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875" b="1">
                <a:solidFill>
                  <a:srgbClr val="F1F5F9"/>
                </a:solidFill>
                <a:latin typeface="Noto Sans KR"/>
                <a:ea typeface="Noto Sans KR"/>
                <a:cs typeface="Noto Sans KR"/>
              </a:rPr>
              <a:t>원본 7개 → 분기·상권 Mart 6,276행 → 연간 분석 1,558개</a:t>
            </a:r>
          </a:p>
        </p:txBody>
      </p:sp>
      <p:sp>
        <p:nvSpPr>
          <p:cNvPr id="33" name="GCS 업로드와 BigQuery 원본 적재는 콘솔에서 수동 수행">
            <a:extLst xmlns:a="http://schemas.openxmlformats.org/drawingml/2006/main">
              <a:ext uri="{FF2B5EF4-FFF2-40B4-BE49-F238E27FC236}">
                <a16:creationId xmlns:a16="http://schemas.microsoft.com/office/drawing/2014/main" id="{BE661A3B-CA22-4F8B-AD83-9F0C52761A8B}"/>
              </a:ext>
            </a:extLst>
          </p:cNvPr>
          <p:cNvSpPr>
            <a:spLocks xmlns:a="http://schemas.openxmlformats.org/drawingml/2006/main" noGrp="1"/>
          </p:cNvSpPr>
          <p:nvPr/>
        </p:nvSpPr>
        <p:spPr>
          <a:xfrm xmlns:a="http://schemas.openxmlformats.org/drawingml/2006/main">
            <a:off x="1809750" y="5476875"/>
            <a:ext cx="857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BAC5D8"/>
                </a:solidFill>
                <a:latin typeface="Noto Sans KR"/>
                <a:ea typeface="Noto Sans KR"/>
                <a:cs typeface="Noto Sans KR"/>
              </a:defRPr>
            </a:defPPr>
            <a:lvl1pPr algn="ctr">
              <a:defRPr sz="1275" b="0">
                <a:solidFill>
                  <a:srgbClr val="BAC5D8"/>
                </a:solidFill>
                <a:latin typeface="Noto Sans KR"/>
                <a:ea typeface="Noto Sans KR"/>
                <a:cs typeface="Noto Sans KR"/>
              </a:defRPr>
            </a:lvl1pPr>
            <a:lvl2pPr algn="ctr">
              <a:defRPr sz="1275" b="0">
                <a:solidFill>
                  <a:srgbClr val="BAC5D8"/>
                </a:solidFill>
                <a:latin typeface="Noto Sans KR"/>
                <a:ea typeface="Noto Sans KR"/>
                <a:cs typeface="Noto Sans KR"/>
              </a:defRPr>
            </a:lvl2pPr>
            <a:lvl3pPr algn="ctr">
              <a:defRPr sz="1275" b="0">
                <a:solidFill>
                  <a:srgbClr val="BAC5D8"/>
                </a:solidFill>
                <a:latin typeface="Noto Sans KR"/>
                <a:ea typeface="Noto Sans KR"/>
                <a:cs typeface="Noto Sans KR"/>
              </a:defRPr>
            </a:lvl3pPr>
            <a:lvl4pPr algn="ctr">
              <a:defRPr sz="1275" b="0">
                <a:solidFill>
                  <a:srgbClr val="BAC5D8"/>
                </a:solidFill>
                <a:latin typeface="Noto Sans KR"/>
                <a:ea typeface="Noto Sans KR"/>
                <a:cs typeface="Noto Sans KR"/>
              </a:defRPr>
            </a:lvl4pPr>
            <a:lvl5pPr algn="ctr">
              <a:defRPr sz="1275" b="0">
                <a:solidFill>
                  <a:srgbClr val="BAC5D8"/>
                </a:solidFill>
                <a:latin typeface="Noto Sans KR"/>
                <a:ea typeface="Noto Sans KR"/>
                <a:cs typeface="Noto Sans KR"/>
              </a:defRPr>
            </a:lvl5pPr>
            <a:lvl6pPr algn="ctr">
              <a:defRPr sz="1275" b="0">
                <a:solidFill>
                  <a:srgbClr val="BAC5D8"/>
                </a:solidFill>
                <a:latin typeface="Noto Sans KR"/>
                <a:ea typeface="Noto Sans KR"/>
                <a:cs typeface="Noto Sans KR"/>
              </a:defRPr>
            </a:lvl6pPr>
            <a:lvl7pPr algn="ctr">
              <a:defRPr sz="1275" b="0">
                <a:solidFill>
                  <a:srgbClr val="BAC5D8"/>
                </a:solidFill>
                <a:latin typeface="Noto Sans KR"/>
                <a:ea typeface="Noto Sans KR"/>
                <a:cs typeface="Noto Sans KR"/>
              </a:defRPr>
            </a:lvl7pPr>
            <a:lvl8pPr algn="ctr">
              <a:defRPr sz="1275" b="0">
                <a:solidFill>
                  <a:srgbClr val="BAC5D8"/>
                </a:solidFill>
                <a:latin typeface="Noto Sans KR"/>
                <a:ea typeface="Noto Sans KR"/>
                <a:cs typeface="Noto Sans KR"/>
              </a:defRPr>
            </a:lvl8pPr>
            <a:lvl9pPr algn="ctr">
              <a:defRPr sz="1275" b="0">
                <a:solidFill>
                  <a:srgbClr val="BAC5D8"/>
                </a:solidFill>
                <a:latin typeface="Noto Sans KR"/>
                <a:ea typeface="Noto Sans KR"/>
                <a:cs typeface="Noto Sans KR"/>
              </a:defRPr>
            </a:lvl9pPr>
          </a:lstStyle>
          <a:p xmlns:a="http://schemas.openxmlformats.org/drawingml/2006/main">
            <a:pPr algn="ctr">
              <a:defRPr sz="1275" b="0">
                <a:solidFill>
                  <a:srgbClr val="626262"/>
                </a:solidFill>
                <a:latin typeface="Noto Sans KR"/>
                <a:ea typeface="Noto Sans KR"/>
                <a:cs typeface="Noto Sans KR"/>
              </a:defRPr>
            </a:pPr>
            <a:r>
              <a:rPr sz="1275" b="0">
                <a:solidFill>
                  <a:srgbClr val="BAC5D8"/>
                </a:solidFill>
                <a:latin typeface="Noto Sans KR"/>
                <a:ea typeface="Noto Sans KR"/>
                <a:cs typeface="Noto Sans KR"/>
              </a:rPr>
              <a:t>GCS 업로드와 BigQuery 원본 적재는 콘솔에서 수동 수행</a:t>
            </a:r>
          </a:p>
        </p:txBody>
      </p:sp>
      <p:sp>
        <p:nvSpPr>
          <p:cNvPr id="34" name="analysis-period">
            <a:extLst xmlns:a="http://schemas.openxmlformats.org/drawingml/2006/main">
              <a:ext uri="{FF2B5EF4-FFF2-40B4-BE49-F238E27FC236}">
                <a16:creationId xmlns:a16="http://schemas.microsoft.com/office/drawing/2014/main" id="{F5DE9996-7914-419C-A174-B3F0905552AB}"/>
              </a:ext>
            </a:extLst>
          </p:cNvPr>
          <p:cNvSpPr>
            <a:spLocks xmlns:a="http://schemas.openxmlformats.org/drawingml/2006/main" noGrp="1"/>
          </p:cNvSpPr>
          <p:nvPr/>
        </p:nvSpPr>
        <p:spPr>
          <a:xfrm xmlns:a="http://schemas.openxmlformats.org/drawingml/2006/main">
            <a:off x="857250" y="200977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a:solidFill>
                  <a:srgbClr val="BAC5D8"/>
                </a:solidFill>
                <a:latin typeface="Noto Sans KR"/>
                <a:ea typeface="Noto Sans KR"/>
                <a:cs typeface="Noto Sans KR"/>
              </a:defRPr>
            </a:defPPr>
            <a:lvl1pPr algn="ctr">
              <a:defRPr sz="1425">
                <a:solidFill>
                  <a:srgbClr val="BAC5D8"/>
                </a:solidFill>
                <a:latin typeface="Noto Sans KR"/>
                <a:ea typeface="Noto Sans KR"/>
                <a:cs typeface="Noto Sans KR"/>
              </a:defRPr>
            </a:lvl1pPr>
            <a:lvl2pPr algn="ctr">
              <a:defRPr sz="1425">
                <a:solidFill>
                  <a:srgbClr val="BAC5D8"/>
                </a:solidFill>
                <a:latin typeface="Noto Sans KR"/>
                <a:ea typeface="Noto Sans KR"/>
                <a:cs typeface="Noto Sans KR"/>
              </a:defRPr>
            </a:lvl2pPr>
            <a:lvl3pPr algn="ctr">
              <a:defRPr sz="1425">
                <a:solidFill>
                  <a:srgbClr val="BAC5D8"/>
                </a:solidFill>
                <a:latin typeface="Noto Sans KR"/>
                <a:ea typeface="Noto Sans KR"/>
                <a:cs typeface="Noto Sans KR"/>
              </a:defRPr>
            </a:lvl3pPr>
            <a:lvl4pPr algn="ctr">
              <a:defRPr sz="1425">
                <a:solidFill>
                  <a:srgbClr val="BAC5D8"/>
                </a:solidFill>
                <a:latin typeface="Noto Sans KR"/>
                <a:ea typeface="Noto Sans KR"/>
                <a:cs typeface="Noto Sans KR"/>
              </a:defRPr>
            </a:lvl4pPr>
            <a:lvl5pPr algn="ctr">
              <a:defRPr sz="1425">
                <a:solidFill>
                  <a:srgbClr val="BAC5D8"/>
                </a:solidFill>
                <a:latin typeface="Noto Sans KR"/>
                <a:ea typeface="Noto Sans KR"/>
                <a:cs typeface="Noto Sans KR"/>
              </a:defRPr>
            </a:lvl5pPr>
            <a:lvl6pPr algn="ctr">
              <a:defRPr sz="1425">
                <a:solidFill>
                  <a:srgbClr val="BAC5D8"/>
                </a:solidFill>
                <a:latin typeface="Noto Sans KR"/>
                <a:ea typeface="Noto Sans KR"/>
                <a:cs typeface="Noto Sans KR"/>
              </a:defRPr>
            </a:lvl6pPr>
            <a:lvl7pPr algn="ctr">
              <a:defRPr sz="1425">
                <a:solidFill>
                  <a:srgbClr val="BAC5D8"/>
                </a:solidFill>
                <a:latin typeface="Noto Sans KR"/>
                <a:ea typeface="Noto Sans KR"/>
                <a:cs typeface="Noto Sans KR"/>
              </a:defRPr>
            </a:lvl7pPr>
            <a:lvl8pPr algn="ctr">
              <a:defRPr sz="1425">
                <a:solidFill>
                  <a:srgbClr val="BAC5D8"/>
                </a:solidFill>
                <a:latin typeface="Noto Sans KR"/>
                <a:ea typeface="Noto Sans KR"/>
                <a:cs typeface="Noto Sans KR"/>
              </a:defRPr>
            </a:lvl8pPr>
            <a:lvl9pPr algn="ctr">
              <a:defRPr sz="1425">
                <a:solidFill>
                  <a:srgbClr val="BAC5D8"/>
                </a:solidFill>
                <a:latin typeface="Noto Sans KR"/>
                <a:ea typeface="Noto Sans KR"/>
                <a:cs typeface="Noto Sans KR"/>
              </a:defRPr>
            </a:lvl9pPr>
          </a:lstStyle>
          <a:p xmlns:a="http://schemas.openxmlformats.org/drawingml/2006/main">
            <a:pPr algn="ctr">
              <a:defRPr sz="1425">
                <a:solidFill>
                  <a:srgbClr val="BAC5D8"/>
                </a:solidFill>
                <a:latin typeface="Noto Sans KR"/>
                <a:ea typeface="Noto Sans KR"/>
                <a:cs typeface="Noto Sans KR"/>
              </a:defRPr>
            </a:pPr>
            <a:r>
              <a:rPr sz="1425">
                <a:solidFill>
                  <a:srgbClr val="BAC5D8"/>
                </a:solidFill>
                <a:latin typeface="Noto Sans KR"/>
                <a:ea typeface="Noto Sans KR"/>
                <a:cs typeface="Noto Sans KR"/>
              </a:rPr>
              <a:t>분석 기간: 2025년 1~4분기</a:t>
            </a:r>
          </a:p>
        </p:txBody>
      </p:sp>
    </p:spTree>
    <p:extLst>
      <p:ext uri="{BB962C8B-B14F-4D97-AF65-F5344CB8AC3E}">
        <p14:creationId xmlns:p14="http://schemas.microsoft.com/office/powerpoint/2010/main" val="1345588199"/>
      </p:ext>
    </p:extLst>
  </p:cSld>
</p:sld>
</file>

<file path=ppt/slides/slide4.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27876CE-4028-4557-B045-53D4F3E0C934}"/>
              </a:ext>
            </a:extLst>
          </p:cNvPr>
          <p:cNvPicPr>
            <a:picLocks xmlns:a="http://schemas.openxmlformats.org/drawingml/2006/main" noChangeAspect="1"/>
          </p:cNvPicPr>
          <p:nvPr/>
        </p:nvPicPr>
        <p:blipFill>
          <a:blip xmlns:r="http://schemas.openxmlformats.org/officeDocument/2006/relationships" xmlns:a="http://schemas.openxmlformats.org/drawingml/2006/main" r:embed="R616abed78d3f453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매출성과를 거래 강도와 객단가로 분해">
            <a:extLst xmlns:a="http://schemas.openxmlformats.org/drawingml/2006/main">
              <a:ext uri="{FF2B5EF4-FFF2-40B4-BE49-F238E27FC236}">
                <a16:creationId xmlns:a16="http://schemas.microsoft.com/office/drawing/2014/main" id="{9768846E-9193-49AC-BD48-250188679317}"/>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150" b="1">
                <a:solidFill>
                  <a:srgbClr val="F1F5F9"/>
                </a:solidFill>
                <a:latin typeface="Noto Sans KR"/>
                <a:ea typeface="Noto Sans KR"/>
                <a:cs typeface="Noto Sans KR"/>
              </a:defRPr>
            </a:defPPr>
            <a:lvl1pPr algn="ctr">
              <a:defRPr sz="3150" b="1">
                <a:solidFill>
                  <a:srgbClr val="F1F5F9"/>
                </a:solidFill>
                <a:latin typeface="Noto Sans KR"/>
                <a:ea typeface="Noto Sans KR"/>
                <a:cs typeface="Noto Sans KR"/>
              </a:defRPr>
            </a:lvl1pPr>
            <a:lvl2pPr algn="ctr">
              <a:defRPr sz="3150" b="1">
                <a:solidFill>
                  <a:srgbClr val="F1F5F9"/>
                </a:solidFill>
                <a:latin typeface="Noto Sans KR"/>
                <a:ea typeface="Noto Sans KR"/>
                <a:cs typeface="Noto Sans KR"/>
              </a:defRPr>
            </a:lvl2pPr>
            <a:lvl3pPr algn="ctr">
              <a:defRPr sz="3150" b="1">
                <a:solidFill>
                  <a:srgbClr val="F1F5F9"/>
                </a:solidFill>
                <a:latin typeface="Noto Sans KR"/>
                <a:ea typeface="Noto Sans KR"/>
                <a:cs typeface="Noto Sans KR"/>
              </a:defRPr>
            </a:lvl3pPr>
            <a:lvl4pPr algn="ctr">
              <a:defRPr sz="3150" b="1">
                <a:solidFill>
                  <a:srgbClr val="F1F5F9"/>
                </a:solidFill>
                <a:latin typeface="Noto Sans KR"/>
                <a:ea typeface="Noto Sans KR"/>
                <a:cs typeface="Noto Sans KR"/>
              </a:defRPr>
            </a:lvl4pPr>
            <a:lvl5pPr algn="ctr">
              <a:defRPr sz="3150" b="1">
                <a:solidFill>
                  <a:srgbClr val="F1F5F9"/>
                </a:solidFill>
                <a:latin typeface="Noto Sans KR"/>
                <a:ea typeface="Noto Sans KR"/>
                <a:cs typeface="Noto Sans KR"/>
              </a:defRPr>
            </a:lvl5pPr>
            <a:lvl6pPr algn="ctr">
              <a:defRPr sz="3150" b="1">
                <a:solidFill>
                  <a:srgbClr val="F1F5F9"/>
                </a:solidFill>
                <a:latin typeface="Noto Sans KR"/>
                <a:ea typeface="Noto Sans KR"/>
                <a:cs typeface="Noto Sans KR"/>
              </a:defRPr>
            </a:lvl6pPr>
            <a:lvl7pPr algn="ctr">
              <a:defRPr sz="3150" b="1">
                <a:solidFill>
                  <a:srgbClr val="F1F5F9"/>
                </a:solidFill>
                <a:latin typeface="Noto Sans KR"/>
                <a:ea typeface="Noto Sans KR"/>
                <a:cs typeface="Noto Sans KR"/>
              </a:defRPr>
            </a:lvl7pPr>
            <a:lvl8pPr algn="ctr">
              <a:defRPr sz="3150" b="1">
                <a:solidFill>
                  <a:srgbClr val="F1F5F9"/>
                </a:solidFill>
                <a:latin typeface="Noto Sans KR"/>
                <a:ea typeface="Noto Sans KR"/>
                <a:cs typeface="Noto Sans KR"/>
              </a:defRPr>
            </a:lvl8pPr>
            <a:lvl9pPr algn="ctr">
              <a:defRPr sz="3150" b="1">
                <a:solidFill>
                  <a:srgbClr val="F1F5F9"/>
                </a:solidFill>
                <a:latin typeface="Noto Sans KR"/>
                <a:ea typeface="Noto Sans KR"/>
                <a:cs typeface="Noto Sans KR"/>
              </a:defRPr>
            </a:lvl9pPr>
          </a:lstStyle>
          <a:p xmlns:a="http://schemas.openxmlformats.org/drawingml/2006/main">
            <a:pPr algn="ctr">
              <a:defRPr sz="3150" b="1">
                <a:solidFill>
                  <a:srgbClr val="090909"/>
                </a:solidFill>
                <a:latin typeface="Noto Sans KR"/>
                <a:ea typeface="Noto Sans KR"/>
                <a:cs typeface="Noto Sans KR"/>
              </a:defRPr>
            </a:pPr>
            <a:r>
              <a:rPr sz="3150" b="1">
                <a:solidFill>
                  <a:srgbClr val="F1F5F9"/>
                </a:solidFill>
                <a:latin typeface="Noto Sans KR"/>
                <a:ea typeface="Noto Sans KR"/>
                <a:cs typeface="Noto Sans KR"/>
              </a:rPr>
              <a:t>매출성과를 거래 강도와 객단가로 분해</a:t>
            </a:r>
          </a:p>
        </p:txBody>
      </p:sp>
      <p:sp>
        <p:nvSpPr>
          <p:cNvPr id="4" name="">
            <a:extLst xmlns:a="http://schemas.openxmlformats.org/drawingml/2006/main">
              <a:ext uri="{FF2B5EF4-FFF2-40B4-BE49-F238E27FC236}">
                <a16:creationId xmlns:a16="http://schemas.microsoft.com/office/drawing/2014/main" id="{D5E19E98-A15D-447E-9426-617581B93943}"/>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C1106E-0DF8-4231-BD6E-398A4A93899F}"/>
              </a:ext>
            </a:extLst>
          </p:cNvPr>
          <p:cNvSpPr>
            <a:spLocks xmlns:a="http://schemas.openxmlformats.org/drawingml/2006/main" noGrp="1"/>
          </p:cNvSpPr>
          <p:nvPr/>
        </p:nvSpPr>
        <p:spPr>
          <a:xfrm xmlns:a="http://schemas.openxmlformats.org/drawingml/2006/main">
            <a:off x="1143000" y="2609850"/>
            <a:ext cx="2876550" cy="590550"/>
          </a:xfrm>
          <a:prstGeom xmlns:a="http://schemas.openxmlformats.org/drawingml/2006/main" prst="roundRect">
            <a:avLst>
              <a:gd name="adj" fmla="val 46774"/>
            </a:avLst>
          </a:prstGeom>
          <a:solidFill xmlns:a="http://schemas.openxmlformats.org/drawingml/2006/main">
            <a:srgbClr val="166534"/>
          </a:solidFill>
          <a:ln xmlns:a="http://schemas.openxmlformats.org/drawingml/2006/main" w="19050">
            <a:solidFill>
              <a:srgbClr val="65718D"/>
            </a:solidFill>
          </a:ln>
        </p:spPr>
      </p:sp>
      <p:sp>
        <p:nvSpPr>
          <p:cNvPr id="6" name="매출성과">
            <a:extLst xmlns:a="http://schemas.openxmlformats.org/drawingml/2006/main">
              <a:ext uri="{FF2B5EF4-FFF2-40B4-BE49-F238E27FC236}">
                <a16:creationId xmlns:a16="http://schemas.microsoft.com/office/drawing/2014/main" id="{A317D33E-DA50-4639-A268-24A8ABE99E13}"/>
              </a:ext>
            </a:extLst>
          </p:cNvPr>
          <p:cNvSpPr>
            <a:spLocks xmlns:a="http://schemas.openxmlformats.org/drawingml/2006/main" noGrp="1"/>
          </p:cNvSpPr>
          <p:nvPr/>
        </p:nvSpPr>
        <p:spPr>
          <a:xfrm xmlns:a="http://schemas.openxmlformats.org/drawingml/2006/main">
            <a:off x="1219200" y="2667000"/>
            <a:ext cx="2724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F1F5F9"/>
                </a:solidFill>
                <a:latin typeface="Noto Sans KR"/>
                <a:ea typeface="Noto Sans KR"/>
                <a:cs typeface="Noto Sans KR"/>
              </a:defRPr>
            </a:defPPr>
            <a:lvl1pPr algn="ctr">
              <a:defRPr sz="2100" b="1">
                <a:solidFill>
                  <a:srgbClr val="F1F5F9"/>
                </a:solidFill>
                <a:latin typeface="Noto Sans KR"/>
                <a:ea typeface="Noto Sans KR"/>
                <a:cs typeface="Noto Sans KR"/>
              </a:defRPr>
            </a:lvl1pPr>
            <a:lvl2pPr algn="ctr">
              <a:defRPr sz="2100" b="1">
                <a:solidFill>
                  <a:srgbClr val="F1F5F9"/>
                </a:solidFill>
                <a:latin typeface="Noto Sans KR"/>
                <a:ea typeface="Noto Sans KR"/>
                <a:cs typeface="Noto Sans KR"/>
              </a:defRPr>
            </a:lvl2pPr>
            <a:lvl3pPr algn="ctr">
              <a:defRPr sz="2100" b="1">
                <a:solidFill>
                  <a:srgbClr val="F1F5F9"/>
                </a:solidFill>
                <a:latin typeface="Noto Sans KR"/>
                <a:ea typeface="Noto Sans KR"/>
                <a:cs typeface="Noto Sans KR"/>
              </a:defRPr>
            </a:lvl3pPr>
            <a:lvl4pPr algn="ctr">
              <a:defRPr sz="2100" b="1">
                <a:solidFill>
                  <a:srgbClr val="F1F5F9"/>
                </a:solidFill>
                <a:latin typeface="Noto Sans KR"/>
                <a:ea typeface="Noto Sans KR"/>
                <a:cs typeface="Noto Sans KR"/>
              </a:defRPr>
            </a:lvl4pPr>
            <a:lvl5pPr algn="ctr">
              <a:defRPr sz="2100" b="1">
                <a:solidFill>
                  <a:srgbClr val="F1F5F9"/>
                </a:solidFill>
                <a:latin typeface="Noto Sans KR"/>
                <a:ea typeface="Noto Sans KR"/>
                <a:cs typeface="Noto Sans KR"/>
              </a:defRPr>
            </a:lvl5pPr>
            <a:lvl6pPr algn="ctr">
              <a:defRPr sz="2100" b="1">
                <a:solidFill>
                  <a:srgbClr val="F1F5F9"/>
                </a:solidFill>
                <a:latin typeface="Noto Sans KR"/>
                <a:ea typeface="Noto Sans KR"/>
                <a:cs typeface="Noto Sans KR"/>
              </a:defRPr>
            </a:lvl6pPr>
            <a:lvl7pPr algn="ctr">
              <a:defRPr sz="2100" b="1">
                <a:solidFill>
                  <a:srgbClr val="F1F5F9"/>
                </a:solidFill>
                <a:latin typeface="Noto Sans KR"/>
                <a:ea typeface="Noto Sans KR"/>
                <a:cs typeface="Noto Sans KR"/>
              </a:defRPr>
            </a:lvl7pPr>
            <a:lvl8pPr algn="ctr">
              <a:defRPr sz="2100" b="1">
                <a:solidFill>
                  <a:srgbClr val="F1F5F9"/>
                </a:solidFill>
                <a:latin typeface="Noto Sans KR"/>
                <a:ea typeface="Noto Sans KR"/>
                <a:cs typeface="Noto Sans KR"/>
              </a:defRPr>
            </a:lvl8pPr>
            <a:lvl9pPr algn="ctr">
              <a:defRPr sz="2100" b="1">
                <a:solidFill>
                  <a:srgbClr val="F1F5F9"/>
                </a:solidFill>
                <a:latin typeface="Noto Sans KR"/>
                <a:ea typeface="Noto Sans KR"/>
                <a:cs typeface="Noto Sans KR"/>
              </a:defRPr>
            </a:lvl9pPr>
          </a:lstStyle>
          <a:p xmlns:a="http://schemas.openxmlformats.org/drawingml/2006/main">
            <a:pPr algn="ctr">
              <a:defRPr sz="2100" b="1">
                <a:solidFill>
                  <a:srgbClr val="090909"/>
                </a:solidFill>
                <a:latin typeface="Noto Sans KR"/>
                <a:ea typeface="Noto Sans KR"/>
                <a:cs typeface="Noto Sans KR"/>
              </a:defRPr>
            </a:pPr>
            <a:r>
              <a:rPr sz="2100" b="1">
                <a:solidFill>
                  <a:srgbClr val="F1F5F9"/>
                </a:solidFill>
                <a:latin typeface="Noto Sans KR"/>
                <a:ea typeface="Noto Sans KR"/>
                <a:cs typeface="Noto Sans KR"/>
              </a:rPr>
              <a:t>매출성과</a:t>
            </a:r>
          </a:p>
        </p:txBody>
      </p:sp>
      <p:sp>
        <p:nvSpPr>
          <p:cNvPr id="7" name="">
            <a:extLst xmlns:a="http://schemas.openxmlformats.org/drawingml/2006/main">
              <a:ext uri="{FF2B5EF4-FFF2-40B4-BE49-F238E27FC236}">
                <a16:creationId xmlns:a16="http://schemas.microsoft.com/office/drawing/2014/main" id="{2108F15F-23CE-4334-9FAF-B58C307AB841}"/>
              </a:ext>
            </a:extLst>
          </p:cNvPr>
          <p:cNvSpPr>
            <a:spLocks xmlns:a="http://schemas.openxmlformats.org/drawingml/2006/main" noGrp="1"/>
          </p:cNvSpPr>
          <p:nvPr/>
        </p:nvSpPr>
        <p:spPr>
          <a:xfrm xmlns:a="http://schemas.openxmlformats.org/drawingml/2006/main">
            <a:off x="4657725" y="2609850"/>
            <a:ext cx="2876550" cy="590550"/>
          </a:xfrm>
          <a:prstGeom xmlns:a="http://schemas.openxmlformats.org/drawingml/2006/main" prst="roundRect">
            <a:avLst>
              <a:gd name="adj" fmla="val 46774"/>
            </a:avLst>
          </a:prstGeom>
          <a:solidFill xmlns:a="http://schemas.openxmlformats.org/drawingml/2006/main">
            <a:srgbClr val="166534"/>
          </a:solidFill>
          <a:ln xmlns:a="http://schemas.openxmlformats.org/drawingml/2006/main" w="19050">
            <a:solidFill>
              <a:srgbClr val="65718D"/>
            </a:solidFill>
          </a:ln>
        </p:spPr>
      </p:sp>
      <p:sp>
        <p:nvSpPr>
          <p:cNvPr id="8" name="거래 발생 강도">
            <a:extLst xmlns:a="http://schemas.openxmlformats.org/drawingml/2006/main">
              <a:ext uri="{FF2B5EF4-FFF2-40B4-BE49-F238E27FC236}">
                <a16:creationId xmlns:a16="http://schemas.microsoft.com/office/drawing/2014/main" id="{E3F66826-651D-4ADE-9B4D-FE43801DD7C4}"/>
              </a:ext>
            </a:extLst>
          </p:cNvPr>
          <p:cNvSpPr>
            <a:spLocks xmlns:a="http://schemas.openxmlformats.org/drawingml/2006/main" noGrp="1"/>
          </p:cNvSpPr>
          <p:nvPr/>
        </p:nvSpPr>
        <p:spPr>
          <a:xfrm xmlns:a="http://schemas.openxmlformats.org/drawingml/2006/main">
            <a:off x="4733925" y="2667000"/>
            <a:ext cx="2724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F1F5F9"/>
                </a:solidFill>
                <a:latin typeface="Noto Sans KR"/>
                <a:ea typeface="Noto Sans KR"/>
                <a:cs typeface="Noto Sans KR"/>
              </a:defRPr>
            </a:defPPr>
            <a:lvl1pPr algn="ctr">
              <a:defRPr sz="2100" b="1">
                <a:solidFill>
                  <a:srgbClr val="F1F5F9"/>
                </a:solidFill>
                <a:latin typeface="Noto Sans KR"/>
                <a:ea typeface="Noto Sans KR"/>
                <a:cs typeface="Noto Sans KR"/>
              </a:defRPr>
            </a:lvl1pPr>
            <a:lvl2pPr algn="ctr">
              <a:defRPr sz="2100" b="1">
                <a:solidFill>
                  <a:srgbClr val="F1F5F9"/>
                </a:solidFill>
                <a:latin typeface="Noto Sans KR"/>
                <a:ea typeface="Noto Sans KR"/>
                <a:cs typeface="Noto Sans KR"/>
              </a:defRPr>
            </a:lvl2pPr>
            <a:lvl3pPr algn="ctr">
              <a:defRPr sz="2100" b="1">
                <a:solidFill>
                  <a:srgbClr val="F1F5F9"/>
                </a:solidFill>
                <a:latin typeface="Noto Sans KR"/>
                <a:ea typeface="Noto Sans KR"/>
                <a:cs typeface="Noto Sans KR"/>
              </a:defRPr>
            </a:lvl3pPr>
            <a:lvl4pPr algn="ctr">
              <a:defRPr sz="2100" b="1">
                <a:solidFill>
                  <a:srgbClr val="F1F5F9"/>
                </a:solidFill>
                <a:latin typeface="Noto Sans KR"/>
                <a:ea typeface="Noto Sans KR"/>
                <a:cs typeface="Noto Sans KR"/>
              </a:defRPr>
            </a:lvl4pPr>
            <a:lvl5pPr algn="ctr">
              <a:defRPr sz="2100" b="1">
                <a:solidFill>
                  <a:srgbClr val="F1F5F9"/>
                </a:solidFill>
                <a:latin typeface="Noto Sans KR"/>
                <a:ea typeface="Noto Sans KR"/>
                <a:cs typeface="Noto Sans KR"/>
              </a:defRPr>
            </a:lvl5pPr>
            <a:lvl6pPr algn="ctr">
              <a:defRPr sz="2100" b="1">
                <a:solidFill>
                  <a:srgbClr val="F1F5F9"/>
                </a:solidFill>
                <a:latin typeface="Noto Sans KR"/>
                <a:ea typeface="Noto Sans KR"/>
                <a:cs typeface="Noto Sans KR"/>
              </a:defRPr>
            </a:lvl6pPr>
            <a:lvl7pPr algn="ctr">
              <a:defRPr sz="2100" b="1">
                <a:solidFill>
                  <a:srgbClr val="F1F5F9"/>
                </a:solidFill>
                <a:latin typeface="Noto Sans KR"/>
                <a:ea typeface="Noto Sans KR"/>
                <a:cs typeface="Noto Sans KR"/>
              </a:defRPr>
            </a:lvl7pPr>
            <a:lvl8pPr algn="ctr">
              <a:defRPr sz="2100" b="1">
                <a:solidFill>
                  <a:srgbClr val="F1F5F9"/>
                </a:solidFill>
                <a:latin typeface="Noto Sans KR"/>
                <a:ea typeface="Noto Sans KR"/>
                <a:cs typeface="Noto Sans KR"/>
              </a:defRPr>
            </a:lvl8pPr>
            <a:lvl9pPr algn="ctr">
              <a:defRPr sz="2100" b="1">
                <a:solidFill>
                  <a:srgbClr val="F1F5F9"/>
                </a:solidFill>
                <a:latin typeface="Noto Sans KR"/>
                <a:ea typeface="Noto Sans KR"/>
                <a:cs typeface="Noto Sans KR"/>
              </a:defRPr>
            </a:lvl9pPr>
          </a:lstStyle>
          <a:p xmlns:a="http://schemas.openxmlformats.org/drawingml/2006/main">
            <a:pPr algn="ctr">
              <a:defRPr sz="2100" b="1">
                <a:solidFill>
                  <a:srgbClr val="090909"/>
                </a:solidFill>
                <a:latin typeface="Noto Sans KR"/>
                <a:ea typeface="Noto Sans KR"/>
                <a:cs typeface="Noto Sans KR"/>
              </a:defRPr>
            </a:pPr>
            <a:r>
              <a:rPr sz="2100" b="1">
                <a:solidFill>
                  <a:srgbClr val="F1F5F9"/>
                </a:solidFill>
                <a:latin typeface="Noto Sans KR"/>
                <a:ea typeface="Noto Sans KR"/>
                <a:cs typeface="Noto Sans KR"/>
              </a:rPr>
              <a:t>거래 발생 강도</a:t>
            </a:r>
          </a:p>
        </p:txBody>
      </p:sp>
      <p:sp>
        <p:nvSpPr>
          <p:cNvPr id="9" name="">
            <a:extLst xmlns:a="http://schemas.openxmlformats.org/drawingml/2006/main">
              <a:ext uri="{FF2B5EF4-FFF2-40B4-BE49-F238E27FC236}">
                <a16:creationId xmlns:a16="http://schemas.microsoft.com/office/drawing/2014/main" id="{72DDFB31-6015-45D0-AC83-761ECB12086E}"/>
              </a:ext>
            </a:extLst>
          </p:cNvPr>
          <p:cNvSpPr>
            <a:spLocks xmlns:a="http://schemas.openxmlformats.org/drawingml/2006/main" noGrp="1"/>
          </p:cNvSpPr>
          <p:nvPr/>
        </p:nvSpPr>
        <p:spPr>
          <a:xfrm xmlns:a="http://schemas.openxmlformats.org/drawingml/2006/main">
            <a:off x="8172450" y="2609850"/>
            <a:ext cx="2876550" cy="590550"/>
          </a:xfrm>
          <a:prstGeom xmlns:a="http://schemas.openxmlformats.org/drawingml/2006/main" prst="roundRect">
            <a:avLst>
              <a:gd name="adj" fmla="val 46774"/>
            </a:avLst>
          </a:prstGeom>
          <a:solidFill xmlns:a="http://schemas.openxmlformats.org/drawingml/2006/main">
            <a:srgbClr val="166534"/>
          </a:solidFill>
          <a:ln xmlns:a="http://schemas.openxmlformats.org/drawingml/2006/main" w="19050">
            <a:solidFill>
              <a:srgbClr val="65718D"/>
            </a:solidFill>
          </a:ln>
        </p:spPr>
      </p:sp>
      <p:sp>
        <p:nvSpPr>
          <p:cNvPr id="10" name="평균 결제금액">
            <a:extLst xmlns:a="http://schemas.openxmlformats.org/drawingml/2006/main">
              <a:ext uri="{FF2B5EF4-FFF2-40B4-BE49-F238E27FC236}">
                <a16:creationId xmlns:a16="http://schemas.microsoft.com/office/drawing/2014/main" id="{471638E0-B34F-4788-A5D0-7928562FDC79}"/>
              </a:ext>
            </a:extLst>
          </p:cNvPr>
          <p:cNvSpPr>
            <a:spLocks xmlns:a="http://schemas.openxmlformats.org/drawingml/2006/main" noGrp="1"/>
          </p:cNvSpPr>
          <p:nvPr/>
        </p:nvSpPr>
        <p:spPr>
          <a:xfrm xmlns:a="http://schemas.openxmlformats.org/drawingml/2006/main">
            <a:off x="8248650" y="2667000"/>
            <a:ext cx="2724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F1F5F9"/>
                </a:solidFill>
                <a:latin typeface="Noto Sans KR"/>
                <a:ea typeface="Noto Sans KR"/>
                <a:cs typeface="Noto Sans KR"/>
              </a:defRPr>
            </a:defPPr>
            <a:lvl1pPr algn="ctr">
              <a:defRPr sz="2100" b="1">
                <a:solidFill>
                  <a:srgbClr val="F1F5F9"/>
                </a:solidFill>
                <a:latin typeface="Noto Sans KR"/>
                <a:ea typeface="Noto Sans KR"/>
                <a:cs typeface="Noto Sans KR"/>
              </a:defRPr>
            </a:lvl1pPr>
            <a:lvl2pPr algn="ctr">
              <a:defRPr sz="2100" b="1">
                <a:solidFill>
                  <a:srgbClr val="F1F5F9"/>
                </a:solidFill>
                <a:latin typeface="Noto Sans KR"/>
                <a:ea typeface="Noto Sans KR"/>
                <a:cs typeface="Noto Sans KR"/>
              </a:defRPr>
            </a:lvl2pPr>
            <a:lvl3pPr algn="ctr">
              <a:defRPr sz="2100" b="1">
                <a:solidFill>
                  <a:srgbClr val="F1F5F9"/>
                </a:solidFill>
                <a:latin typeface="Noto Sans KR"/>
                <a:ea typeface="Noto Sans KR"/>
                <a:cs typeface="Noto Sans KR"/>
              </a:defRPr>
            </a:lvl3pPr>
            <a:lvl4pPr algn="ctr">
              <a:defRPr sz="2100" b="1">
                <a:solidFill>
                  <a:srgbClr val="F1F5F9"/>
                </a:solidFill>
                <a:latin typeface="Noto Sans KR"/>
                <a:ea typeface="Noto Sans KR"/>
                <a:cs typeface="Noto Sans KR"/>
              </a:defRPr>
            </a:lvl4pPr>
            <a:lvl5pPr algn="ctr">
              <a:defRPr sz="2100" b="1">
                <a:solidFill>
                  <a:srgbClr val="F1F5F9"/>
                </a:solidFill>
                <a:latin typeface="Noto Sans KR"/>
                <a:ea typeface="Noto Sans KR"/>
                <a:cs typeface="Noto Sans KR"/>
              </a:defRPr>
            </a:lvl5pPr>
            <a:lvl6pPr algn="ctr">
              <a:defRPr sz="2100" b="1">
                <a:solidFill>
                  <a:srgbClr val="F1F5F9"/>
                </a:solidFill>
                <a:latin typeface="Noto Sans KR"/>
                <a:ea typeface="Noto Sans KR"/>
                <a:cs typeface="Noto Sans KR"/>
              </a:defRPr>
            </a:lvl6pPr>
            <a:lvl7pPr algn="ctr">
              <a:defRPr sz="2100" b="1">
                <a:solidFill>
                  <a:srgbClr val="F1F5F9"/>
                </a:solidFill>
                <a:latin typeface="Noto Sans KR"/>
                <a:ea typeface="Noto Sans KR"/>
                <a:cs typeface="Noto Sans KR"/>
              </a:defRPr>
            </a:lvl7pPr>
            <a:lvl8pPr algn="ctr">
              <a:defRPr sz="2100" b="1">
                <a:solidFill>
                  <a:srgbClr val="F1F5F9"/>
                </a:solidFill>
                <a:latin typeface="Noto Sans KR"/>
                <a:ea typeface="Noto Sans KR"/>
                <a:cs typeface="Noto Sans KR"/>
              </a:defRPr>
            </a:lvl8pPr>
            <a:lvl9pPr algn="ctr">
              <a:defRPr sz="2100" b="1">
                <a:solidFill>
                  <a:srgbClr val="F1F5F9"/>
                </a:solidFill>
                <a:latin typeface="Noto Sans KR"/>
                <a:ea typeface="Noto Sans KR"/>
                <a:cs typeface="Noto Sans KR"/>
              </a:defRPr>
            </a:lvl9pPr>
          </a:lstStyle>
          <a:p xmlns:a="http://schemas.openxmlformats.org/drawingml/2006/main">
            <a:pPr algn="ctr">
              <a:defRPr sz="2100" b="1">
                <a:solidFill>
                  <a:srgbClr val="090909"/>
                </a:solidFill>
                <a:latin typeface="Noto Sans KR"/>
                <a:ea typeface="Noto Sans KR"/>
                <a:cs typeface="Noto Sans KR"/>
              </a:defRPr>
            </a:pPr>
            <a:r>
              <a:rPr sz="2100" b="1">
                <a:solidFill>
                  <a:srgbClr val="F1F5F9"/>
                </a:solidFill>
                <a:latin typeface="Noto Sans KR"/>
                <a:ea typeface="Noto Sans KR"/>
                <a:cs typeface="Noto Sans KR"/>
              </a:rPr>
              <a:t>평균 결제금액</a:t>
            </a:r>
          </a:p>
        </p:txBody>
      </p:sp>
      <p:sp>
        <p:nvSpPr>
          <p:cNvPr id="11" name="매출액">
            <a:extLst xmlns:a="http://schemas.openxmlformats.org/drawingml/2006/main">
              <a:ext uri="{FF2B5EF4-FFF2-40B4-BE49-F238E27FC236}">
                <a16:creationId xmlns:a16="http://schemas.microsoft.com/office/drawing/2014/main" id="{292057C1-B0EC-4E3A-BFA7-4C6BAB234155}"/>
              </a:ext>
            </a:extLst>
          </p:cNvPr>
          <p:cNvSpPr>
            <a:spLocks xmlns:a="http://schemas.openxmlformats.org/drawingml/2006/main" noGrp="1"/>
          </p:cNvSpPr>
          <p:nvPr/>
        </p:nvSpPr>
        <p:spPr>
          <a:xfrm xmlns:a="http://schemas.openxmlformats.org/drawingml/2006/main">
            <a:off x="1190625" y="3514725"/>
            <a:ext cx="2781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625" b="1">
                <a:solidFill>
                  <a:srgbClr val="F1F5F9"/>
                </a:solidFill>
                <a:latin typeface="Noto Sans KR"/>
                <a:ea typeface="Noto Sans KR"/>
                <a:cs typeface="Noto Sans KR"/>
              </a:defRPr>
            </a:defPPr>
            <a:lvl1pPr algn="ctr">
              <a:defRPr sz="2625" b="1">
                <a:solidFill>
                  <a:srgbClr val="F1F5F9"/>
                </a:solidFill>
                <a:latin typeface="Noto Sans KR"/>
                <a:ea typeface="Noto Sans KR"/>
                <a:cs typeface="Noto Sans KR"/>
              </a:defRPr>
            </a:lvl1pPr>
            <a:lvl2pPr algn="ctr">
              <a:defRPr sz="2625" b="1">
                <a:solidFill>
                  <a:srgbClr val="F1F5F9"/>
                </a:solidFill>
                <a:latin typeface="Noto Sans KR"/>
                <a:ea typeface="Noto Sans KR"/>
                <a:cs typeface="Noto Sans KR"/>
              </a:defRPr>
            </a:lvl2pPr>
            <a:lvl3pPr algn="ctr">
              <a:defRPr sz="2625" b="1">
                <a:solidFill>
                  <a:srgbClr val="F1F5F9"/>
                </a:solidFill>
                <a:latin typeface="Noto Sans KR"/>
                <a:ea typeface="Noto Sans KR"/>
                <a:cs typeface="Noto Sans KR"/>
              </a:defRPr>
            </a:lvl3pPr>
            <a:lvl4pPr algn="ctr">
              <a:defRPr sz="2625" b="1">
                <a:solidFill>
                  <a:srgbClr val="F1F5F9"/>
                </a:solidFill>
                <a:latin typeface="Noto Sans KR"/>
                <a:ea typeface="Noto Sans KR"/>
                <a:cs typeface="Noto Sans KR"/>
              </a:defRPr>
            </a:lvl4pPr>
            <a:lvl5pPr algn="ctr">
              <a:defRPr sz="2625" b="1">
                <a:solidFill>
                  <a:srgbClr val="F1F5F9"/>
                </a:solidFill>
                <a:latin typeface="Noto Sans KR"/>
                <a:ea typeface="Noto Sans KR"/>
                <a:cs typeface="Noto Sans KR"/>
              </a:defRPr>
            </a:lvl5pPr>
            <a:lvl6pPr algn="ctr">
              <a:defRPr sz="2625" b="1">
                <a:solidFill>
                  <a:srgbClr val="F1F5F9"/>
                </a:solidFill>
                <a:latin typeface="Noto Sans KR"/>
                <a:ea typeface="Noto Sans KR"/>
                <a:cs typeface="Noto Sans KR"/>
              </a:defRPr>
            </a:lvl6pPr>
            <a:lvl7pPr algn="ctr">
              <a:defRPr sz="2625" b="1">
                <a:solidFill>
                  <a:srgbClr val="F1F5F9"/>
                </a:solidFill>
                <a:latin typeface="Noto Sans KR"/>
                <a:ea typeface="Noto Sans KR"/>
                <a:cs typeface="Noto Sans KR"/>
              </a:defRPr>
            </a:lvl7pPr>
            <a:lvl8pPr algn="ctr">
              <a:defRPr sz="2625" b="1">
                <a:solidFill>
                  <a:srgbClr val="F1F5F9"/>
                </a:solidFill>
                <a:latin typeface="Noto Sans KR"/>
                <a:ea typeface="Noto Sans KR"/>
                <a:cs typeface="Noto Sans KR"/>
              </a:defRPr>
            </a:lvl8pPr>
            <a:lvl9pPr algn="ctr">
              <a:defRPr sz="2625" b="1">
                <a:solidFill>
                  <a:srgbClr val="F1F5F9"/>
                </a:solidFill>
                <a:latin typeface="Noto Sans KR"/>
                <a:ea typeface="Noto Sans KR"/>
                <a:cs typeface="Noto Sans KR"/>
              </a:defRPr>
            </a:lvl9pPr>
          </a:lstStyle>
          <a:p xmlns:a="http://schemas.openxmlformats.org/drawingml/2006/main">
            <a:pPr algn="ctr">
              <a:defRPr sz="2625" b="1">
                <a:solidFill>
                  <a:srgbClr val="090909"/>
                </a:solidFill>
                <a:latin typeface="Noto Sans KR"/>
                <a:ea typeface="Noto Sans KR"/>
                <a:cs typeface="Noto Sans KR"/>
              </a:defRPr>
            </a:pPr>
            <a:r>
              <a:rPr sz="2625" b="1">
                <a:solidFill>
                  <a:srgbClr val="F1F5F9"/>
                </a:solidFill>
                <a:latin typeface="Noto Sans KR"/>
                <a:ea typeface="Noto Sans KR"/>
                <a:cs typeface="Noto Sans KR"/>
              </a:rPr>
              <a:t>매출액</a:t>
            </a:r>
          </a:p>
        </p:txBody>
      </p:sp>
      <p:sp>
        <p:nvSpPr>
          <p:cNvPr id="12" name="매출건수">
            <a:extLst xmlns:a="http://schemas.openxmlformats.org/drawingml/2006/main">
              <a:ext uri="{FF2B5EF4-FFF2-40B4-BE49-F238E27FC236}">
                <a16:creationId xmlns:a16="http://schemas.microsoft.com/office/drawing/2014/main" id="{C18823D8-E789-460B-BC04-CD3CBA283258}"/>
              </a:ext>
            </a:extLst>
          </p:cNvPr>
          <p:cNvSpPr>
            <a:spLocks xmlns:a="http://schemas.openxmlformats.org/drawingml/2006/main" noGrp="1"/>
          </p:cNvSpPr>
          <p:nvPr/>
        </p:nvSpPr>
        <p:spPr>
          <a:xfrm xmlns:a="http://schemas.openxmlformats.org/drawingml/2006/main">
            <a:off x="4705350" y="3514725"/>
            <a:ext cx="2781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625" b="1">
                <a:solidFill>
                  <a:srgbClr val="F1F5F9"/>
                </a:solidFill>
                <a:latin typeface="Noto Sans KR"/>
                <a:ea typeface="Noto Sans KR"/>
                <a:cs typeface="Noto Sans KR"/>
              </a:defRPr>
            </a:defPPr>
            <a:lvl1pPr algn="ctr">
              <a:defRPr sz="2625" b="1">
                <a:solidFill>
                  <a:srgbClr val="F1F5F9"/>
                </a:solidFill>
                <a:latin typeface="Noto Sans KR"/>
                <a:ea typeface="Noto Sans KR"/>
                <a:cs typeface="Noto Sans KR"/>
              </a:defRPr>
            </a:lvl1pPr>
            <a:lvl2pPr algn="ctr">
              <a:defRPr sz="2625" b="1">
                <a:solidFill>
                  <a:srgbClr val="F1F5F9"/>
                </a:solidFill>
                <a:latin typeface="Noto Sans KR"/>
                <a:ea typeface="Noto Sans KR"/>
                <a:cs typeface="Noto Sans KR"/>
              </a:defRPr>
            </a:lvl2pPr>
            <a:lvl3pPr algn="ctr">
              <a:defRPr sz="2625" b="1">
                <a:solidFill>
                  <a:srgbClr val="F1F5F9"/>
                </a:solidFill>
                <a:latin typeface="Noto Sans KR"/>
                <a:ea typeface="Noto Sans KR"/>
                <a:cs typeface="Noto Sans KR"/>
              </a:defRPr>
            </a:lvl3pPr>
            <a:lvl4pPr algn="ctr">
              <a:defRPr sz="2625" b="1">
                <a:solidFill>
                  <a:srgbClr val="F1F5F9"/>
                </a:solidFill>
                <a:latin typeface="Noto Sans KR"/>
                <a:ea typeface="Noto Sans KR"/>
                <a:cs typeface="Noto Sans KR"/>
              </a:defRPr>
            </a:lvl4pPr>
            <a:lvl5pPr algn="ctr">
              <a:defRPr sz="2625" b="1">
                <a:solidFill>
                  <a:srgbClr val="F1F5F9"/>
                </a:solidFill>
                <a:latin typeface="Noto Sans KR"/>
                <a:ea typeface="Noto Sans KR"/>
                <a:cs typeface="Noto Sans KR"/>
              </a:defRPr>
            </a:lvl5pPr>
            <a:lvl6pPr algn="ctr">
              <a:defRPr sz="2625" b="1">
                <a:solidFill>
                  <a:srgbClr val="F1F5F9"/>
                </a:solidFill>
                <a:latin typeface="Noto Sans KR"/>
                <a:ea typeface="Noto Sans KR"/>
                <a:cs typeface="Noto Sans KR"/>
              </a:defRPr>
            </a:lvl6pPr>
            <a:lvl7pPr algn="ctr">
              <a:defRPr sz="2625" b="1">
                <a:solidFill>
                  <a:srgbClr val="F1F5F9"/>
                </a:solidFill>
                <a:latin typeface="Noto Sans KR"/>
                <a:ea typeface="Noto Sans KR"/>
                <a:cs typeface="Noto Sans KR"/>
              </a:defRPr>
            </a:lvl7pPr>
            <a:lvl8pPr algn="ctr">
              <a:defRPr sz="2625" b="1">
                <a:solidFill>
                  <a:srgbClr val="F1F5F9"/>
                </a:solidFill>
                <a:latin typeface="Noto Sans KR"/>
                <a:ea typeface="Noto Sans KR"/>
                <a:cs typeface="Noto Sans KR"/>
              </a:defRPr>
            </a:lvl8pPr>
            <a:lvl9pPr algn="ctr">
              <a:defRPr sz="2625" b="1">
                <a:solidFill>
                  <a:srgbClr val="F1F5F9"/>
                </a:solidFill>
                <a:latin typeface="Noto Sans KR"/>
                <a:ea typeface="Noto Sans KR"/>
                <a:cs typeface="Noto Sans KR"/>
              </a:defRPr>
            </a:lvl9pPr>
          </a:lstStyle>
          <a:p xmlns:a="http://schemas.openxmlformats.org/drawingml/2006/main">
            <a:pPr algn="ctr">
              <a:defRPr sz="2625" b="1">
                <a:solidFill>
                  <a:srgbClr val="090909"/>
                </a:solidFill>
                <a:latin typeface="Noto Sans KR"/>
                <a:ea typeface="Noto Sans KR"/>
                <a:cs typeface="Noto Sans KR"/>
              </a:defRPr>
            </a:pPr>
            <a:r>
              <a:rPr sz="2625" b="1">
                <a:solidFill>
                  <a:srgbClr val="F1F5F9"/>
                </a:solidFill>
                <a:latin typeface="Noto Sans KR"/>
                <a:ea typeface="Noto Sans KR"/>
                <a:cs typeface="Noto Sans KR"/>
              </a:rPr>
              <a:t>매출건수</a:t>
            </a:r>
          </a:p>
        </p:txBody>
      </p:sp>
      <p:sp>
        <p:nvSpPr>
          <p:cNvPr id="13" name="매출액">
            <a:extLst xmlns:a="http://schemas.openxmlformats.org/drawingml/2006/main">
              <a:ext uri="{FF2B5EF4-FFF2-40B4-BE49-F238E27FC236}">
                <a16:creationId xmlns:a16="http://schemas.microsoft.com/office/drawing/2014/main" id="{CB2584AE-233C-4EE6-9FF1-1D15CB6B758A}"/>
              </a:ext>
            </a:extLst>
          </p:cNvPr>
          <p:cNvSpPr>
            <a:spLocks xmlns:a="http://schemas.openxmlformats.org/drawingml/2006/main" noGrp="1"/>
          </p:cNvSpPr>
          <p:nvPr/>
        </p:nvSpPr>
        <p:spPr>
          <a:xfrm xmlns:a="http://schemas.openxmlformats.org/drawingml/2006/main">
            <a:off x="8220075" y="3514725"/>
            <a:ext cx="2781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625" b="1">
                <a:solidFill>
                  <a:srgbClr val="F1F5F9"/>
                </a:solidFill>
                <a:latin typeface="Noto Sans KR"/>
                <a:ea typeface="Noto Sans KR"/>
                <a:cs typeface="Noto Sans KR"/>
              </a:defRPr>
            </a:defPPr>
            <a:lvl1pPr algn="ctr">
              <a:defRPr sz="2625" b="1">
                <a:solidFill>
                  <a:srgbClr val="F1F5F9"/>
                </a:solidFill>
                <a:latin typeface="Noto Sans KR"/>
                <a:ea typeface="Noto Sans KR"/>
                <a:cs typeface="Noto Sans KR"/>
              </a:defRPr>
            </a:lvl1pPr>
            <a:lvl2pPr algn="ctr">
              <a:defRPr sz="2625" b="1">
                <a:solidFill>
                  <a:srgbClr val="F1F5F9"/>
                </a:solidFill>
                <a:latin typeface="Noto Sans KR"/>
                <a:ea typeface="Noto Sans KR"/>
                <a:cs typeface="Noto Sans KR"/>
              </a:defRPr>
            </a:lvl2pPr>
            <a:lvl3pPr algn="ctr">
              <a:defRPr sz="2625" b="1">
                <a:solidFill>
                  <a:srgbClr val="F1F5F9"/>
                </a:solidFill>
                <a:latin typeface="Noto Sans KR"/>
                <a:ea typeface="Noto Sans KR"/>
                <a:cs typeface="Noto Sans KR"/>
              </a:defRPr>
            </a:lvl3pPr>
            <a:lvl4pPr algn="ctr">
              <a:defRPr sz="2625" b="1">
                <a:solidFill>
                  <a:srgbClr val="F1F5F9"/>
                </a:solidFill>
                <a:latin typeface="Noto Sans KR"/>
                <a:ea typeface="Noto Sans KR"/>
                <a:cs typeface="Noto Sans KR"/>
              </a:defRPr>
            </a:lvl4pPr>
            <a:lvl5pPr algn="ctr">
              <a:defRPr sz="2625" b="1">
                <a:solidFill>
                  <a:srgbClr val="F1F5F9"/>
                </a:solidFill>
                <a:latin typeface="Noto Sans KR"/>
                <a:ea typeface="Noto Sans KR"/>
                <a:cs typeface="Noto Sans KR"/>
              </a:defRPr>
            </a:lvl5pPr>
            <a:lvl6pPr algn="ctr">
              <a:defRPr sz="2625" b="1">
                <a:solidFill>
                  <a:srgbClr val="F1F5F9"/>
                </a:solidFill>
                <a:latin typeface="Noto Sans KR"/>
                <a:ea typeface="Noto Sans KR"/>
                <a:cs typeface="Noto Sans KR"/>
              </a:defRPr>
            </a:lvl6pPr>
            <a:lvl7pPr algn="ctr">
              <a:defRPr sz="2625" b="1">
                <a:solidFill>
                  <a:srgbClr val="F1F5F9"/>
                </a:solidFill>
                <a:latin typeface="Noto Sans KR"/>
                <a:ea typeface="Noto Sans KR"/>
                <a:cs typeface="Noto Sans KR"/>
              </a:defRPr>
            </a:lvl7pPr>
            <a:lvl8pPr algn="ctr">
              <a:defRPr sz="2625" b="1">
                <a:solidFill>
                  <a:srgbClr val="F1F5F9"/>
                </a:solidFill>
                <a:latin typeface="Noto Sans KR"/>
                <a:ea typeface="Noto Sans KR"/>
                <a:cs typeface="Noto Sans KR"/>
              </a:defRPr>
            </a:lvl8pPr>
            <a:lvl9pPr algn="ctr">
              <a:defRPr sz="2625" b="1">
                <a:solidFill>
                  <a:srgbClr val="F1F5F9"/>
                </a:solidFill>
                <a:latin typeface="Noto Sans KR"/>
                <a:ea typeface="Noto Sans KR"/>
                <a:cs typeface="Noto Sans KR"/>
              </a:defRPr>
            </a:lvl9pPr>
          </a:lstStyle>
          <a:p xmlns:a="http://schemas.openxmlformats.org/drawingml/2006/main">
            <a:pPr algn="ctr">
              <a:defRPr sz="2625" b="1">
                <a:solidFill>
                  <a:srgbClr val="090909"/>
                </a:solidFill>
                <a:latin typeface="Noto Sans KR"/>
                <a:ea typeface="Noto Sans KR"/>
                <a:cs typeface="Noto Sans KR"/>
              </a:defRPr>
            </a:pPr>
            <a:r>
              <a:rPr sz="2625" b="1">
                <a:solidFill>
                  <a:srgbClr val="F1F5F9"/>
                </a:solidFill>
                <a:latin typeface="Noto Sans KR"/>
                <a:ea typeface="Noto Sans KR"/>
                <a:cs typeface="Noto Sans KR"/>
              </a:rPr>
              <a:t>매출액</a:t>
            </a:r>
          </a:p>
        </p:txBody>
      </p:sp>
      <p:sp>
        <p:nvSpPr>
          <p:cNvPr id="14" name="">
            <a:extLst xmlns:a="http://schemas.openxmlformats.org/drawingml/2006/main">
              <a:ext uri="{FF2B5EF4-FFF2-40B4-BE49-F238E27FC236}">
                <a16:creationId xmlns:a16="http://schemas.microsoft.com/office/drawing/2014/main" id="{1F0846DC-2E8C-4A5A-BCB1-F8A86DFFB01C}"/>
              </a:ext>
            </a:extLst>
          </p:cNvPr>
          <p:cNvSpPr>
            <a:spLocks xmlns:a="http://schemas.openxmlformats.org/drawingml/2006/main" noGrp="1"/>
          </p:cNvSpPr>
          <p:nvPr/>
        </p:nvSpPr>
        <p:spPr>
          <a:xfrm xmlns:a="http://schemas.openxmlformats.org/drawingml/2006/main">
            <a:off x="1371600" y="4114800"/>
            <a:ext cx="2419350" cy="19050"/>
          </a:xfrm>
          <a:prstGeom xmlns:a="http://schemas.openxmlformats.org/drawingml/2006/main" prst="rect">
            <a:avLst/>
          </a:prstGeom>
          <a:solidFill xmlns:a="http://schemas.openxmlformats.org/drawingml/2006/main">
            <a:srgbClr val="DEE6F4"/>
          </a:solidFill>
          <a:ln xmlns:a="http://schemas.openxmlformats.org/drawingml/2006/main" w="0">
            <a:noFill/>
          </a:ln>
        </p:spPr>
      </p:sp>
      <p:sp>
        <p:nvSpPr>
          <p:cNvPr id="15" name="측정 유동량">
            <a:extLst xmlns:a="http://schemas.openxmlformats.org/drawingml/2006/main">
              <a:ext uri="{FF2B5EF4-FFF2-40B4-BE49-F238E27FC236}">
                <a16:creationId xmlns:a16="http://schemas.microsoft.com/office/drawing/2014/main" id="{40F13102-7BEE-4BC9-86B2-389B48610C56}"/>
              </a:ext>
            </a:extLst>
          </p:cNvPr>
          <p:cNvSpPr>
            <a:spLocks xmlns:a="http://schemas.openxmlformats.org/drawingml/2006/main" noGrp="1"/>
          </p:cNvSpPr>
          <p:nvPr/>
        </p:nvSpPr>
        <p:spPr>
          <a:xfrm xmlns:a="http://schemas.openxmlformats.org/drawingml/2006/main">
            <a:off x="1190625" y="4276725"/>
            <a:ext cx="2781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F1F5F9"/>
                </a:solidFill>
                <a:latin typeface="Noto Sans KR"/>
                <a:ea typeface="Noto Sans KR"/>
                <a:cs typeface="Noto Sans KR"/>
              </a:defRPr>
            </a:defPPr>
            <a:lvl1pPr algn="ctr">
              <a:defRPr sz="2325" b="1">
                <a:solidFill>
                  <a:srgbClr val="F1F5F9"/>
                </a:solidFill>
                <a:latin typeface="Noto Sans KR"/>
                <a:ea typeface="Noto Sans KR"/>
                <a:cs typeface="Noto Sans KR"/>
              </a:defRPr>
            </a:lvl1pPr>
            <a:lvl2pPr algn="ctr">
              <a:defRPr sz="2325" b="1">
                <a:solidFill>
                  <a:srgbClr val="F1F5F9"/>
                </a:solidFill>
                <a:latin typeface="Noto Sans KR"/>
                <a:ea typeface="Noto Sans KR"/>
                <a:cs typeface="Noto Sans KR"/>
              </a:defRPr>
            </a:lvl2pPr>
            <a:lvl3pPr algn="ctr">
              <a:defRPr sz="2325" b="1">
                <a:solidFill>
                  <a:srgbClr val="F1F5F9"/>
                </a:solidFill>
                <a:latin typeface="Noto Sans KR"/>
                <a:ea typeface="Noto Sans KR"/>
                <a:cs typeface="Noto Sans KR"/>
              </a:defRPr>
            </a:lvl3pPr>
            <a:lvl4pPr algn="ctr">
              <a:defRPr sz="2325" b="1">
                <a:solidFill>
                  <a:srgbClr val="F1F5F9"/>
                </a:solidFill>
                <a:latin typeface="Noto Sans KR"/>
                <a:ea typeface="Noto Sans KR"/>
                <a:cs typeface="Noto Sans KR"/>
              </a:defRPr>
            </a:lvl4pPr>
            <a:lvl5pPr algn="ctr">
              <a:defRPr sz="2325" b="1">
                <a:solidFill>
                  <a:srgbClr val="F1F5F9"/>
                </a:solidFill>
                <a:latin typeface="Noto Sans KR"/>
                <a:ea typeface="Noto Sans KR"/>
                <a:cs typeface="Noto Sans KR"/>
              </a:defRPr>
            </a:lvl5pPr>
            <a:lvl6pPr algn="ctr">
              <a:defRPr sz="2325" b="1">
                <a:solidFill>
                  <a:srgbClr val="F1F5F9"/>
                </a:solidFill>
                <a:latin typeface="Noto Sans KR"/>
                <a:ea typeface="Noto Sans KR"/>
                <a:cs typeface="Noto Sans KR"/>
              </a:defRPr>
            </a:lvl6pPr>
            <a:lvl7pPr algn="ctr">
              <a:defRPr sz="2325" b="1">
                <a:solidFill>
                  <a:srgbClr val="F1F5F9"/>
                </a:solidFill>
                <a:latin typeface="Noto Sans KR"/>
                <a:ea typeface="Noto Sans KR"/>
                <a:cs typeface="Noto Sans KR"/>
              </a:defRPr>
            </a:lvl7pPr>
            <a:lvl8pPr algn="ctr">
              <a:defRPr sz="2325" b="1">
                <a:solidFill>
                  <a:srgbClr val="F1F5F9"/>
                </a:solidFill>
                <a:latin typeface="Noto Sans KR"/>
                <a:ea typeface="Noto Sans KR"/>
                <a:cs typeface="Noto Sans KR"/>
              </a:defRPr>
            </a:lvl8pPr>
            <a:lvl9pPr algn="ctr">
              <a:defRPr sz="2325" b="1">
                <a:solidFill>
                  <a:srgbClr val="F1F5F9"/>
                </a:solidFill>
                <a:latin typeface="Noto Sans KR"/>
                <a:ea typeface="Noto Sans KR"/>
                <a:cs typeface="Noto Sans KR"/>
              </a:defRPr>
            </a:lvl9pPr>
          </a:lstStyle>
          <a:p xmlns:a="http://schemas.openxmlformats.org/drawingml/2006/main">
            <a:pPr algn="ctr">
              <a:defRPr sz="2325" b="1">
                <a:solidFill>
                  <a:srgbClr val="090909"/>
                </a:solidFill>
                <a:latin typeface="Noto Sans KR"/>
                <a:ea typeface="Noto Sans KR"/>
                <a:cs typeface="Noto Sans KR"/>
              </a:defRPr>
            </a:pPr>
            <a:r>
              <a:rPr sz="2325" b="1">
                <a:solidFill>
                  <a:srgbClr val="F1F5F9"/>
                </a:solidFill>
                <a:latin typeface="Noto Sans KR"/>
                <a:ea typeface="Noto Sans KR"/>
                <a:cs typeface="Noto Sans KR"/>
              </a:rPr>
              <a:t>추정 유동량</a:t>
            </a:r>
          </a:p>
        </p:txBody>
      </p:sp>
      <p:sp>
        <p:nvSpPr>
          <p:cNvPr id="16" name="">
            <a:extLst xmlns:a="http://schemas.openxmlformats.org/drawingml/2006/main">
              <a:ext uri="{FF2B5EF4-FFF2-40B4-BE49-F238E27FC236}">
                <a16:creationId xmlns:a16="http://schemas.microsoft.com/office/drawing/2014/main" id="{80AA91D9-49F3-424E-AF12-B5A55C8C2FDE}"/>
              </a:ext>
            </a:extLst>
          </p:cNvPr>
          <p:cNvSpPr>
            <a:spLocks xmlns:a="http://schemas.openxmlformats.org/drawingml/2006/main" noGrp="1"/>
          </p:cNvSpPr>
          <p:nvPr/>
        </p:nvSpPr>
        <p:spPr>
          <a:xfrm xmlns:a="http://schemas.openxmlformats.org/drawingml/2006/main">
            <a:off x="4886325" y="4114800"/>
            <a:ext cx="2419350" cy="19050"/>
          </a:xfrm>
          <a:prstGeom xmlns:a="http://schemas.openxmlformats.org/drawingml/2006/main" prst="rect">
            <a:avLst/>
          </a:prstGeom>
          <a:solidFill xmlns:a="http://schemas.openxmlformats.org/drawingml/2006/main">
            <a:srgbClr val="DEE6F4"/>
          </a:solidFill>
          <a:ln xmlns:a="http://schemas.openxmlformats.org/drawingml/2006/main" w="0">
            <a:noFill/>
          </a:ln>
        </p:spPr>
      </p:sp>
      <p:sp>
        <p:nvSpPr>
          <p:cNvPr id="17" name="측정 유동량">
            <a:extLst xmlns:a="http://schemas.openxmlformats.org/drawingml/2006/main">
              <a:ext uri="{FF2B5EF4-FFF2-40B4-BE49-F238E27FC236}">
                <a16:creationId xmlns:a16="http://schemas.microsoft.com/office/drawing/2014/main" id="{A82BF072-4BE8-4B34-8676-AE5DAF1279B4}"/>
              </a:ext>
            </a:extLst>
          </p:cNvPr>
          <p:cNvSpPr>
            <a:spLocks xmlns:a="http://schemas.openxmlformats.org/drawingml/2006/main" noGrp="1"/>
          </p:cNvSpPr>
          <p:nvPr/>
        </p:nvSpPr>
        <p:spPr>
          <a:xfrm xmlns:a="http://schemas.openxmlformats.org/drawingml/2006/main">
            <a:off x="4705350" y="4276725"/>
            <a:ext cx="2781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F1F5F9"/>
                </a:solidFill>
                <a:latin typeface="Noto Sans KR"/>
                <a:ea typeface="Noto Sans KR"/>
                <a:cs typeface="Noto Sans KR"/>
              </a:defRPr>
            </a:defPPr>
            <a:lvl1pPr algn="ctr">
              <a:defRPr sz="2325" b="1">
                <a:solidFill>
                  <a:srgbClr val="F1F5F9"/>
                </a:solidFill>
                <a:latin typeface="Noto Sans KR"/>
                <a:ea typeface="Noto Sans KR"/>
                <a:cs typeface="Noto Sans KR"/>
              </a:defRPr>
            </a:lvl1pPr>
            <a:lvl2pPr algn="ctr">
              <a:defRPr sz="2325" b="1">
                <a:solidFill>
                  <a:srgbClr val="F1F5F9"/>
                </a:solidFill>
                <a:latin typeface="Noto Sans KR"/>
                <a:ea typeface="Noto Sans KR"/>
                <a:cs typeface="Noto Sans KR"/>
              </a:defRPr>
            </a:lvl2pPr>
            <a:lvl3pPr algn="ctr">
              <a:defRPr sz="2325" b="1">
                <a:solidFill>
                  <a:srgbClr val="F1F5F9"/>
                </a:solidFill>
                <a:latin typeface="Noto Sans KR"/>
                <a:ea typeface="Noto Sans KR"/>
                <a:cs typeface="Noto Sans KR"/>
              </a:defRPr>
            </a:lvl3pPr>
            <a:lvl4pPr algn="ctr">
              <a:defRPr sz="2325" b="1">
                <a:solidFill>
                  <a:srgbClr val="F1F5F9"/>
                </a:solidFill>
                <a:latin typeface="Noto Sans KR"/>
                <a:ea typeface="Noto Sans KR"/>
                <a:cs typeface="Noto Sans KR"/>
              </a:defRPr>
            </a:lvl4pPr>
            <a:lvl5pPr algn="ctr">
              <a:defRPr sz="2325" b="1">
                <a:solidFill>
                  <a:srgbClr val="F1F5F9"/>
                </a:solidFill>
                <a:latin typeface="Noto Sans KR"/>
                <a:ea typeface="Noto Sans KR"/>
                <a:cs typeface="Noto Sans KR"/>
              </a:defRPr>
            </a:lvl5pPr>
            <a:lvl6pPr algn="ctr">
              <a:defRPr sz="2325" b="1">
                <a:solidFill>
                  <a:srgbClr val="F1F5F9"/>
                </a:solidFill>
                <a:latin typeface="Noto Sans KR"/>
                <a:ea typeface="Noto Sans KR"/>
                <a:cs typeface="Noto Sans KR"/>
              </a:defRPr>
            </a:lvl6pPr>
            <a:lvl7pPr algn="ctr">
              <a:defRPr sz="2325" b="1">
                <a:solidFill>
                  <a:srgbClr val="F1F5F9"/>
                </a:solidFill>
                <a:latin typeface="Noto Sans KR"/>
                <a:ea typeface="Noto Sans KR"/>
                <a:cs typeface="Noto Sans KR"/>
              </a:defRPr>
            </a:lvl7pPr>
            <a:lvl8pPr algn="ctr">
              <a:defRPr sz="2325" b="1">
                <a:solidFill>
                  <a:srgbClr val="F1F5F9"/>
                </a:solidFill>
                <a:latin typeface="Noto Sans KR"/>
                <a:ea typeface="Noto Sans KR"/>
                <a:cs typeface="Noto Sans KR"/>
              </a:defRPr>
            </a:lvl8pPr>
            <a:lvl9pPr algn="ctr">
              <a:defRPr sz="2325" b="1">
                <a:solidFill>
                  <a:srgbClr val="F1F5F9"/>
                </a:solidFill>
                <a:latin typeface="Noto Sans KR"/>
                <a:ea typeface="Noto Sans KR"/>
                <a:cs typeface="Noto Sans KR"/>
              </a:defRPr>
            </a:lvl9pPr>
          </a:lstStyle>
          <a:p xmlns:a="http://schemas.openxmlformats.org/drawingml/2006/main">
            <a:pPr algn="ctr">
              <a:defRPr sz="2325" b="1">
                <a:solidFill>
                  <a:srgbClr val="090909"/>
                </a:solidFill>
                <a:latin typeface="Noto Sans KR"/>
                <a:ea typeface="Noto Sans KR"/>
                <a:cs typeface="Noto Sans KR"/>
              </a:defRPr>
            </a:pPr>
            <a:r>
              <a:rPr sz="2325" b="1">
                <a:solidFill>
                  <a:srgbClr val="F1F5F9"/>
                </a:solidFill>
                <a:latin typeface="Noto Sans KR"/>
                <a:ea typeface="Noto Sans KR"/>
                <a:cs typeface="Noto Sans KR"/>
              </a:rPr>
              <a:t>추정 유동량</a:t>
            </a:r>
          </a:p>
        </p:txBody>
      </p:sp>
      <p:sp>
        <p:nvSpPr>
          <p:cNvPr id="18" name="">
            <a:extLst xmlns:a="http://schemas.openxmlformats.org/drawingml/2006/main">
              <a:ext uri="{FF2B5EF4-FFF2-40B4-BE49-F238E27FC236}">
                <a16:creationId xmlns:a16="http://schemas.microsoft.com/office/drawing/2014/main" id="{98BE3BD7-0374-4C55-84A5-163389FF2A3A}"/>
              </a:ext>
            </a:extLst>
          </p:cNvPr>
          <p:cNvSpPr>
            <a:spLocks xmlns:a="http://schemas.openxmlformats.org/drawingml/2006/main" noGrp="1"/>
          </p:cNvSpPr>
          <p:nvPr/>
        </p:nvSpPr>
        <p:spPr>
          <a:xfrm xmlns:a="http://schemas.openxmlformats.org/drawingml/2006/main">
            <a:off x="8401050" y="4114800"/>
            <a:ext cx="2419350" cy="19050"/>
          </a:xfrm>
          <a:prstGeom xmlns:a="http://schemas.openxmlformats.org/drawingml/2006/main" prst="rect">
            <a:avLst/>
          </a:prstGeom>
          <a:solidFill xmlns:a="http://schemas.openxmlformats.org/drawingml/2006/main">
            <a:srgbClr val="DEE6F4"/>
          </a:solidFill>
          <a:ln xmlns:a="http://schemas.openxmlformats.org/drawingml/2006/main" w="0">
            <a:noFill/>
          </a:ln>
        </p:spPr>
      </p:sp>
      <p:sp>
        <p:nvSpPr>
          <p:cNvPr id="19" name="매출건수">
            <a:extLst xmlns:a="http://schemas.openxmlformats.org/drawingml/2006/main">
              <a:ext uri="{FF2B5EF4-FFF2-40B4-BE49-F238E27FC236}">
                <a16:creationId xmlns:a16="http://schemas.microsoft.com/office/drawing/2014/main" id="{3CF54A72-247F-4F1F-8FFB-5CFD997B5DA5}"/>
              </a:ext>
            </a:extLst>
          </p:cNvPr>
          <p:cNvSpPr>
            <a:spLocks xmlns:a="http://schemas.openxmlformats.org/drawingml/2006/main" noGrp="1"/>
          </p:cNvSpPr>
          <p:nvPr/>
        </p:nvSpPr>
        <p:spPr>
          <a:xfrm xmlns:a="http://schemas.openxmlformats.org/drawingml/2006/main">
            <a:off x="8220075" y="4276725"/>
            <a:ext cx="27813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325" b="1">
                <a:solidFill>
                  <a:srgbClr val="F1F5F9"/>
                </a:solidFill>
                <a:latin typeface="Noto Sans KR"/>
                <a:ea typeface="Noto Sans KR"/>
                <a:cs typeface="Noto Sans KR"/>
              </a:defRPr>
            </a:defPPr>
            <a:lvl1pPr algn="ctr">
              <a:defRPr sz="2325" b="1">
                <a:solidFill>
                  <a:srgbClr val="F1F5F9"/>
                </a:solidFill>
                <a:latin typeface="Noto Sans KR"/>
                <a:ea typeface="Noto Sans KR"/>
                <a:cs typeface="Noto Sans KR"/>
              </a:defRPr>
            </a:lvl1pPr>
            <a:lvl2pPr algn="ctr">
              <a:defRPr sz="2325" b="1">
                <a:solidFill>
                  <a:srgbClr val="F1F5F9"/>
                </a:solidFill>
                <a:latin typeface="Noto Sans KR"/>
                <a:ea typeface="Noto Sans KR"/>
                <a:cs typeface="Noto Sans KR"/>
              </a:defRPr>
            </a:lvl2pPr>
            <a:lvl3pPr algn="ctr">
              <a:defRPr sz="2325" b="1">
                <a:solidFill>
                  <a:srgbClr val="F1F5F9"/>
                </a:solidFill>
                <a:latin typeface="Noto Sans KR"/>
                <a:ea typeface="Noto Sans KR"/>
                <a:cs typeface="Noto Sans KR"/>
              </a:defRPr>
            </a:lvl3pPr>
            <a:lvl4pPr algn="ctr">
              <a:defRPr sz="2325" b="1">
                <a:solidFill>
                  <a:srgbClr val="F1F5F9"/>
                </a:solidFill>
                <a:latin typeface="Noto Sans KR"/>
                <a:ea typeface="Noto Sans KR"/>
                <a:cs typeface="Noto Sans KR"/>
              </a:defRPr>
            </a:lvl4pPr>
            <a:lvl5pPr algn="ctr">
              <a:defRPr sz="2325" b="1">
                <a:solidFill>
                  <a:srgbClr val="F1F5F9"/>
                </a:solidFill>
                <a:latin typeface="Noto Sans KR"/>
                <a:ea typeface="Noto Sans KR"/>
                <a:cs typeface="Noto Sans KR"/>
              </a:defRPr>
            </a:lvl5pPr>
            <a:lvl6pPr algn="ctr">
              <a:defRPr sz="2325" b="1">
                <a:solidFill>
                  <a:srgbClr val="F1F5F9"/>
                </a:solidFill>
                <a:latin typeface="Noto Sans KR"/>
                <a:ea typeface="Noto Sans KR"/>
                <a:cs typeface="Noto Sans KR"/>
              </a:defRPr>
            </a:lvl6pPr>
            <a:lvl7pPr algn="ctr">
              <a:defRPr sz="2325" b="1">
                <a:solidFill>
                  <a:srgbClr val="F1F5F9"/>
                </a:solidFill>
                <a:latin typeface="Noto Sans KR"/>
                <a:ea typeface="Noto Sans KR"/>
                <a:cs typeface="Noto Sans KR"/>
              </a:defRPr>
            </a:lvl7pPr>
            <a:lvl8pPr algn="ctr">
              <a:defRPr sz="2325" b="1">
                <a:solidFill>
                  <a:srgbClr val="F1F5F9"/>
                </a:solidFill>
                <a:latin typeface="Noto Sans KR"/>
                <a:ea typeface="Noto Sans KR"/>
                <a:cs typeface="Noto Sans KR"/>
              </a:defRPr>
            </a:lvl8pPr>
            <a:lvl9pPr algn="ctr">
              <a:defRPr sz="2325" b="1">
                <a:solidFill>
                  <a:srgbClr val="F1F5F9"/>
                </a:solidFill>
                <a:latin typeface="Noto Sans KR"/>
                <a:ea typeface="Noto Sans KR"/>
                <a:cs typeface="Noto Sans KR"/>
              </a:defRPr>
            </a:lvl9pPr>
          </a:lstStyle>
          <a:p xmlns:a="http://schemas.openxmlformats.org/drawingml/2006/main">
            <a:pPr algn="ctr">
              <a:defRPr sz="2325" b="1">
                <a:solidFill>
                  <a:srgbClr val="090909"/>
                </a:solidFill>
                <a:latin typeface="Noto Sans KR"/>
                <a:ea typeface="Noto Sans KR"/>
                <a:cs typeface="Noto Sans KR"/>
              </a:defRPr>
            </a:pPr>
            <a:r>
              <a:rPr sz="2325" b="1">
                <a:solidFill>
                  <a:srgbClr val="F1F5F9"/>
                </a:solidFill>
                <a:latin typeface="Noto Sans KR"/>
                <a:ea typeface="Noto Sans KR"/>
                <a:cs typeface="Noto Sans KR"/>
              </a:rPr>
              <a:t>매출건수</a:t>
            </a:r>
          </a:p>
        </p:txBody>
      </p:sp>
      <p:sp>
        <p:nvSpPr>
          <p:cNvPr id="20" name="=">
            <a:extLst xmlns:a="http://schemas.openxmlformats.org/drawingml/2006/main">
              <a:ext uri="{FF2B5EF4-FFF2-40B4-BE49-F238E27FC236}">
                <a16:creationId xmlns:a16="http://schemas.microsoft.com/office/drawing/2014/main" id="{0F9D20CE-17DF-498E-AE1B-DA6A4446F498}"/>
              </a:ext>
            </a:extLst>
          </p:cNvPr>
          <p:cNvSpPr>
            <a:spLocks xmlns:a="http://schemas.openxmlformats.org/drawingml/2006/main" noGrp="1"/>
          </p:cNvSpPr>
          <p:nvPr/>
        </p:nvSpPr>
        <p:spPr>
          <a:xfrm xmlns:a="http://schemas.openxmlformats.org/drawingml/2006/main">
            <a:off x="4076700" y="3705225"/>
            <a:ext cx="51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525" b="1">
                <a:solidFill>
                  <a:srgbClr val="FF9B63"/>
                </a:solidFill>
                <a:latin typeface="Noto Sans KR"/>
                <a:ea typeface="Noto Sans KR"/>
                <a:cs typeface="Noto Sans KR"/>
              </a:defRPr>
            </a:defPPr>
            <a:lvl1pPr algn="ctr">
              <a:defRPr sz="3525" b="1">
                <a:solidFill>
                  <a:srgbClr val="FF9B63"/>
                </a:solidFill>
                <a:latin typeface="Noto Sans KR"/>
                <a:ea typeface="Noto Sans KR"/>
                <a:cs typeface="Noto Sans KR"/>
              </a:defRPr>
            </a:lvl1pPr>
            <a:lvl2pPr algn="ctr">
              <a:defRPr sz="3525" b="1">
                <a:solidFill>
                  <a:srgbClr val="FF9B63"/>
                </a:solidFill>
                <a:latin typeface="Noto Sans KR"/>
                <a:ea typeface="Noto Sans KR"/>
                <a:cs typeface="Noto Sans KR"/>
              </a:defRPr>
            </a:lvl2pPr>
            <a:lvl3pPr algn="ctr">
              <a:defRPr sz="3525" b="1">
                <a:solidFill>
                  <a:srgbClr val="FF9B63"/>
                </a:solidFill>
                <a:latin typeface="Noto Sans KR"/>
                <a:ea typeface="Noto Sans KR"/>
                <a:cs typeface="Noto Sans KR"/>
              </a:defRPr>
            </a:lvl3pPr>
            <a:lvl4pPr algn="ctr">
              <a:defRPr sz="3525" b="1">
                <a:solidFill>
                  <a:srgbClr val="FF9B63"/>
                </a:solidFill>
                <a:latin typeface="Noto Sans KR"/>
                <a:ea typeface="Noto Sans KR"/>
                <a:cs typeface="Noto Sans KR"/>
              </a:defRPr>
            </a:lvl4pPr>
            <a:lvl5pPr algn="ctr">
              <a:defRPr sz="3525" b="1">
                <a:solidFill>
                  <a:srgbClr val="FF9B63"/>
                </a:solidFill>
                <a:latin typeface="Noto Sans KR"/>
                <a:ea typeface="Noto Sans KR"/>
                <a:cs typeface="Noto Sans KR"/>
              </a:defRPr>
            </a:lvl5pPr>
            <a:lvl6pPr algn="ctr">
              <a:defRPr sz="3525" b="1">
                <a:solidFill>
                  <a:srgbClr val="FF9B63"/>
                </a:solidFill>
                <a:latin typeface="Noto Sans KR"/>
                <a:ea typeface="Noto Sans KR"/>
                <a:cs typeface="Noto Sans KR"/>
              </a:defRPr>
            </a:lvl6pPr>
            <a:lvl7pPr algn="ctr">
              <a:defRPr sz="3525" b="1">
                <a:solidFill>
                  <a:srgbClr val="FF9B63"/>
                </a:solidFill>
                <a:latin typeface="Noto Sans KR"/>
                <a:ea typeface="Noto Sans KR"/>
                <a:cs typeface="Noto Sans KR"/>
              </a:defRPr>
            </a:lvl7pPr>
            <a:lvl8pPr algn="ctr">
              <a:defRPr sz="3525" b="1">
                <a:solidFill>
                  <a:srgbClr val="FF9B63"/>
                </a:solidFill>
                <a:latin typeface="Noto Sans KR"/>
                <a:ea typeface="Noto Sans KR"/>
                <a:cs typeface="Noto Sans KR"/>
              </a:defRPr>
            </a:lvl8pPr>
            <a:lvl9pPr algn="ctr">
              <a:defRPr sz="3525" b="1">
                <a:solidFill>
                  <a:srgbClr val="FF9B63"/>
                </a:solidFill>
                <a:latin typeface="Noto Sans KR"/>
                <a:ea typeface="Noto Sans KR"/>
                <a:cs typeface="Noto Sans KR"/>
              </a:defRPr>
            </a:lvl9pPr>
          </a:lstStyle>
          <a:p xmlns:a="http://schemas.openxmlformats.org/drawingml/2006/main">
            <a:pPr algn="ctr">
              <a:defRPr sz="3525" b="1">
                <a:solidFill>
                  <a:srgbClr val="FF7D22"/>
                </a:solidFill>
                <a:latin typeface="Noto Sans KR"/>
                <a:ea typeface="Noto Sans KR"/>
                <a:cs typeface="Noto Sans KR"/>
              </a:defRPr>
            </a:pPr>
            <a:r>
              <a:rPr sz="3525" b="1">
                <a:solidFill>
                  <a:srgbClr val="FF9B63"/>
                </a:solidFill>
                <a:latin typeface="Noto Sans KR"/>
                <a:ea typeface="Noto Sans KR"/>
                <a:cs typeface="Noto Sans KR"/>
              </a:rPr>
              <a:t>=</a:t>
            </a:r>
          </a:p>
        </p:txBody>
      </p:sp>
      <p:sp>
        <p:nvSpPr>
          <p:cNvPr id="21" name="×">
            <a:extLst xmlns:a="http://schemas.openxmlformats.org/drawingml/2006/main">
              <a:ext uri="{FF2B5EF4-FFF2-40B4-BE49-F238E27FC236}">
                <a16:creationId xmlns:a16="http://schemas.microsoft.com/office/drawing/2014/main" id="{5E3F5AFC-3951-409E-84E9-0644F7DE832C}"/>
              </a:ext>
            </a:extLst>
          </p:cNvPr>
          <p:cNvSpPr>
            <a:spLocks xmlns:a="http://schemas.openxmlformats.org/drawingml/2006/main" noGrp="1"/>
          </p:cNvSpPr>
          <p:nvPr/>
        </p:nvSpPr>
        <p:spPr>
          <a:xfrm xmlns:a="http://schemas.openxmlformats.org/drawingml/2006/main">
            <a:off x="7591425" y="3705225"/>
            <a:ext cx="51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525" b="1">
                <a:solidFill>
                  <a:srgbClr val="FF9B63"/>
                </a:solidFill>
                <a:latin typeface="Noto Sans KR"/>
                <a:ea typeface="Noto Sans KR"/>
                <a:cs typeface="Noto Sans KR"/>
              </a:defRPr>
            </a:defPPr>
            <a:lvl1pPr algn="ctr">
              <a:defRPr sz="3525" b="1">
                <a:solidFill>
                  <a:srgbClr val="FF9B63"/>
                </a:solidFill>
                <a:latin typeface="Noto Sans KR"/>
                <a:ea typeface="Noto Sans KR"/>
                <a:cs typeface="Noto Sans KR"/>
              </a:defRPr>
            </a:lvl1pPr>
            <a:lvl2pPr algn="ctr">
              <a:defRPr sz="3525" b="1">
                <a:solidFill>
                  <a:srgbClr val="FF9B63"/>
                </a:solidFill>
                <a:latin typeface="Noto Sans KR"/>
                <a:ea typeface="Noto Sans KR"/>
                <a:cs typeface="Noto Sans KR"/>
              </a:defRPr>
            </a:lvl2pPr>
            <a:lvl3pPr algn="ctr">
              <a:defRPr sz="3525" b="1">
                <a:solidFill>
                  <a:srgbClr val="FF9B63"/>
                </a:solidFill>
                <a:latin typeface="Noto Sans KR"/>
                <a:ea typeface="Noto Sans KR"/>
                <a:cs typeface="Noto Sans KR"/>
              </a:defRPr>
            </a:lvl3pPr>
            <a:lvl4pPr algn="ctr">
              <a:defRPr sz="3525" b="1">
                <a:solidFill>
                  <a:srgbClr val="FF9B63"/>
                </a:solidFill>
                <a:latin typeface="Noto Sans KR"/>
                <a:ea typeface="Noto Sans KR"/>
                <a:cs typeface="Noto Sans KR"/>
              </a:defRPr>
            </a:lvl4pPr>
            <a:lvl5pPr algn="ctr">
              <a:defRPr sz="3525" b="1">
                <a:solidFill>
                  <a:srgbClr val="FF9B63"/>
                </a:solidFill>
                <a:latin typeface="Noto Sans KR"/>
                <a:ea typeface="Noto Sans KR"/>
                <a:cs typeface="Noto Sans KR"/>
              </a:defRPr>
            </a:lvl5pPr>
            <a:lvl6pPr algn="ctr">
              <a:defRPr sz="3525" b="1">
                <a:solidFill>
                  <a:srgbClr val="FF9B63"/>
                </a:solidFill>
                <a:latin typeface="Noto Sans KR"/>
                <a:ea typeface="Noto Sans KR"/>
                <a:cs typeface="Noto Sans KR"/>
              </a:defRPr>
            </a:lvl6pPr>
            <a:lvl7pPr algn="ctr">
              <a:defRPr sz="3525" b="1">
                <a:solidFill>
                  <a:srgbClr val="FF9B63"/>
                </a:solidFill>
                <a:latin typeface="Noto Sans KR"/>
                <a:ea typeface="Noto Sans KR"/>
                <a:cs typeface="Noto Sans KR"/>
              </a:defRPr>
            </a:lvl7pPr>
            <a:lvl8pPr algn="ctr">
              <a:defRPr sz="3525" b="1">
                <a:solidFill>
                  <a:srgbClr val="FF9B63"/>
                </a:solidFill>
                <a:latin typeface="Noto Sans KR"/>
                <a:ea typeface="Noto Sans KR"/>
                <a:cs typeface="Noto Sans KR"/>
              </a:defRPr>
            </a:lvl8pPr>
            <a:lvl9pPr algn="ctr">
              <a:defRPr sz="3525" b="1">
                <a:solidFill>
                  <a:srgbClr val="FF9B63"/>
                </a:solidFill>
                <a:latin typeface="Noto Sans KR"/>
                <a:ea typeface="Noto Sans KR"/>
                <a:cs typeface="Noto Sans KR"/>
              </a:defRPr>
            </a:lvl9pPr>
          </a:lstStyle>
          <a:p xmlns:a="http://schemas.openxmlformats.org/drawingml/2006/main">
            <a:pPr algn="ctr">
              <a:defRPr sz="3525" b="1">
                <a:solidFill>
                  <a:srgbClr val="FF7D22"/>
                </a:solidFill>
                <a:latin typeface="Noto Sans KR"/>
                <a:ea typeface="Noto Sans KR"/>
                <a:cs typeface="Noto Sans KR"/>
              </a:defRPr>
            </a:pPr>
            <a:r>
              <a:rPr sz="3525" b="1">
                <a:solidFill>
                  <a:srgbClr val="FF9B63"/>
                </a:solidFill>
                <a:latin typeface="Noto Sans KR"/>
                <a:ea typeface="Noto Sans KR"/>
                <a:cs typeface="Noto Sans KR"/>
              </a:rPr>
              <a:t>×</a:t>
            </a:r>
          </a:p>
        </p:txBody>
      </p:sp>
      <p:sp>
        <p:nvSpPr>
          <p:cNvPr id="22" name="추정 유동량·매출건수로 계산한 상대 비교 지표">
            <a:extLst xmlns:a="http://schemas.openxmlformats.org/drawingml/2006/main">
              <a:ext uri="{FF2B5EF4-FFF2-40B4-BE49-F238E27FC236}">
                <a16:creationId xmlns:a16="http://schemas.microsoft.com/office/drawing/2014/main" id="{11AEBAA3-0677-426E-981C-203B4518C657}"/>
              </a:ext>
            </a:extLst>
          </p:cNvPr>
          <p:cNvSpPr>
            <a:spLocks xmlns:a="http://schemas.openxmlformats.org/drawingml/2006/main" noGrp="1"/>
          </p:cNvSpPr>
          <p:nvPr/>
        </p:nvSpPr>
        <p:spPr>
          <a:xfrm xmlns:a="http://schemas.openxmlformats.org/drawingml/2006/main">
            <a:off x="1428750" y="5172075"/>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BAC5D8"/>
                </a:solidFill>
                <a:latin typeface="Noto Sans KR"/>
                <a:ea typeface="Noto Sans KR"/>
                <a:cs typeface="Noto Sans KR"/>
              </a:defRPr>
            </a:defPPr>
            <a:lvl1pPr algn="ctr">
              <a:defRPr sz="1800" b="0">
                <a:solidFill>
                  <a:srgbClr val="BAC5D8"/>
                </a:solidFill>
                <a:latin typeface="Noto Sans KR"/>
                <a:ea typeface="Noto Sans KR"/>
                <a:cs typeface="Noto Sans KR"/>
              </a:defRPr>
            </a:lvl1pPr>
            <a:lvl2pPr algn="ctr">
              <a:defRPr sz="1800" b="0">
                <a:solidFill>
                  <a:srgbClr val="BAC5D8"/>
                </a:solidFill>
                <a:latin typeface="Noto Sans KR"/>
                <a:ea typeface="Noto Sans KR"/>
                <a:cs typeface="Noto Sans KR"/>
              </a:defRPr>
            </a:lvl2pPr>
            <a:lvl3pPr algn="ctr">
              <a:defRPr sz="1800" b="0">
                <a:solidFill>
                  <a:srgbClr val="BAC5D8"/>
                </a:solidFill>
                <a:latin typeface="Noto Sans KR"/>
                <a:ea typeface="Noto Sans KR"/>
                <a:cs typeface="Noto Sans KR"/>
              </a:defRPr>
            </a:lvl3pPr>
            <a:lvl4pPr algn="ctr">
              <a:defRPr sz="1800" b="0">
                <a:solidFill>
                  <a:srgbClr val="BAC5D8"/>
                </a:solidFill>
                <a:latin typeface="Noto Sans KR"/>
                <a:ea typeface="Noto Sans KR"/>
                <a:cs typeface="Noto Sans KR"/>
              </a:defRPr>
            </a:lvl4pPr>
            <a:lvl5pPr algn="ctr">
              <a:defRPr sz="1800" b="0">
                <a:solidFill>
                  <a:srgbClr val="BAC5D8"/>
                </a:solidFill>
                <a:latin typeface="Noto Sans KR"/>
                <a:ea typeface="Noto Sans KR"/>
                <a:cs typeface="Noto Sans KR"/>
              </a:defRPr>
            </a:lvl5pPr>
            <a:lvl6pPr algn="ctr">
              <a:defRPr sz="1800" b="0">
                <a:solidFill>
                  <a:srgbClr val="BAC5D8"/>
                </a:solidFill>
                <a:latin typeface="Noto Sans KR"/>
                <a:ea typeface="Noto Sans KR"/>
                <a:cs typeface="Noto Sans KR"/>
              </a:defRPr>
            </a:lvl6pPr>
            <a:lvl7pPr algn="ctr">
              <a:defRPr sz="1800" b="0">
                <a:solidFill>
                  <a:srgbClr val="BAC5D8"/>
                </a:solidFill>
                <a:latin typeface="Noto Sans KR"/>
                <a:ea typeface="Noto Sans KR"/>
                <a:cs typeface="Noto Sans KR"/>
              </a:defRPr>
            </a:lvl7pPr>
            <a:lvl8pPr algn="ctr">
              <a:defRPr sz="1800" b="0">
                <a:solidFill>
                  <a:srgbClr val="BAC5D8"/>
                </a:solidFill>
                <a:latin typeface="Noto Sans KR"/>
                <a:ea typeface="Noto Sans KR"/>
                <a:cs typeface="Noto Sans KR"/>
              </a:defRPr>
            </a:lvl8pPr>
            <a:lvl9pPr algn="ctr">
              <a:defRPr sz="1800" b="0">
                <a:solidFill>
                  <a:srgbClr val="BAC5D8"/>
                </a:solidFill>
                <a:latin typeface="Noto Sans KR"/>
                <a:ea typeface="Noto Sans KR"/>
                <a:cs typeface="Noto Sans KR"/>
              </a:defRPr>
            </a:lvl9pPr>
          </a:lstStyle>
          <a:p xmlns:a="http://schemas.openxmlformats.org/drawingml/2006/main">
            <a:pPr algn="ctr">
              <a:defRPr sz="1800" b="0">
                <a:solidFill>
                  <a:srgbClr val="626262"/>
                </a:solidFill>
                <a:latin typeface="Noto Sans KR"/>
                <a:ea typeface="Noto Sans KR"/>
                <a:cs typeface="Noto Sans KR"/>
              </a:defRPr>
            </a:pPr>
            <a:r>
              <a:rPr sz="1800" b="0">
                <a:solidFill>
                  <a:srgbClr val="BAC5D8"/>
                </a:solidFill>
                <a:latin typeface="Noto Sans KR"/>
                <a:ea typeface="Noto Sans KR"/>
                <a:cs typeface="Noto Sans KR"/>
              </a:rPr>
              <a:t>추정 유동량·매출건수로 계산한 상대 비교 지표</a:t>
            </a:r>
          </a:p>
        </p:txBody>
      </p:sp>
      <p:sp>
        <p:nvSpPr>
          <p:cNvPr id="23" name="">
            <a:extLst xmlns:a="http://schemas.openxmlformats.org/drawingml/2006/main">
              <a:ext uri="{FF2B5EF4-FFF2-40B4-BE49-F238E27FC236}">
                <a16:creationId xmlns:a16="http://schemas.microsoft.com/office/drawing/2014/main" id="{4F2FC717-427F-4721-B8E1-BCCE764EC53D}"/>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29167"/>
            </a:avLst>
          </a:prstGeom>
          <a:solidFill xmlns:a="http://schemas.openxmlformats.org/drawingml/2006/main">
            <a:srgbClr val="222E47"/>
          </a:solidFill>
          <a:ln xmlns:a="http://schemas.openxmlformats.org/drawingml/2006/main" w="19050">
            <a:solidFill>
              <a:srgbClr val="65718D"/>
            </a:solidFill>
          </a:ln>
        </p:spPr>
      </p:sp>
      <p:sp>
        <p:nvSpPr>
          <p:cNvPr id="24" name="개인별 구매 전환율로 해석할 수 없다">
            <a:extLst xmlns:a="http://schemas.openxmlformats.org/drawingml/2006/main">
              <a:ext uri="{FF2B5EF4-FFF2-40B4-BE49-F238E27FC236}">
                <a16:creationId xmlns:a16="http://schemas.microsoft.com/office/drawing/2014/main" id="{ABC55E7C-587B-412D-8DB8-2CA75CA9BE9F}"/>
              </a:ext>
            </a:extLst>
          </p:cNvPr>
          <p:cNvSpPr>
            <a:spLocks xmlns:a="http://schemas.openxmlformats.org/drawingml/2006/main" noGrp="1"/>
          </p:cNvSpPr>
          <p:nvPr/>
        </p:nvSpPr>
        <p:spPr>
          <a:xfrm xmlns:a="http://schemas.openxmlformats.org/drawingml/2006/main">
            <a:off x="1333500" y="59340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F1F5F9"/>
                </a:solidFill>
                <a:latin typeface="Noto Sans KR"/>
                <a:ea typeface="Noto Sans KR"/>
                <a:cs typeface="Noto Sans KR"/>
              </a:defRPr>
            </a:defPPr>
            <a:lvl1pPr algn="ctr">
              <a:defRPr sz="1875" b="1">
                <a:solidFill>
                  <a:srgbClr val="F1F5F9"/>
                </a:solidFill>
                <a:latin typeface="Noto Sans KR"/>
                <a:ea typeface="Noto Sans KR"/>
                <a:cs typeface="Noto Sans KR"/>
              </a:defRPr>
            </a:lvl1pPr>
            <a:lvl2pPr algn="ctr">
              <a:defRPr sz="1875" b="1">
                <a:solidFill>
                  <a:srgbClr val="F1F5F9"/>
                </a:solidFill>
                <a:latin typeface="Noto Sans KR"/>
                <a:ea typeface="Noto Sans KR"/>
                <a:cs typeface="Noto Sans KR"/>
              </a:defRPr>
            </a:lvl2pPr>
            <a:lvl3pPr algn="ctr">
              <a:defRPr sz="1875" b="1">
                <a:solidFill>
                  <a:srgbClr val="F1F5F9"/>
                </a:solidFill>
                <a:latin typeface="Noto Sans KR"/>
                <a:ea typeface="Noto Sans KR"/>
                <a:cs typeface="Noto Sans KR"/>
              </a:defRPr>
            </a:lvl3pPr>
            <a:lvl4pPr algn="ctr">
              <a:defRPr sz="1875" b="1">
                <a:solidFill>
                  <a:srgbClr val="F1F5F9"/>
                </a:solidFill>
                <a:latin typeface="Noto Sans KR"/>
                <a:ea typeface="Noto Sans KR"/>
                <a:cs typeface="Noto Sans KR"/>
              </a:defRPr>
            </a:lvl4pPr>
            <a:lvl5pPr algn="ctr">
              <a:defRPr sz="1875" b="1">
                <a:solidFill>
                  <a:srgbClr val="F1F5F9"/>
                </a:solidFill>
                <a:latin typeface="Noto Sans KR"/>
                <a:ea typeface="Noto Sans KR"/>
                <a:cs typeface="Noto Sans KR"/>
              </a:defRPr>
            </a:lvl5pPr>
            <a:lvl6pPr algn="ctr">
              <a:defRPr sz="1875" b="1">
                <a:solidFill>
                  <a:srgbClr val="F1F5F9"/>
                </a:solidFill>
                <a:latin typeface="Noto Sans KR"/>
                <a:ea typeface="Noto Sans KR"/>
                <a:cs typeface="Noto Sans KR"/>
              </a:defRPr>
            </a:lvl6pPr>
            <a:lvl7pPr algn="ctr">
              <a:defRPr sz="1875" b="1">
                <a:solidFill>
                  <a:srgbClr val="F1F5F9"/>
                </a:solidFill>
                <a:latin typeface="Noto Sans KR"/>
                <a:ea typeface="Noto Sans KR"/>
                <a:cs typeface="Noto Sans KR"/>
              </a:defRPr>
            </a:lvl7pPr>
            <a:lvl8pPr algn="ctr">
              <a:defRPr sz="1875" b="1">
                <a:solidFill>
                  <a:srgbClr val="F1F5F9"/>
                </a:solidFill>
                <a:latin typeface="Noto Sans KR"/>
                <a:ea typeface="Noto Sans KR"/>
                <a:cs typeface="Noto Sans KR"/>
              </a:defRPr>
            </a:lvl8pPr>
            <a:lvl9pPr algn="ctr">
              <a:defRPr sz="1875"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875" b="1">
                <a:solidFill>
                  <a:srgbClr val="F1F5F9"/>
                </a:solidFill>
                <a:latin typeface="Noto Sans KR"/>
                <a:ea typeface="Noto Sans KR"/>
                <a:cs typeface="Noto Sans KR"/>
              </a:rPr>
              <a:t>개인별 구매 전환율로 해석할 수 없다</a:t>
            </a:r>
          </a:p>
        </p:txBody>
      </p:sp>
    </p:spTree>
    <p:extLst>
      <p:ext uri="{BB962C8B-B14F-4D97-AF65-F5344CB8AC3E}">
        <p14:creationId xmlns:p14="http://schemas.microsoft.com/office/powerpoint/2010/main" val="1036826560"/>
      </p:ext>
    </p:extLst>
  </p:cSld>
</p:sld>
</file>

<file path=ppt/slides/slide5.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F608F93-17F2-43C4-B207-BFB88EB635EB}"/>
              </a:ext>
            </a:extLst>
          </p:cNvPr>
          <p:cNvPicPr>
            <a:picLocks xmlns:a="http://schemas.openxmlformats.org/drawingml/2006/main" noChangeAspect="1"/>
          </p:cNvPicPr>
          <p:nvPr/>
        </p:nvPicPr>
        <p:blipFill>
          <a:blip xmlns:r="http://schemas.openxmlformats.org/officeDocument/2006/relationships" xmlns:a="http://schemas.openxmlformats.org/drawingml/2006/main" r:embed="R47b826c018f3491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전체 상위권은 시장·도매형 상권">
            <a:extLst xmlns:a="http://schemas.openxmlformats.org/drawingml/2006/main">
              <a:ext uri="{FF2B5EF4-FFF2-40B4-BE49-F238E27FC236}">
                <a16:creationId xmlns:a16="http://schemas.microsoft.com/office/drawing/2014/main" id="{A5CF9AD8-4402-413B-9C1F-C45BBB707998}"/>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150" b="1">
                <a:solidFill>
                  <a:srgbClr val="F1F5F9"/>
                </a:solidFill>
                <a:latin typeface="Noto Sans KR"/>
                <a:ea typeface="Noto Sans KR"/>
                <a:cs typeface="Noto Sans KR"/>
              </a:defRPr>
            </a:defPPr>
            <a:lvl1pPr algn="ctr">
              <a:defRPr sz="3150" b="1">
                <a:solidFill>
                  <a:srgbClr val="F1F5F9"/>
                </a:solidFill>
                <a:latin typeface="Noto Sans KR"/>
                <a:ea typeface="Noto Sans KR"/>
                <a:cs typeface="Noto Sans KR"/>
              </a:defRPr>
            </a:lvl1pPr>
            <a:lvl2pPr algn="ctr">
              <a:defRPr sz="3150" b="1">
                <a:solidFill>
                  <a:srgbClr val="F1F5F9"/>
                </a:solidFill>
                <a:latin typeface="Noto Sans KR"/>
                <a:ea typeface="Noto Sans KR"/>
                <a:cs typeface="Noto Sans KR"/>
              </a:defRPr>
            </a:lvl2pPr>
            <a:lvl3pPr algn="ctr">
              <a:defRPr sz="3150" b="1">
                <a:solidFill>
                  <a:srgbClr val="F1F5F9"/>
                </a:solidFill>
                <a:latin typeface="Noto Sans KR"/>
                <a:ea typeface="Noto Sans KR"/>
                <a:cs typeface="Noto Sans KR"/>
              </a:defRPr>
            </a:lvl3pPr>
            <a:lvl4pPr algn="ctr">
              <a:defRPr sz="3150" b="1">
                <a:solidFill>
                  <a:srgbClr val="F1F5F9"/>
                </a:solidFill>
                <a:latin typeface="Noto Sans KR"/>
                <a:ea typeface="Noto Sans KR"/>
                <a:cs typeface="Noto Sans KR"/>
              </a:defRPr>
            </a:lvl4pPr>
            <a:lvl5pPr algn="ctr">
              <a:defRPr sz="3150" b="1">
                <a:solidFill>
                  <a:srgbClr val="F1F5F9"/>
                </a:solidFill>
                <a:latin typeface="Noto Sans KR"/>
                <a:ea typeface="Noto Sans KR"/>
                <a:cs typeface="Noto Sans KR"/>
              </a:defRPr>
            </a:lvl5pPr>
            <a:lvl6pPr algn="ctr">
              <a:defRPr sz="3150" b="1">
                <a:solidFill>
                  <a:srgbClr val="F1F5F9"/>
                </a:solidFill>
                <a:latin typeface="Noto Sans KR"/>
                <a:ea typeface="Noto Sans KR"/>
                <a:cs typeface="Noto Sans KR"/>
              </a:defRPr>
            </a:lvl6pPr>
            <a:lvl7pPr algn="ctr">
              <a:defRPr sz="3150" b="1">
                <a:solidFill>
                  <a:srgbClr val="F1F5F9"/>
                </a:solidFill>
                <a:latin typeface="Noto Sans KR"/>
                <a:ea typeface="Noto Sans KR"/>
                <a:cs typeface="Noto Sans KR"/>
              </a:defRPr>
            </a:lvl7pPr>
            <a:lvl8pPr algn="ctr">
              <a:defRPr sz="3150" b="1">
                <a:solidFill>
                  <a:srgbClr val="F1F5F9"/>
                </a:solidFill>
                <a:latin typeface="Noto Sans KR"/>
                <a:ea typeface="Noto Sans KR"/>
                <a:cs typeface="Noto Sans KR"/>
              </a:defRPr>
            </a:lvl8pPr>
            <a:lvl9pPr algn="ctr">
              <a:defRPr sz="3150" b="1">
                <a:solidFill>
                  <a:srgbClr val="F1F5F9"/>
                </a:solidFill>
                <a:latin typeface="Noto Sans KR"/>
                <a:ea typeface="Noto Sans KR"/>
                <a:cs typeface="Noto Sans KR"/>
              </a:defRPr>
            </a:lvl9pPr>
          </a:lstStyle>
          <a:p xmlns:a="http://schemas.openxmlformats.org/drawingml/2006/main">
            <a:pPr algn="ctr">
              <a:defRPr sz="3150" b="1">
                <a:solidFill>
                  <a:srgbClr val="090909"/>
                </a:solidFill>
                <a:latin typeface="Noto Sans KR"/>
                <a:ea typeface="Noto Sans KR"/>
                <a:cs typeface="Noto Sans KR"/>
              </a:defRPr>
            </a:pPr>
            <a:r>
              <a:rPr sz="3150" b="1">
                <a:solidFill>
                  <a:srgbClr val="F1F5F9"/>
                </a:solidFill>
                <a:latin typeface="Noto Sans KR"/>
                <a:ea typeface="Noto Sans KR"/>
                <a:cs typeface="Noto Sans KR"/>
              </a:rPr>
              <a:t>전체 상위권은 시장·도매형 상권</a:t>
            </a:r>
          </a:p>
        </p:txBody>
      </p:sp>
      <p:sp>
        <p:nvSpPr>
          <p:cNvPr id="4" name="">
            <a:extLst xmlns:a="http://schemas.openxmlformats.org/drawingml/2006/main">
              <a:ext uri="{FF2B5EF4-FFF2-40B4-BE49-F238E27FC236}">
                <a16:creationId xmlns:a16="http://schemas.microsoft.com/office/drawing/2014/main" id="{1F992E55-45A9-45A9-AD03-071F5938673B}"/>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5" name="유동인구 대비 매출성과 Top 5">
            <a:extLst xmlns:a="http://schemas.openxmlformats.org/drawingml/2006/main">
              <a:ext uri="{FF2B5EF4-FFF2-40B4-BE49-F238E27FC236}">
                <a16:creationId xmlns:a16="http://schemas.microsoft.com/office/drawing/2014/main" id="{EF17BDE8-97AF-4481-AD00-D49003739AEF}"/>
              </a:ext>
            </a:extLst>
          </p:cNvPr>
          <p:cNvSpPr>
            <a:spLocks xmlns:a="http://schemas.openxmlformats.org/drawingml/2006/main" noGrp="1"/>
          </p:cNvSpPr>
          <p:nvPr/>
        </p:nvSpPr>
        <p:spPr>
          <a:xfrm xmlns:a="http://schemas.openxmlformats.org/drawingml/2006/main">
            <a:off x="952500" y="2143125"/>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F1F5F9"/>
                </a:solidFill>
                <a:latin typeface="Noto Sans KR"/>
                <a:ea typeface="Noto Sans KR"/>
                <a:cs typeface="Noto Sans KR"/>
              </a:defRPr>
            </a:defPPr>
            <a:lvl1pPr algn="l">
              <a:defRPr sz="1875" b="1">
                <a:solidFill>
                  <a:srgbClr val="F1F5F9"/>
                </a:solidFill>
                <a:latin typeface="Noto Sans KR"/>
                <a:ea typeface="Noto Sans KR"/>
                <a:cs typeface="Noto Sans KR"/>
              </a:defRPr>
            </a:lvl1pPr>
            <a:lvl2pPr algn="l">
              <a:defRPr sz="1875" b="1">
                <a:solidFill>
                  <a:srgbClr val="F1F5F9"/>
                </a:solidFill>
                <a:latin typeface="Noto Sans KR"/>
                <a:ea typeface="Noto Sans KR"/>
                <a:cs typeface="Noto Sans KR"/>
              </a:defRPr>
            </a:lvl2pPr>
            <a:lvl3pPr algn="l">
              <a:defRPr sz="1875" b="1">
                <a:solidFill>
                  <a:srgbClr val="F1F5F9"/>
                </a:solidFill>
                <a:latin typeface="Noto Sans KR"/>
                <a:ea typeface="Noto Sans KR"/>
                <a:cs typeface="Noto Sans KR"/>
              </a:defRPr>
            </a:lvl3pPr>
            <a:lvl4pPr algn="l">
              <a:defRPr sz="1875" b="1">
                <a:solidFill>
                  <a:srgbClr val="F1F5F9"/>
                </a:solidFill>
                <a:latin typeface="Noto Sans KR"/>
                <a:ea typeface="Noto Sans KR"/>
                <a:cs typeface="Noto Sans KR"/>
              </a:defRPr>
            </a:lvl4pPr>
            <a:lvl5pPr algn="l">
              <a:defRPr sz="1875" b="1">
                <a:solidFill>
                  <a:srgbClr val="F1F5F9"/>
                </a:solidFill>
                <a:latin typeface="Noto Sans KR"/>
                <a:ea typeface="Noto Sans KR"/>
                <a:cs typeface="Noto Sans KR"/>
              </a:defRPr>
            </a:lvl5pPr>
            <a:lvl6pPr algn="l">
              <a:defRPr sz="1875" b="1">
                <a:solidFill>
                  <a:srgbClr val="F1F5F9"/>
                </a:solidFill>
                <a:latin typeface="Noto Sans KR"/>
                <a:ea typeface="Noto Sans KR"/>
                <a:cs typeface="Noto Sans KR"/>
              </a:defRPr>
            </a:lvl6pPr>
            <a:lvl7pPr algn="l">
              <a:defRPr sz="1875" b="1">
                <a:solidFill>
                  <a:srgbClr val="F1F5F9"/>
                </a:solidFill>
                <a:latin typeface="Noto Sans KR"/>
                <a:ea typeface="Noto Sans KR"/>
                <a:cs typeface="Noto Sans KR"/>
              </a:defRPr>
            </a:lvl7pPr>
            <a:lvl8pPr algn="l">
              <a:defRPr sz="1875" b="1">
                <a:solidFill>
                  <a:srgbClr val="F1F5F9"/>
                </a:solidFill>
                <a:latin typeface="Noto Sans KR"/>
                <a:ea typeface="Noto Sans KR"/>
                <a:cs typeface="Noto Sans KR"/>
              </a:defRPr>
            </a:lvl8pPr>
            <a:lvl9pPr algn="l">
              <a:defRPr sz="1875" b="1">
                <a:solidFill>
                  <a:srgbClr val="F1F5F9"/>
                </a:solidFill>
                <a:latin typeface="Noto Sans KR"/>
                <a:ea typeface="Noto Sans KR"/>
                <a:cs typeface="Noto Sans KR"/>
              </a:defRPr>
            </a:lvl9pPr>
          </a:lstStyle>
          <a:p xmlns:a="http://schemas.openxmlformats.org/drawingml/2006/main">
            <a:pPr algn="l">
              <a:defRPr sz="1875" b="1">
                <a:solidFill>
                  <a:srgbClr val="090909"/>
                </a:solidFill>
                <a:latin typeface="Noto Sans KR"/>
                <a:ea typeface="Noto Sans KR"/>
                <a:cs typeface="Noto Sans KR"/>
              </a:defRPr>
            </a:pPr>
            <a:r>
              <a:rPr sz="1875" b="1">
                <a:solidFill>
                  <a:srgbClr val="F1F5F9"/>
                </a:solidFill>
                <a:latin typeface="Noto Sans KR"/>
                <a:ea typeface="Noto Sans KR"/>
                <a:cs typeface="Noto Sans KR"/>
              </a:rPr>
              <a:t>추정 유동량 대비 매출성과 Top 5</a:t>
            </a:r>
          </a:p>
        </p:txBody>
      </p:sp>
      <p:graphicFrame>
        <p:nvGraphicFramePr>
          <p:cNvPr id="6" name="Chart">
            <a:extLst xmlns:a="http://schemas.openxmlformats.org/drawingml/2006/main">
              <a:ext uri="{FF2B5EF4-FFF2-40B4-BE49-F238E27FC236}">
                <a16:creationId xmlns:a16="http://schemas.microsoft.com/office/drawing/2014/main" id="{27DB7264-7008-40C2-B770-953F41618264}"/>
              </a:ext>
            </a:extLst>
          </p:cNvPr>
          <p:cNvGraphicFramePr/>
          <p:nvPr/>
        </p:nvGraphicFramePr>
        <p:xfrm>
          <a:off xmlns:a="http://schemas.openxmlformats.org/drawingml/2006/main" x="866775" y="2705100"/>
          <a:ext xmlns:a="http://schemas.openxmlformats.org/drawingml/2006/main" cx="8067675" cy="2924175"/>
        </p:xfrm>
        <a:graphic xmlns:a="http://schemas.openxmlformats.org/drawingml/2006/main">
          <a:graphicData uri="http://schemas.openxmlformats.org/drawingml/2006/chart">
            <c:chart xmlns:r="http://schemas.openxmlformats.org/officeDocument/2006/relationships" xmlns:c="http://schemas.openxmlformats.org/drawingml/2006/chart" r:id="R311a57111dc746c1"/>
          </a:graphicData>
        </a:graphic>
      </p:graphicFrame>
      <p:sp>
        <p:nvSpPr>
          <p:cNvPr id="7" name="5 / 5">
            <a:extLst xmlns:a="http://schemas.openxmlformats.org/drawingml/2006/main">
              <a:ext uri="{FF2B5EF4-FFF2-40B4-BE49-F238E27FC236}">
                <a16:creationId xmlns:a16="http://schemas.microsoft.com/office/drawing/2014/main" id="{960BBC6C-5997-49D6-B8C1-4AD3932D4A86}"/>
              </a:ext>
            </a:extLst>
          </p:cNvPr>
          <p:cNvSpPr>
            <a:spLocks xmlns:a="http://schemas.openxmlformats.org/drawingml/2006/main" noGrp="1"/>
          </p:cNvSpPr>
          <p:nvPr/>
        </p:nvSpPr>
        <p:spPr>
          <a:xfrm xmlns:a="http://schemas.openxmlformats.org/drawingml/2006/main">
            <a:off x="9096375" y="2952750"/>
            <a:ext cx="23050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875" b="1">
                <a:solidFill>
                  <a:srgbClr val="FF9B63"/>
                </a:solidFill>
                <a:latin typeface="Noto Sans KR"/>
                <a:ea typeface="Noto Sans KR"/>
                <a:cs typeface="Noto Sans KR"/>
              </a:defRPr>
            </a:defPPr>
            <a:lvl1pPr algn="ctr">
              <a:defRPr sz="4875" b="1">
                <a:solidFill>
                  <a:srgbClr val="FF9B63"/>
                </a:solidFill>
                <a:latin typeface="Noto Sans KR"/>
                <a:ea typeface="Noto Sans KR"/>
                <a:cs typeface="Noto Sans KR"/>
              </a:defRPr>
            </a:lvl1pPr>
            <a:lvl2pPr algn="ctr">
              <a:defRPr sz="4875" b="1">
                <a:solidFill>
                  <a:srgbClr val="FF9B63"/>
                </a:solidFill>
                <a:latin typeface="Noto Sans KR"/>
                <a:ea typeface="Noto Sans KR"/>
                <a:cs typeface="Noto Sans KR"/>
              </a:defRPr>
            </a:lvl2pPr>
            <a:lvl3pPr algn="ctr">
              <a:defRPr sz="4875" b="1">
                <a:solidFill>
                  <a:srgbClr val="FF9B63"/>
                </a:solidFill>
                <a:latin typeface="Noto Sans KR"/>
                <a:ea typeface="Noto Sans KR"/>
                <a:cs typeface="Noto Sans KR"/>
              </a:defRPr>
            </a:lvl3pPr>
            <a:lvl4pPr algn="ctr">
              <a:defRPr sz="4875" b="1">
                <a:solidFill>
                  <a:srgbClr val="FF9B63"/>
                </a:solidFill>
                <a:latin typeface="Noto Sans KR"/>
                <a:ea typeface="Noto Sans KR"/>
                <a:cs typeface="Noto Sans KR"/>
              </a:defRPr>
            </a:lvl4pPr>
            <a:lvl5pPr algn="ctr">
              <a:defRPr sz="4875" b="1">
                <a:solidFill>
                  <a:srgbClr val="FF9B63"/>
                </a:solidFill>
                <a:latin typeface="Noto Sans KR"/>
                <a:ea typeface="Noto Sans KR"/>
                <a:cs typeface="Noto Sans KR"/>
              </a:defRPr>
            </a:lvl5pPr>
            <a:lvl6pPr algn="ctr">
              <a:defRPr sz="4875" b="1">
                <a:solidFill>
                  <a:srgbClr val="FF9B63"/>
                </a:solidFill>
                <a:latin typeface="Noto Sans KR"/>
                <a:ea typeface="Noto Sans KR"/>
                <a:cs typeface="Noto Sans KR"/>
              </a:defRPr>
            </a:lvl6pPr>
            <a:lvl7pPr algn="ctr">
              <a:defRPr sz="4875" b="1">
                <a:solidFill>
                  <a:srgbClr val="FF9B63"/>
                </a:solidFill>
                <a:latin typeface="Noto Sans KR"/>
                <a:ea typeface="Noto Sans KR"/>
                <a:cs typeface="Noto Sans KR"/>
              </a:defRPr>
            </a:lvl7pPr>
            <a:lvl8pPr algn="ctr">
              <a:defRPr sz="4875" b="1">
                <a:solidFill>
                  <a:srgbClr val="FF9B63"/>
                </a:solidFill>
                <a:latin typeface="Noto Sans KR"/>
                <a:ea typeface="Noto Sans KR"/>
                <a:cs typeface="Noto Sans KR"/>
              </a:defRPr>
            </a:lvl8pPr>
            <a:lvl9pPr algn="ctr">
              <a:defRPr sz="4875" b="1">
                <a:solidFill>
                  <a:srgbClr val="FF9B63"/>
                </a:solidFill>
                <a:latin typeface="Noto Sans KR"/>
                <a:ea typeface="Noto Sans KR"/>
                <a:cs typeface="Noto Sans KR"/>
              </a:defRPr>
            </a:lvl9pPr>
          </a:lstStyle>
          <a:p xmlns:a="http://schemas.openxmlformats.org/drawingml/2006/main">
            <a:pPr algn="ctr">
              <a:defRPr sz="4875" b="1">
                <a:solidFill>
                  <a:srgbClr val="FF7D22"/>
                </a:solidFill>
                <a:latin typeface="Noto Sans KR"/>
                <a:ea typeface="Noto Sans KR"/>
                <a:cs typeface="Noto Sans KR"/>
              </a:defRPr>
            </a:pPr>
            <a:r>
              <a:rPr sz="4875" b="1">
                <a:solidFill>
                  <a:srgbClr val="FF9B63"/>
                </a:solidFill>
                <a:latin typeface="Noto Sans KR"/>
                <a:ea typeface="Noto Sans KR"/>
                <a:cs typeface="Noto Sans KR"/>
              </a:rPr>
              <a:t>5 / 5</a:t>
            </a:r>
          </a:p>
        </p:txBody>
      </p:sp>
      <p:sp>
        <p:nvSpPr>
          <p:cNvPr id="8" name="시장·도매형">
            <a:extLst xmlns:a="http://schemas.openxmlformats.org/drawingml/2006/main">
              <a:ext uri="{FF2B5EF4-FFF2-40B4-BE49-F238E27FC236}">
                <a16:creationId xmlns:a16="http://schemas.microsoft.com/office/drawing/2014/main" id="{1BBB1617-BBAE-4472-B279-A8F05AF70A4F}"/>
              </a:ext>
            </a:extLst>
          </p:cNvPr>
          <p:cNvSpPr>
            <a:spLocks xmlns:a="http://schemas.openxmlformats.org/drawingml/2006/main" noGrp="1"/>
          </p:cNvSpPr>
          <p:nvPr/>
        </p:nvSpPr>
        <p:spPr>
          <a:xfrm xmlns:a="http://schemas.openxmlformats.org/drawingml/2006/main">
            <a:off x="9096375" y="3933825"/>
            <a:ext cx="2305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250" b="1">
                <a:solidFill>
                  <a:srgbClr val="F1F5F9"/>
                </a:solidFill>
                <a:latin typeface="Noto Sans KR"/>
                <a:ea typeface="Noto Sans KR"/>
                <a:cs typeface="Noto Sans KR"/>
              </a:defRPr>
            </a:defPPr>
            <a:lvl1pPr algn="ctr">
              <a:defRPr sz="2250" b="1">
                <a:solidFill>
                  <a:srgbClr val="F1F5F9"/>
                </a:solidFill>
                <a:latin typeface="Noto Sans KR"/>
                <a:ea typeface="Noto Sans KR"/>
                <a:cs typeface="Noto Sans KR"/>
              </a:defRPr>
            </a:lvl1pPr>
            <a:lvl2pPr algn="ctr">
              <a:defRPr sz="2250" b="1">
                <a:solidFill>
                  <a:srgbClr val="F1F5F9"/>
                </a:solidFill>
                <a:latin typeface="Noto Sans KR"/>
                <a:ea typeface="Noto Sans KR"/>
                <a:cs typeface="Noto Sans KR"/>
              </a:defRPr>
            </a:lvl2pPr>
            <a:lvl3pPr algn="ctr">
              <a:defRPr sz="2250" b="1">
                <a:solidFill>
                  <a:srgbClr val="F1F5F9"/>
                </a:solidFill>
                <a:latin typeface="Noto Sans KR"/>
                <a:ea typeface="Noto Sans KR"/>
                <a:cs typeface="Noto Sans KR"/>
              </a:defRPr>
            </a:lvl3pPr>
            <a:lvl4pPr algn="ctr">
              <a:defRPr sz="2250" b="1">
                <a:solidFill>
                  <a:srgbClr val="F1F5F9"/>
                </a:solidFill>
                <a:latin typeface="Noto Sans KR"/>
                <a:ea typeface="Noto Sans KR"/>
                <a:cs typeface="Noto Sans KR"/>
              </a:defRPr>
            </a:lvl4pPr>
            <a:lvl5pPr algn="ctr">
              <a:defRPr sz="2250" b="1">
                <a:solidFill>
                  <a:srgbClr val="F1F5F9"/>
                </a:solidFill>
                <a:latin typeface="Noto Sans KR"/>
                <a:ea typeface="Noto Sans KR"/>
                <a:cs typeface="Noto Sans KR"/>
              </a:defRPr>
            </a:lvl5pPr>
            <a:lvl6pPr algn="ctr">
              <a:defRPr sz="2250" b="1">
                <a:solidFill>
                  <a:srgbClr val="F1F5F9"/>
                </a:solidFill>
                <a:latin typeface="Noto Sans KR"/>
                <a:ea typeface="Noto Sans KR"/>
                <a:cs typeface="Noto Sans KR"/>
              </a:defRPr>
            </a:lvl6pPr>
            <a:lvl7pPr algn="ctr">
              <a:defRPr sz="2250" b="1">
                <a:solidFill>
                  <a:srgbClr val="F1F5F9"/>
                </a:solidFill>
                <a:latin typeface="Noto Sans KR"/>
                <a:ea typeface="Noto Sans KR"/>
                <a:cs typeface="Noto Sans KR"/>
              </a:defRPr>
            </a:lvl7pPr>
            <a:lvl8pPr algn="ctr">
              <a:defRPr sz="2250" b="1">
                <a:solidFill>
                  <a:srgbClr val="F1F5F9"/>
                </a:solidFill>
                <a:latin typeface="Noto Sans KR"/>
                <a:ea typeface="Noto Sans KR"/>
                <a:cs typeface="Noto Sans KR"/>
              </a:defRPr>
            </a:lvl8pPr>
            <a:lvl9pPr algn="ctr">
              <a:defRPr sz="2250" b="1">
                <a:solidFill>
                  <a:srgbClr val="F1F5F9"/>
                </a:solidFill>
                <a:latin typeface="Noto Sans KR"/>
                <a:ea typeface="Noto Sans KR"/>
                <a:cs typeface="Noto Sans KR"/>
              </a:defRPr>
            </a:lvl9pPr>
          </a:lstStyle>
          <a:p xmlns:a="http://schemas.openxmlformats.org/drawingml/2006/main">
            <a:pPr algn="ctr">
              <a:defRPr sz="2250" b="1">
                <a:solidFill>
                  <a:srgbClr val="090909"/>
                </a:solidFill>
                <a:latin typeface="Noto Sans KR"/>
                <a:ea typeface="Noto Sans KR"/>
                <a:cs typeface="Noto Sans KR"/>
              </a:defRPr>
            </a:pPr>
            <a:r>
              <a:rPr sz="2250" b="1">
                <a:solidFill>
                  <a:srgbClr val="F1F5F9"/>
                </a:solidFill>
                <a:latin typeface="Noto Sans KR"/>
                <a:ea typeface="Noto Sans KR"/>
                <a:cs typeface="Noto Sans KR"/>
              </a:rPr>
              <a:t>시장·도매형</a:t>
            </a:r>
          </a:p>
        </p:txBody>
      </p:sp>
      <p:sp>
        <p:nvSpPr>
          <p:cNvPr id="9" name="전체 순위에는&#10;상권 구조가 반영됨">
            <a:extLst xmlns:a="http://schemas.openxmlformats.org/drawingml/2006/main">
              <a:ext uri="{FF2B5EF4-FFF2-40B4-BE49-F238E27FC236}">
                <a16:creationId xmlns:a16="http://schemas.microsoft.com/office/drawing/2014/main" id="{7EE59AF5-A00E-4BB5-A8BC-4CAF0624D859}"/>
              </a:ext>
            </a:extLst>
          </p:cNvPr>
          <p:cNvSpPr>
            <a:spLocks xmlns:a="http://schemas.openxmlformats.org/drawingml/2006/main" noGrp="1"/>
          </p:cNvSpPr>
          <p:nvPr/>
        </p:nvSpPr>
        <p:spPr>
          <a:xfrm xmlns:a="http://schemas.openxmlformats.org/drawingml/2006/main">
            <a:off x="9144000" y="4543425"/>
            <a:ext cx="220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BAC5D8"/>
                </a:solidFill>
                <a:latin typeface="Noto Sans KR"/>
                <a:ea typeface="Noto Sans KR"/>
                <a:cs typeface="Noto Sans KR"/>
              </a:defRPr>
            </a:defPPr>
            <a:lvl1pPr algn="ctr">
              <a:defRPr sz="1650" b="0">
                <a:solidFill>
                  <a:srgbClr val="BAC5D8"/>
                </a:solidFill>
                <a:latin typeface="Noto Sans KR"/>
                <a:ea typeface="Noto Sans KR"/>
                <a:cs typeface="Noto Sans KR"/>
              </a:defRPr>
            </a:lvl1pPr>
            <a:lvl2pPr algn="ctr">
              <a:defRPr sz="1650" b="0">
                <a:solidFill>
                  <a:srgbClr val="BAC5D8"/>
                </a:solidFill>
                <a:latin typeface="Noto Sans KR"/>
                <a:ea typeface="Noto Sans KR"/>
                <a:cs typeface="Noto Sans KR"/>
              </a:defRPr>
            </a:lvl2pPr>
            <a:lvl3pPr algn="ctr">
              <a:defRPr sz="1650" b="0">
                <a:solidFill>
                  <a:srgbClr val="BAC5D8"/>
                </a:solidFill>
                <a:latin typeface="Noto Sans KR"/>
                <a:ea typeface="Noto Sans KR"/>
                <a:cs typeface="Noto Sans KR"/>
              </a:defRPr>
            </a:lvl3pPr>
            <a:lvl4pPr algn="ctr">
              <a:defRPr sz="1650" b="0">
                <a:solidFill>
                  <a:srgbClr val="BAC5D8"/>
                </a:solidFill>
                <a:latin typeface="Noto Sans KR"/>
                <a:ea typeface="Noto Sans KR"/>
                <a:cs typeface="Noto Sans KR"/>
              </a:defRPr>
            </a:lvl4pPr>
            <a:lvl5pPr algn="ctr">
              <a:defRPr sz="1650" b="0">
                <a:solidFill>
                  <a:srgbClr val="BAC5D8"/>
                </a:solidFill>
                <a:latin typeface="Noto Sans KR"/>
                <a:ea typeface="Noto Sans KR"/>
                <a:cs typeface="Noto Sans KR"/>
              </a:defRPr>
            </a:lvl5pPr>
            <a:lvl6pPr algn="ctr">
              <a:defRPr sz="1650" b="0">
                <a:solidFill>
                  <a:srgbClr val="BAC5D8"/>
                </a:solidFill>
                <a:latin typeface="Noto Sans KR"/>
                <a:ea typeface="Noto Sans KR"/>
                <a:cs typeface="Noto Sans KR"/>
              </a:defRPr>
            </a:lvl6pPr>
            <a:lvl7pPr algn="ctr">
              <a:defRPr sz="1650" b="0">
                <a:solidFill>
                  <a:srgbClr val="BAC5D8"/>
                </a:solidFill>
                <a:latin typeface="Noto Sans KR"/>
                <a:ea typeface="Noto Sans KR"/>
                <a:cs typeface="Noto Sans KR"/>
              </a:defRPr>
            </a:lvl7pPr>
            <a:lvl8pPr algn="ctr">
              <a:defRPr sz="1650" b="0">
                <a:solidFill>
                  <a:srgbClr val="BAC5D8"/>
                </a:solidFill>
                <a:latin typeface="Noto Sans KR"/>
                <a:ea typeface="Noto Sans KR"/>
                <a:cs typeface="Noto Sans KR"/>
              </a:defRPr>
            </a:lvl8pPr>
            <a:lvl9pPr algn="ctr">
              <a:defRPr sz="1650" b="0">
                <a:solidFill>
                  <a:srgbClr val="BAC5D8"/>
                </a:solidFill>
                <a:latin typeface="Noto Sans KR"/>
                <a:ea typeface="Noto Sans KR"/>
                <a:cs typeface="Noto Sans KR"/>
              </a:defRPr>
            </a:lvl9pPr>
          </a:lstStyle>
          <a:p xmlns:a="http://schemas.openxmlformats.org/drawingml/2006/main">
            <a:pPr algn="ctr">
              <a:defRPr sz="1650" b="0">
                <a:solidFill>
                  <a:srgbClr val="626262"/>
                </a:solidFill>
                <a:latin typeface="Noto Sans KR"/>
                <a:ea typeface="Noto Sans KR"/>
                <a:cs typeface="Noto Sans KR"/>
              </a:defRPr>
            </a:pPr>
            <a:r>
              <a:rPr sz="1650" b="0">
                <a:solidFill>
                  <a:srgbClr val="BAC5D8"/>
                </a:solidFill>
                <a:latin typeface="Noto Sans KR"/>
                <a:ea typeface="Noto Sans KR"/>
                <a:cs typeface="Noto Sans KR"/>
              </a:rPr>
              <a:t>전체 순위에는</a:t>
            </a:r>
          </a:p>
          <a:p xmlns:a="http://schemas.openxmlformats.org/drawingml/2006/main">
            <a:pPr algn="ctr">
              <a:defRPr sz="1650" b="0">
                <a:solidFill>
                  <a:srgbClr val="626262"/>
                </a:solidFill>
                <a:latin typeface="Noto Sans KR"/>
                <a:ea typeface="Noto Sans KR"/>
                <a:cs typeface="Noto Sans KR"/>
              </a:defRPr>
            </a:pPr>
            <a:r>
              <a:rPr sz="1650" b="0">
                <a:solidFill>
                  <a:srgbClr val="BAC5D8"/>
                </a:solidFill>
                <a:latin typeface="Noto Sans KR"/>
                <a:ea typeface="Noto Sans KR"/>
                <a:cs typeface="Noto Sans KR"/>
              </a:rPr>
              <a:t>상권 구조가 반영됨</a:t>
            </a:r>
          </a:p>
        </p:txBody>
      </p:sp>
      <p:sp>
        <p:nvSpPr>
          <p:cNvPr id="10" name="단위: 만원 / 측정 유동량 · 인왕시장(홍제골목형상점가)">
            <a:extLst xmlns:a="http://schemas.openxmlformats.org/drawingml/2006/main">
              <a:ext uri="{FF2B5EF4-FFF2-40B4-BE49-F238E27FC236}">
                <a16:creationId xmlns:a16="http://schemas.microsoft.com/office/drawing/2014/main" id="{AC3B7633-9365-46A9-B946-FDDE617E9B6A}"/>
              </a:ext>
            </a:extLst>
          </p:cNvPr>
          <p:cNvSpPr>
            <a:spLocks xmlns:a="http://schemas.openxmlformats.org/drawingml/2006/main" noGrp="1"/>
          </p:cNvSpPr>
          <p:nvPr/>
        </p:nvSpPr>
        <p:spPr>
          <a:xfrm xmlns:a="http://schemas.openxmlformats.org/drawingml/2006/main">
            <a:off x="1000125" y="5543550"/>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BAC5D8"/>
                </a:solidFill>
                <a:latin typeface="Noto Sans KR"/>
                <a:ea typeface="Noto Sans KR"/>
                <a:cs typeface="Noto Sans KR"/>
              </a:defRPr>
            </a:defPPr>
            <a:lvl1pPr algn="l">
              <a:defRPr sz="1200" b="0">
                <a:solidFill>
                  <a:srgbClr val="BAC5D8"/>
                </a:solidFill>
                <a:latin typeface="Noto Sans KR"/>
                <a:ea typeface="Noto Sans KR"/>
                <a:cs typeface="Noto Sans KR"/>
              </a:defRPr>
            </a:lvl1pPr>
            <a:lvl2pPr algn="l">
              <a:defRPr sz="1200" b="0">
                <a:solidFill>
                  <a:srgbClr val="BAC5D8"/>
                </a:solidFill>
                <a:latin typeface="Noto Sans KR"/>
                <a:ea typeface="Noto Sans KR"/>
                <a:cs typeface="Noto Sans KR"/>
              </a:defRPr>
            </a:lvl2pPr>
            <a:lvl3pPr algn="l">
              <a:defRPr sz="1200" b="0">
                <a:solidFill>
                  <a:srgbClr val="BAC5D8"/>
                </a:solidFill>
                <a:latin typeface="Noto Sans KR"/>
                <a:ea typeface="Noto Sans KR"/>
                <a:cs typeface="Noto Sans KR"/>
              </a:defRPr>
            </a:lvl3pPr>
            <a:lvl4pPr algn="l">
              <a:defRPr sz="1200" b="0">
                <a:solidFill>
                  <a:srgbClr val="BAC5D8"/>
                </a:solidFill>
                <a:latin typeface="Noto Sans KR"/>
                <a:ea typeface="Noto Sans KR"/>
                <a:cs typeface="Noto Sans KR"/>
              </a:defRPr>
            </a:lvl4pPr>
            <a:lvl5pPr algn="l">
              <a:defRPr sz="1200" b="0">
                <a:solidFill>
                  <a:srgbClr val="BAC5D8"/>
                </a:solidFill>
                <a:latin typeface="Noto Sans KR"/>
                <a:ea typeface="Noto Sans KR"/>
                <a:cs typeface="Noto Sans KR"/>
              </a:defRPr>
            </a:lvl5pPr>
            <a:lvl6pPr algn="l">
              <a:defRPr sz="1200" b="0">
                <a:solidFill>
                  <a:srgbClr val="BAC5D8"/>
                </a:solidFill>
                <a:latin typeface="Noto Sans KR"/>
                <a:ea typeface="Noto Sans KR"/>
                <a:cs typeface="Noto Sans KR"/>
              </a:defRPr>
            </a:lvl6pPr>
            <a:lvl7pPr algn="l">
              <a:defRPr sz="1200" b="0">
                <a:solidFill>
                  <a:srgbClr val="BAC5D8"/>
                </a:solidFill>
                <a:latin typeface="Noto Sans KR"/>
                <a:ea typeface="Noto Sans KR"/>
                <a:cs typeface="Noto Sans KR"/>
              </a:defRPr>
            </a:lvl7pPr>
            <a:lvl8pPr algn="l">
              <a:defRPr sz="1200" b="0">
                <a:solidFill>
                  <a:srgbClr val="BAC5D8"/>
                </a:solidFill>
                <a:latin typeface="Noto Sans KR"/>
                <a:ea typeface="Noto Sans KR"/>
                <a:cs typeface="Noto Sans KR"/>
              </a:defRPr>
            </a:lvl8pPr>
            <a:lvl9pPr algn="l">
              <a:defRPr sz="1200" b="0">
                <a:solidFill>
                  <a:srgbClr val="BAC5D8"/>
                </a:solidFill>
                <a:latin typeface="Noto Sans KR"/>
                <a:ea typeface="Noto Sans KR"/>
                <a:cs typeface="Noto Sans KR"/>
              </a:defRPr>
            </a:lvl9pPr>
          </a:lstStyle>
          <a:p xmlns:a="http://schemas.openxmlformats.org/drawingml/2006/main">
            <a:pPr algn="l">
              <a:defRPr sz="1200" b="0">
                <a:solidFill>
                  <a:srgbClr val="626262"/>
                </a:solidFill>
                <a:latin typeface="Noto Sans KR"/>
                <a:ea typeface="Noto Sans KR"/>
                <a:cs typeface="Noto Sans KR"/>
              </a:defRPr>
            </a:pPr>
            <a:r>
              <a:rPr sz="1200" b="0">
                <a:solidFill>
                  <a:srgbClr val="BAC5D8"/>
                </a:solidFill>
                <a:latin typeface="Noto Sans KR"/>
                <a:ea typeface="Noto Sans KR"/>
                <a:cs typeface="Noto Sans KR"/>
              </a:rPr>
              <a:t>단위: 만원 / 추정 유동량 · 인왕시장(홍제골목형상점가)</a:t>
            </a:r>
          </a:p>
        </p:txBody>
      </p:sp>
      <p:sp>
        <p:nvSpPr>
          <p:cNvPr id="11" name="">
            <a:extLst xmlns:a="http://schemas.openxmlformats.org/drawingml/2006/main">
              <a:ext uri="{FF2B5EF4-FFF2-40B4-BE49-F238E27FC236}">
                <a16:creationId xmlns:a16="http://schemas.microsoft.com/office/drawing/2014/main" id="{57C7255D-44A0-4964-94FD-3C5DCEDE649A}"/>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29167"/>
            </a:avLst>
          </a:prstGeom>
          <a:solidFill xmlns:a="http://schemas.openxmlformats.org/drawingml/2006/main">
            <a:srgbClr val="222E47"/>
          </a:solidFill>
          <a:ln xmlns:a="http://schemas.openxmlformats.org/drawingml/2006/main" w="19050">
            <a:solidFill>
              <a:srgbClr val="65718D"/>
            </a:solidFill>
          </a:ln>
        </p:spPr>
      </p:sp>
      <p:sp>
        <p:nvSpPr>
          <p:cNvPr id="12" name="상권 유형과 매출 포착 범위를 함께 확인해야 한다">
            <a:extLst xmlns:a="http://schemas.openxmlformats.org/drawingml/2006/main">
              <a:ext uri="{FF2B5EF4-FFF2-40B4-BE49-F238E27FC236}">
                <a16:creationId xmlns:a16="http://schemas.microsoft.com/office/drawing/2014/main" id="{B0DC288A-7C4D-4BEF-B08D-3606C13E4C6D}"/>
              </a:ext>
            </a:extLst>
          </p:cNvPr>
          <p:cNvSpPr>
            <a:spLocks xmlns:a="http://schemas.openxmlformats.org/drawingml/2006/main" noGrp="1"/>
          </p:cNvSpPr>
          <p:nvPr/>
        </p:nvSpPr>
        <p:spPr>
          <a:xfrm xmlns:a="http://schemas.openxmlformats.org/drawingml/2006/main">
            <a:off x="1333500" y="59340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F1F5F9"/>
                </a:solidFill>
                <a:latin typeface="Noto Sans KR"/>
                <a:ea typeface="Noto Sans KR"/>
                <a:cs typeface="Noto Sans KR"/>
              </a:defRPr>
            </a:defPPr>
            <a:lvl1pPr algn="ctr">
              <a:defRPr sz="1875" b="1">
                <a:solidFill>
                  <a:srgbClr val="F1F5F9"/>
                </a:solidFill>
                <a:latin typeface="Noto Sans KR"/>
                <a:ea typeface="Noto Sans KR"/>
                <a:cs typeface="Noto Sans KR"/>
              </a:defRPr>
            </a:lvl1pPr>
            <a:lvl2pPr algn="ctr">
              <a:defRPr sz="1875" b="1">
                <a:solidFill>
                  <a:srgbClr val="F1F5F9"/>
                </a:solidFill>
                <a:latin typeface="Noto Sans KR"/>
                <a:ea typeface="Noto Sans KR"/>
                <a:cs typeface="Noto Sans KR"/>
              </a:defRPr>
            </a:lvl2pPr>
            <a:lvl3pPr algn="ctr">
              <a:defRPr sz="1875" b="1">
                <a:solidFill>
                  <a:srgbClr val="F1F5F9"/>
                </a:solidFill>
                <a:latin typeface="Noto Sans KR"/>
                <a:ea typeface="Noto Sans KR"/>
                <a:cs typeface="Noto Sans KR"/>
              </a:defRPr>
            </a:lvl3pPr>
            <a:lvl4pPr algn="ctr">
              <a:defRPr sz="1875" b="1">
                <a:solidFill>
                  <a:srgbClr val="F1F5F9"/>
                </a:solidFill>
                <a:latin typeface="Noto Sans KR"/>
                <a:ea typeface="Noto Sans KR"/>
                <a:cs typeface="Noto Sans KR"/>
              </a:defRPr>
            </a:lvl4pPr>
            <a:lvl5pPr algn="ctr">
              <a:defRPr sz="1875" b="1">
                <a:solidFill>
                  <a:srgbClr val="F1F5F9"/>
                </a:solidFill>
                <a:latin typeface="Noto Sans KR"/>
                <a:ea typeface="Noto Sans KR"/>
                <a:cs typeface="Noto Sans KR"/>
              </a:defRPr>
            </a:lvl5pPr>
            <a:lvl6pPr algn="ctr">
              <a:defRPr sz="1875" b="1">
                <a:solidFill>
                  <a:srgbClr val="F1F5F9"/>
                </a:solidFill>
                <a:latin typeface="Noto Sans KR"/>
                <a:ea typeface="Noto Sans KR"/>
                <a:cs typeface="Noto Sans KR"/>
              </a:defRPr>
            </a:lvl6pPr>
            <a:lvl7pPr algn="ctr">
              <a:defRPr sz="1875" b="1">
                <a:solidFill>
                  <a:srgbClr val="F1F5F9"/>
                </a:solidFill>
                <a:latin typeface="Noto Sans KR"/>
                <a:ea typeface="Noto Sans KR"/>
                <a:cs typeface="Noto Sans KR"/>
              </a:defRPr>
            </a:lvl7pPr>
            <a:lvl8pPr algn="ctr">
              <a:defRPr sz="1875" b="1">
                <a:solidFill>
                  <a:srgbClr val="F1F5F9"/>
                </a:solidFill>
                <a:latin typeface="Noto Sans KR"/>
                <a:ea typeface="Noto Sans KR"/>
                <a:cs typeface="Noto Sans KR"/>
              </a:defRPr>
            </a:lvl8pPr>
            <a:lvl9pPr algn="ctr">
              <a:defRPr sz="1875"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875" b="1">
                <a:solidFill>
                  <a:srgbClr val="F1F5F9"/>
                </a:solidFill>
                <a:latin typeface="Noto Sans KR"/>
                <a:ea typeface="Noto Sans KR"/>
                <a:cs typeface="Noto Sans KR"/>
              </a:rPr>
              <a:t>상권 유형과 매출 포착 범위를 함께 확인해야 한다</a:t>
            </a:r>
          </a:p>
        </p:txBody>
      </p:sp>
    </p:spTree>
    <p:extLst>
      <p:ext uri="{BB962C8B-B14F-4D97-AF65-F5344CB8AC3E}">
        <p14:creationId xmlns:p14="http://schemas.microsoft.com/office/powerpoint/2010/main" val="987377581"/>
      </p:ext>
    </p:extLst>
  </p:cSld>
</p:sld>
</file>

<file path=ppt/slides/slide6.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24F2C3A-2E99-43DE-A01B-ECB4D4D95613}"/>
              </a:ext>
            </a:extLst>
          </p:cNvPr>
          <p:cNvPicPr>
            <a:picLocks xmlns:a="http://schemas.openxmlformats.org/drawingml/2006/main" noChangeAspect="1"/>
          </p:cNvPicPr>
          <p:nvPr/>
        </p:nvPicPr>
        <p:blipFill>
          <a:blip xmlns:r="http://schemas.openxmlformats.org/officeDocument/2006/relationships" xmlns:a="http://schemas.openxmlformats.org/drawingml/2006/main" r:embed="Rca95428df05c4c2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같은 유형 안에서도 거래 강도의 차이가 컸다">
            <a:extLst xmlns:a="http://schemas.openxmlformats.org/drawingml/2006/main">
              <a:ext uri="{FF2B5EF4-FFF2-40B4-BE49-F238E27FC236}">
                <a16:creationId xmlns:a16="http://schemas.microsoft.com/office/drawing/2014/main" id="{D1CC19BE-01B7-4D69-A347-AF9FE1E55448}"/>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150" b="1">
                <a:solidFill>
                  <a:srgbClr val="F1F5F9"/>
                </a:solidFill>
                <a:latin typeface="Noto Sans KR"/>
                <a:ea typeface="Noto Sans KR"/>
                <a:cs typeface="Noto Sans KR"/>
              </a:defRPr>
            </a:defPPr>
            <a:lvl1pPr algn="ctr">
              <a:defRPr sz="3150" b="1">
                <a:solidFill>
                  <a:srgbClr val="F1F5F9"/>
                </a:solidFill>
                <a:latin typeface="Noto Sans KR"/>
                <a:ea typeface="Noto Sans KR"/>
                <a:cs typeface="Noto Sans KR"/>
              </a:defRPr>
            </a:lvl1pPr>
            <a:lvl2pPr algn="ctr">
              <a:defRPr sz="3150" b="1">
                <a:solidFill>
                  <a:srgbClr val="F1F5F9"/>
                </a:solidFill>
                <a:latin typeface="Noto Sans KR"/>
                <a:ea typeface="Noto Sans KR"/>
                <a:cs typeface="Noto Sans KR"/>
              </a:defRPr>
            </a:lvl2pPr>
            <a:lvl3pPr algn="ctr">
              <a:defRPr sz="3150" b="1">
                <a:solidFill>
                  <a:srgbClr val="F1F5F9"/>
                </a:solidFill>
                <a:latin typeface="Noto Sans KR"/>
                <a:ea typeface="Noto Sans KR"/>
                <a:cs typeface="Noto Sans KR"/>
              </a:defRPr>
            </a:lvl3pPr>
            <a:lvl4pPr algn="ctr">
              <a:defRPr sz="3150" b="1">
                <a:solidFill>
                  <a:srgbClr val="F1F5F9"/>
                </a:solidFill>
                <a:latin typeface="Noto Sans KR"/>
                <a:ea typeface="Noto Sans KR"/>
                <a:cs typeface="Noto Sans KR"/>
              </a:defRPr>
            </a:lvl4pPr>
            <a:lvl5pPr algn="ctr">
              <a:defRPr sz="3150" b="1">
                <a:solidFill>
                  <a:srgbClr val="F1F5F9"/>
                </a:solidFill>
                <a:latin typeface="Noto Sans KR"/>
                <a:ea typeface="Noto Sans KR"/>
                <a:cs typeface="Noto Sans KR"/>
              </a:defRPr>
            </a:lvl5pPr>
            <a:lvl6pPr algn="ctr">
              <a:defRPr sz="3150" b="1">
                <a:solidFill>
                  <a:srgbClr val="F1F5F9"/>
                </a:solidFill>
                <a:latin typeface="Noto Sans KR"/>
                <a:ea typeface="Noto Sans KR"/>
                <a:cs typeface="Noto Sans KR"/>
              </a:defRPr>
            </a:lvl6pPr>
            <a:lvl7pPr algn="ctr">
              <a:defRPr sz="3150" b="1">
                <a:solidFill>
                  <a:srgbClr val="F1F5F9"/>
                </a:solidFill>
                <a:latin typeface="Noto Sans KR"/>
                <a:ea typeface="Noto Sans KR"/>
                <a:cs typeface="Noto Sans KR"/>
              </a:defRPr>
            </a:lvl7pPr>
            <a:lvl8pPr algn="ctr">
              <a:defRPr sz="3150" b="1">
                <a:solidFill>
                  <a:srgbClr val="F1F5F9"/>
                </a:solidFill>
                <a:latin typeface="Noto Sans KR"/>
                <a:ea typeface="Noto Sans KR"/>
                <a:cs typeface="Noto Sans KR"/>
              </a:defRPr>
            </a:lvl8pPr>
            <a:lvl9pPr algn="ctr">
              <a:defRPr sz="3150" b="1">
                <a:solidFill>
                  <a:srgbClr val="F1F5F9"/>
                </a:solidFill>
                <a:latin typeface="Noto Sans KR"/>
                <a:ea typeface="Noto Sans KR"/>
                <a:cs typeface="Noto Sans KR"/>
              </a:defRPr>
            </a:lvl9pPr>
          </a:lstStyle>
          <a:p xmlns:a="http://schemas.openxmlformats.org/drawingml/2006/main">
            <a:pPr algn="ctr">
              <a:defRPr sz="3150" b="1">
                <a:solidFill>
                  <a:srgbClr val="090909"/>
                </a:solidFill>
                <a:latin typeface="Noto Sans KR"/>
                <a:ea typeface="Noto Sans KR"/>
                <a:cs typeface="Noto Sans KR"/>
              </a:defRPr>
            </a:pPr>
            <a:r>
              <a:rPr sz="3150" b="1">
                <a:solidFill>
                  <a:srgbClr val="F1F5F9"/>
                </a:solidFill>
                <a:latin typeface="Noto Sans KR"/>
                <a:ea typeface="Noto Sans KR"/>
                <a:cs typeface="Noto Sans KR"/>
              </a:rPr>
              <a:t>같은 유형 안에서도 거래 강도의 차이가 컸다</a:t>
            </a:r>
          </a:p>
        </p:txBody>
      </p:sp>
      <p:sp>
        <p:nvSpPr>
          <p:cNvPr id="4" name="">
            <a:extLst xmlns:a="http://schemas.openxmlformats.org/drawingml/2006/main">
              <a:ext uri="{FF2B5EF4-FFF2-40B4-BE49-F238E27FC236}">
                <a16:creationId xmlns:a16="http://schemas.microsoft.com/office/drawing/2014/main" id="{E36B5CA1-E342-468A-9A9C-723F5CE3A340}"/>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5" name="유형별 상·하위 10%를 선정한 뒤 집단 중앙값 비교">
            <a:extLst xmlns:a="http://schemas.openxmlformats.org/drawingml/2006/main">
              <a:ext uri="{FF2B5EF4-FFF2-40B4-BE49-F238E27FC236}">
                <a16:creationId xmlns:a16="http://schemas.microsoft.com/office/drawing/2014/main" id="{FE31F21F-A0B3-43CB-8CEE-4F9B192DF8C8}"/>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BAC5D8"/>
                </a:solidFill>
                <a:latin typeface="Noto Sans KR"/>
                <a:ea typeface="Noto Sans KR"/>
                <a:cs typeface="Noto Sans KR"/>
              </a:defRPr>
            </a:defPPr>
            <a:lvl1pPr algn="ctr">
              <a:defRPr sz="1425" b="0">
                <a:solidFill>
                  <a:srgbClr val="BAC5D8"/>
                </a:solidFill>
                <a:latin typeface="Noto Sans KR"/>
                <a:ea typeface="Noto Sans KR"/>
                <a:cs typeface="Noto Sans KR"/>
              </a:defRPr>
            </a:lvl1pPr>
            <a:lvl2pPr algn="ctr">
              <a:defRPr sz="1425" b="0">
                <a:solidFill>
                  <a:srgbClr val="BAC5D8"/>
                </a:solidFill>
                <a:latin typeface="Noto Sans KR"/>
                <a:ea typeface="Noto Sans KR"/>
                <a:cs typeface="Noto Sans KR"/>
              </a:defRPr>
            </a:lvl2pPr>
            <a:lvl3pPr algn="ctr">
              <a:defRPr sz="1425" b="0">
                <a:solidFill>
                  <a:srgbClr val="BAC5D8"/>
                </a:solidFill>
                <a:latin typeface="Noto Sans KR"/>
                <a:ea typeface="Noto Sans KR"/>
                <a:cs typeface="Noto Sans KR"/>
              </a:defRPr>
            </a:lvl3pPr>
            <a:lvl4pPr algn="ctr">
              <a:defRPr sz="1425" b="0">
                <a:solidFill>
                  <a:srgbClr val="BAC5D8"/>
                </a:solidFill>
                <a:latin typeface="Noto Sans KR"/>
                <a:ea typeface="Noto Sans KR"/>
                <a:cs typeface="Noto Sans KR"/>
              </a:defRPr>
            </a:lvl4pPr>
            <a:lvl5pPr algn="ctr">
              <a:defRPr sz="1425" b="0">
                <a:solidFill>
                  <a:srgbClr val="BAC5D8"/>
                </a:solidFill>
                <a:latin typeface="Noto Sans KR"/>
                <a:ea typeface="Noto Sans KR"/>
                <a:cs typeface="Noto Sans KR"/>
              </a:defRPr>
            </a:lvl5pPr>
            <a:lvl6pPr algn="ctr">
              <a:defRPr sz="1425" b="0">
                <a:solidFill>
                  <a:srgbClr val="BAC5D8"/>
                </a:solidFill>
                <a:latin typeface="Noto Sans KR"/>
                <a:ea typeface="Noto Sans KR"/>
                <a:cs typeface="Noto Sans KR"/>
              </a:defRPr>
            </a:lvl6pPr>
            <a:lvl7pPr algn="ctr">
              <a:defRPr sz="1425" b="0">
                <a:solidFill>
                  <a:srgbClr val="BAC5D8"/>
                </a:solidFill>
                <a:latin typeface="Noto Sans KR"/>
                <a:ea typeface="Noto Sans KR"/>
                <a:cs typeface="Noto Sans KR"/>
              </a:defRPr>
            </a:lvl7pPr>
            <a:lvl8pPr algn="ctr">
              <a:defRPr sz="1425" b="0">
                <a:solidFill>
                  <a:srgbClr val="BAC5D8"/>
                </a:solidFill>
                <a:latin typeface="Noto Sans KR"/>
                <a:ea typeface="Noto Sans KR"/>
                <a:cs typeface="Noto Sans KR"/>
              </a:defRPr>
            </a:lvl8pPr>
            <a:lvl9pPr algn="ctr">
              <a:defRPr sz="1425" b="0">
                <a:solidFill>
                  <a:srgbClr val="BAC5D8"/>
                </a:solidFill>
                <a:latin typeface="Noto Sans KR"/>
                <a:ea typeface="Noto Sans KR"/>
                <a:cs typeface="Noto Sans KR"/>
              </a:defRPr>
            </a:lvl9pPr>
          </a:lstStyle>
          <a:p xmlns:a="http://schemas.openxmlformats.org/drawingml/2006/main">
            <a:pPr algn="ctr">
              <a:defRPr sz="1425" b="0">
                <a:solidFill>
                  <a:srgbClr val="626262"/>
                </a:solidFill>
                <a:latin typeface="Noto Sans KR"/>
                <a:ea typeface="Noto Sans KR"/>
                <a:cs typeface="Noto Sans KR"/>
              </a:defRPr>
            </a:pPr>
            <a:r>
              <a:rPr sz="1425" b="0">
                <a:solidFill>
                  <a:srgbClr val="BAC5D8"/>
                </a:solidFill>
                <a:latin typeface="Noto Sans KR"/>
                <a:ea typeface="Noto Sans KR"/>
                <a:cs typeface="Noto Sans KR"/>
              </a:rPr>
              <a:t>유형별 매출성과 상·하위 10% 선정 후 통합 중앙값 비교 · 관광특구 제외</a:t>
            </a:r>
          </a:p>
        </p:txBody>
      </p:sp>
      <p:sp>
        <p:nvSpPr>
          <p:cNvPr id="6" name="거래 발생 강도">
            <a:extLst xmlns:a="http://schemas.openxmlformats.org/drawingml/2006/main">
              <a:ext uri="{FF2B5EF4-FFF2-40B4-BE49-F238E27FC236}">
                <a16:creationId xmlns:a16="http://schemas.microsoft.com/office/drawing/2014/main" id="{22056BEF-AD4E-47AC-82B3-9561A938EF94}"/>
              </a:ext>
            </a:extLst>
          </p:cNvPr>
          <p:cNvSpPr>
            <a:spLocks xmlns:a="http://schemas.openxmlformats.org/drawingml/2006/main" noGrp="1"/>
          </p:cNvSpPr>
          <p:nvPr/>
        </p:nvSpPr>
        <p:spPr>
          <a:xfrm xmlns:a="http://schemas.openxmlformats.org/drawingml/2006/main">
            <a:off x="1285875" y="2457450"/>
            <a:ext cx="414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F1F5F9"/>
                </a:solidFill>
                <a:latin typeface="Noto Sans KR"/>
                <a:ea typeface="Noto Sans KR"/>
                <a:cs typeface="Noto Sans KR"/>
              </a:defRPr>
            </a:defPPr>
            <a:lvl1pPr algn="ctr">
              <a:defRPr sz="2100" b="1">
                <a:solidFill>
                  <a:srgbClr val="F1F5F9"/>
                </a:solidFill>
                <a:latin typeface="Noto Sans KR"/>
                <a:ea typeface="Noto Sans KR"/>
                <a:cs typeface="Noto Sans KR"/>
              </a:defRPr>
            </a:lvl1pPr>
            <a:lvl2pPr algn="ctr">
              <a:defRPr sz="2100" b="1">
                <a:solidFill>
                  <a:srgbClr val="F1F5F9"/>
                </a:solidFill>
                <a:latin typeface="Noto Sans KR"/>
                <a:ea typeface="Noto Sans KR"/>
                <a:cs typeface="Noto Sans KR"/>
              </a:defRPr>
            </a:lvl2pPr>
            <a:lvl3pPr algn="ctr">
              <a:defRPr sz="2100" b="1">
                <a:solidFill>
                  <a:srgbClr val="F1F5F9"/>
                </a:solidFill>
                <a:latin typeface="Noto Sans KR"/>
                <a:ea typeface="Noto Sans KR"/>
                <a:cs typeface="Noto Sans KR"/>
              </a:defRPr>
            </a:lvl3pPr>
            <a:lvl4pPr algn="ctr">
              <a:defRPr sz="2100" b="1">
                <a:solidFill>
                  <a:srgbClr val="F1F5F9"/>
                </a:solidFill>
                <a:latin typeface="Noto Sans KR"/>
                <a:ea typeface="Noto Sans KR"/>
                <a:cs typeface="Noto Sans KR"/>
              </a:defRPr>
            </a:lvl4pPr>
            <a:lvl5pPr algn="ctr">
              <a:defRPr sz="2100" b="1">
                <a:solidFill>
                  <a:srgbClr val="F1F5F9"/>
                </a:solidFill>
                <a:latin typeface="Noto Sans KR"/>
                <a:ea typeface="Noto Sans KR"/>
                <a:cs typeface="Noto Sans KR"/>
              </a:defRPr>
            </a:lvl5pPr>
            <a:lvl6pPr algn="ctr">
              <a:defRPr sz="2100" b="1">
                <a:solidFill>
                  <a:srgbClr val="F1F5F9"/>
                </a:solidFill>
                <a:latin typeface="Noto Sans KR"/>
                <a:ea typeface="Noto Sans KR"/>
                <a:cs typeface="Noto Sans KR"/>
              </a:defRPr>
            </a:lvl6pPr>
            <a:lvl7pPr algn="ctr">
              <a:defRPr sz="2100" b="1">
                <a:solidFill>
                  <a:srgbClr val="F1F5F9"/>
                </a:solidFill>
                <a:latin typeface="Noto Sans KR"/>
                <a:ea typeface="Noto Sans KR"/>
                <a:cs typeface="Noto Sans KR"/>
              </a:defRPr>
            </a:lvl7pPr>
            <a:lvl8pPr algn="ctr">
              <a:defRPr sz="2100" b="1">
                <a:solidFill>
                  <a:srgbClr val="F1F5F9"/>
                </a:solidFill>
                <a:latin typeface="Noto Sans KR"/>
                <a:ea typeface="Noto Sans KR"/>
                <a:cs typeface="Noto Sans KR"/>
              </a:defRPr>
            </a:lvl8pPr>
            <a:lvl9pPr algn="ctr">
              <a:defRPr sz="2100" b="1">
                <a:solidFill>
                  <a:srgbClr val="F1F5F9"/>
                </a:solidFill>
                <a:latin typeface="Noto Sans KR"/>
                <a:ea typeface="Noto Sans KR"/>
                <a:cs typeface="Noto Sans KR"/>
              </a:defRPr>
            </a:lvl9pPr>
          </a:lstStyle>
          <a:p xmlns:a="http://schemas.openxmlformats.org/drawingml/2006/main">
            <a:pPr algn="ctr">
              <a:defRPr sz="2100" b="1">
                <a:solidFill>
                  <a:srgbClr val="090909"/>
                </a:solidFill>
                <a:latin typeface="Noto Sans KR"/>
                <a:ea typeface="Noto Sans KR"/>
                <a:cs typeface="Noto Sans KR"/>
              </a:defRPr>
            </a:pPr>
            <a:r>
              <a:rPr sz="2100" b="1">
                <a:solidFill>
                  <a:srgbClr val="F1F5F9"/>
                </a:solidFill>
                <a:latin typeface="Noto Sans KR"/>
                <a:ea typeface="Noto Sans KR"/>
                <a:cs typeface="Noto Sans KR"/>
              </a:rPr>
              <a:t>거래 발생 강도</a:t>
            </a:r>
          </a:p>
        </p:txBody>
      </p:sp>
      <p:sp>
        <p:nvSpPr>
          <p:cNvPr id="7" name="약 80배">
            <a:extLst xmlns:a="http://schemas.openxmlformats.org/drawingml/2006/main">
              <a:ext uri="{FF2B5EF4-FFF2-40B4-BE49-F238E27FC236}">
                <a16:creationId xmlns:a16="http://schemas.microsoft.com/office/drawing/2014/main" id="{4D74AA82-BE6A-4442-A7E8-79B34663A8D3}"/>
              </a:ext>
            </a:extLst>
          </p:cNvPr>
          <p:cNvSpPr>
            <a:spLocks xmlns:a="http://schemas.openxmlformats.org/drawingml/2006/main" noGrp="1"/>
          </p:cNvSpPr>
          <p:nvPr/>
        </p:nvSpPr>
        <p:spPr>
          <a:xfrm xmlns:a="http://schemas.openxmlformats.org/drawingml/2006/main">
            <a:off x="1285875" y="2895600"/>
            <a:ext cx="4143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450" b="1">
                <a:solidFill>
                  <a:srgbClr val="FF9B63"/>
                </a:solidFill>
                <a:latin typeface="Noto Sans KR"/>
                <a:ea typeface="Noto Sans KR"/>
                <a:cs typeface="Noto Sans KR"/>
              </a:defRPr>
            </a:defPPr>
            <a:lvl1pPr algn="ctr">
              <a:defRPr sz="3450" b="1">
                <a:solidFill>
                  <a:srgbClr val="FF9B63"/>
                </a:solidFill>
                <a:latin typeface="Noto Sans KR"/>
                <a:ea typeface="Noto Sans KR"/>
                <a:cs typeface="Noto Sans KR"/>
              </a:defRPr>
            </a:lvl1pPr>
            <a:lvl2pPr algn="ctr">
              <a:defRPr sz="3450" b="1">
                <a:solidFill>
                  <a:srgbClr val="FF9B63"/>
                </a:solidFill>
                <a:latin typeface="Noto Sans KR"/>
                <a:ea typeface="Noto Sans KR"/>
                <a:cs typeface="Noto Sans KR"/>
              </a:defRPr>
            </a:lvl2pPr>
            <a:lvl3pPr algn="ctr">
              <a:defRPr sz="3450" b="1">
                <a:solidFill>
                  <a:srgbClr val="FF9B63"/>
                </a:solidFill>
                <a:latin typeface="Noto Sans KR"/>
                <a:ea typeface="Noto Sans KR"/>
                <a:cs typeface="Noto Sans KR"/>
              </a:defRPr>
            </a:lvl3pPr>
            <a:lvl4pPr algn="ctr">
              <a:defRPr sz="3450" b="1">
                <a:solidFill>
                  <a:srgbClr val="FF9B63"/>
                </a:solidFill>
                <a:latin typeface="Noto Sans KR"/>
                <a:ea typeface="Noto Sans KR"/>
                <a:cs typeface="Noto Sans KR"/>
              </a:defRPr>
            </a:lvl4pPr>
            <a:lvl5pPr algn="ctr">
              <a:defRPr sz="3450" b="1">
                <a:solidFill>
                  <a:srgbClr val="FF9B63"/>
                </a:solidFill>
                <a:latin typeface="Noto Sans KR"/>
                <a:ea typeface="Noto Sans KR"/>
                <a:cs typeface="Noto Sans KR"/>
              </a:defRPr>
            </a:lvl5pPr>
            <a:lvl6pPr algn="ctr">
              <a:defRPr sz="3450" b="1">
                <a:solidFill>
                  <a:srgbClr val="FF9B63"/>
                </a:solidFill>
                <a:latin typeface="Noto Sans KR"/>
                <a:ea typeface="Noto Sans KR"/>
                <a:cs typeface="Noto Sans KR"/>
              </a:defRPr>
            </a:lvl6pPr>
            <a:lvl7pPr algn="ctr">
              <a:defRPr sz="3450" b="1">
                <a:solidFill>
                  <a:srgbClr val="FF9B63"/>
                </a:solidFill>
                <a:latin typeface="Noto Sans KR"/>
                <a:ea typeface="Noto Sans KR"/>
                <a:cs typeface="Noto Sans KR"/>
              </a:defRPr>
            </a:lvl7pPr>
            <a:lvl8pPr algn="ctr">
              <a:defRPr sz="3450" b="1">
                <a:solidFill>
                  <a:srgbClr val="FF9B63"/>
                </a:solidFill>
                <a:latin typeface="Noto Sans KR"/>
                <a:ea typeface="Noto Sans KR"/>
                <a:cs typeface="Noto Sans KR"/>
              </a:defRPr>
            </a:lvl8pPr>
            <a:lvl9pPr algn="ctr">
              <a:defRPr sz="3450" b="1">
                <a:solidFill>
                  <a:srgbClr val="FF9B63"/>
                </a:solidFill>
                <a:latin typeface="Noto Sans KR"/>
                <a:ea typeface="Noto Sans KR"/>
                <a:cs typeface="Noto Sans KR"/>
              </a:defRPr>
            </a:lvl9pPr>
          </a:lstStyle>
          <a:p xmlns:a="http://schemas.openxmlformats.org/drawingml/2006/main">
            <a:pPr algn="ctr">
              <a:defRPr sz="3450" b="1">
                <a:solidFill>
                  <a:srgbClr val="FF7D22"/>
                </a:solidFill>
                <a:latin typeface="Noto Sans KR"/>
                <a:ea typeface="Noto Sans KR"/>
                <a:cs typeface="Noto Sans KR"/>
              </a:defRPr>
            </a:pPr>
            <a:r>
              <a:rPr sz="3450" b="1">
                <a:solidFill>
                  <a:srgbClr val="FF9B63"/>
                </a:solidFill>
                <a:latin typeface="Noto Sans KR"/>
                <a:ea typeface="Noto Sans KR"/>
                <a:cs typeface="Noto Sans KR"/>
              </a:rPr>
              <a:t>약 80배</a:t>
            </a:r>
          </a:p>
        </p:txBody>
      </p:sp>
      <p:sp>
        <p:nvSpPr>
          <p:cNvPr id="8" name="평균 결제금액">
            <a:extLst xmlns:a="http://schemas.openxmlformats.org/drawingml/2006/main">
              <a:ext uri="{FF2B5EF4-FFF2-40B4-BE49-F238E27FC236}">
                <a16:creationId xmlns:a16="http://schemas.microsoft.com/office/drawing/2014/main" id="{683A2CDA-7659-4978-A442-7FF41BC561B8}"/>
              </a:ext>
            </a:extLst>
          </p:cNvPr>
          <p:cNvSpPr>
            <a:spLocks xmlns:a="http://schemas.openxmlformats.org/drawingml/2006/main" noGrp="1"/>
          </p:cNvSpPr>
          <p:nvPr/>
        </p:nvSpPr>
        <p:spPr>
          <a:xfrm xmlns:a="http://schemas.openxmlformats.org/drawingml/2006/main">
            <a:off x="6762750" y="2457450"/>
            <a:ext cx="4143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F1F5F9"/>
                </a:solidFill>
                <a:latin typeface="Noto Sans KR"/>
                <a:ea typeface="Noto Sans KR"/>
                <a:cs typeface="Noto Sans KR"/>
              </a:defRPr>
            </a:defPPr>
            <a:lvl1pPr algn="ctr">
              <a:defRPr sz="2100" b="1">
                <a:solidFill>
                  <a:srgbClr val="F1F5F9"/>
                </a:solidFill>
                <a:latin typeface="Noto Sans KR"/>
                <a:ea typeface="Noto Sans KR"/>
                <a:cs typeface="Noto Sans KR"/>
              </a:defRPr>
            </a:lvl1pPr>
            <a:lvl2pPr algn="ctr">
              <a:defRPr sz="2100" b="1">
                <a:solidFill>
                  <a:srgbClr val="F1F5F9"/>
                </a:solidFill>
                <a:latin typeface="Noto Sans KR"/>
                <a:ea typeface="Noto Sans KR"/>
                <a:cs typeface="Noto Sans KR"/>
              </a:defRPr>
            </a:lvl2pPr>
            <a:lvl3pPr algn="ctr">
              <a:defRPr sz="2100" b="1">
                <a:solidFill>
                  <a:srgbClr val="F1F5F9"/>
                </a:solidFill>
                <a:latin typeface="Noto Sans KR"/>
                <a:ea typeface="Noto Sans KR"/>
                <a:cs typeface="Noto Sans KR"/>
              </a:defRPr>
            </a:lvl3pPr>
            <a:lvl4pPr algn="ctr">
              <a:defRPr sz="2100" b="1">
                <a:solidFill>
                  <a:srgbClr val="F1F5F9"/>
                </a:solidFill>
                <a:latin typeface="Noto Sans KR"/>
                <a:ea typeface="Noto Sans KR"/>
                <a:cs typeface="Noto Sans KR"/>
              </a:defRPr>
            </a:lvl4pPr>
            <a:lvl5pPr algn="ctr">
              <a:defRPr sz="2100" b="1">
                <a:solidFill>
                  <a:srgbClr val="F1F5F9"/>
                </a:solidFill>
                <a:latin typeface="Noto Sans KR"/>
                <a:ea typeface="Noto Sans KR"/>
                <a:cs typeface="Noto Sans KR"/>
              </a:defRPr>
            </a:lvl5pPr>
            <a:lvl6pPr algn="ctr">
              <a:defRPr sz="2100" b="1">
                <a:solidFill>
                  <a:srgbClr val="F1F5F9"/>
                </a:solidFill>
                <a:latin typeface="Noto Sans KR"/>
                <a:ea typeface="Noto Sans KR"/>
                <a:cs typeface="Noto Sans KR"/>
              </a:defRPr>
            </a:lvl6pPr>
            <a:lvl7pPr algn="ctr">
              <a:defRPr sz="2100" b="1">
                <a:solidFill>
                  <a:srgbClr val="F1F5F9"/>
                </a:solidFill>
                <a:latin typeface="Noto Sans KR"/>
                <a:ea typeface="Noto Sans KR"/>
                <a:cs typeface="Noto Sans KR"/>
              </a:defRPr>
            </a:lvl7pPr>
            <a:lvl8pPr algn="ctr">
              <a:defRPr sz="2100" b="1">
                <a:solidFill>
                  <a:srgbClr val="F1F5F9"/>
                </a:solidFill>
                <a:latin typeface="Noto Sans KR"/>
                <a:ea typeface="Noto Sans KR"/>
                <a:cs typeface="Noto Sans KR"/>
              </a:defRPr>
            </a:lvl8pPr>
            <a:lvl9pPr algn="ctr">
              <a:defRPr sz="2100" b="1">
                <a:solidFill>
                  <a:srgbClr val="F1F5F9"/>
                </a:solidFill>
                <a:latin typeface="Noto Sans KR"/>
                <a:ea typeface="Noto Sans KR"/>
                <a:cs typeface="Noto Sans KR"/>
              </a:defRPr>
            </a:lvl9pPr>
          </a:lstStyle>
          <a:p xmlns:a="http://schemas.openxmlformats.org/drawingml/2006/main">
            <a:pPr algn="ctr">
              <a:defRPr sz="2100" b="1">
                <a:solidFill>
                  <a:srgbClr val="090909"/>
                </a:solidFill>
                <a:latin typeface="Noto Sans KR"/>
                <a:ea typeface="Noto Sans KR"/>
                <a:cs typeface="Noto Sans KR"/>
              </a:defRPr>
            </a:pPr>
            <a:r>
              <a:rPr sz="2100" b="1">
                <a:solidFill>
                  <a:srgbClr val="F1F5F9"/>
                </a:solidFill>
                <a:latin typeface="Noto Sans KR"/>
                <a:ea typeface="Noto Sans KR"/>
                <a:cs typeface="Noto Sans KR"/>
              </a:rPr>
              <a:t>평균 결제금액</a:t>
            </a:r>
          </a:p>
        </p:txBody>
      </p:sp>
      <p:sp>
        <p:nvSpPr>
          <p:cNvPr id="9" name="약 1.3배">
            <a:extLst xmlns:a="http://schemas.openxmlformats.org/drawingml/2006/main">
              <a:ext uri="{FF2B5EF4-FFF2-40B4-BE49-F238E27FC236}">
                <a16:creationId xmlns:a16="http://schemas.microsoft.com/office/drawing/2014/main" id="{748B625C-D6E1-41C7-84CA-57B5BEC1D201}"/>
              </a:ext>
            </a:extLst>
          </p:cNvPr>
          <p:cNvSpPr>
            <a:spLocks xmlns:a="http://schemas.openxmlformats.org/drawingml/2006/main" noGrp="1"/>
          </p:cNvSpPr>
          <p:nvPr/>
        </p:nvSpPr>
        <p:spPr>
          <a:xfrm xmlns:a="http://schemas.openxmlformats.org/drawingml/2006/main">
            <a:off x="6762750" y="2895600"/>
            <a:ext cx="4143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450" b="1">
                <a:solidFill>
                  <a:srgbClr val="FF9B63"/>
                </a:solidFill>
                <a:latin typeface="Noto Sans KR"/>
                <a:ea typeface="Noto Sans KR"/>
                <a:cs typeface="Noto Sans KR"/>
              </a:defRPr>
            </a:defPPr>
            <a:lvl1pPr algn="ctr">
              <a:defRPr sz="3450" b="1">
                <a:solidFill>
                  <a:srgbClr val="FF9B63"/>
                </a:solidFill>
                <a:latin typeface="Noto Sans KR"/>
                <a:ea typeface="Noto Sans KR"/>
                <a:cs typeface="Noto Sans KR"/>
              </a:defRPr>
            </a:lvl1pPr>
            <a:lvl2pPr algn="ctr">
              <a:defRPr sz="3450" b="1">
                <a:solidFill>
                  <a:srgbClr val="FF9B63"/>
                </a:solidFill>
                <a:latin typeface="Noto Sans KR"/>
                <a:ea typeface="Noto Sans KR"/>
                <a:cs typeface="Noto Sans KR"/>
              </a:defRPr>
            </a:lvl2pPr>
            <a:lvl3pPr algn="ctr">
              <a:defRPr sz="3450" b="1">
                <a:solidFill>
                  <a:srgbClr val="FF9B63"/>
                </a:solidFill>
                <a:latin typeface="Noto Sans KR"/>
                <a:ea typeface="Noto Sans KR"/>
                <a:cs typeface="Noto Sans KR"/>
              </a:defRPr>
            </a:lvl3pPr>
            <a:lvl4pPr algn="ctr">
              <a:defRPr sz="3450" b="1">
                <a:solidFill>
                  <a:srgbClr val="FF9B63"/>
                </a:solidFill>
                <a:latin typeface="Noto Sans KR"/>
                <a:ea typeface="Noto Sans KR"/>
                <a:cs typeface="Noto Sans KR"/>
              </a:defRPr>
            </a:lvl4pPr>
            <a:lvl5pPr algn="ctr">
              <a:defRPr sz="3450" b="1">
                <a:solidFill>
                  <a:srgbClr val="FF9B63"/>
                </a:solidFill>
                <a:latin typeface="Noto Sans KR"/>
                <a:ea typeface="Noto Sans KR"/>
                <a:cs typeface="Noto Sans KR"/>
              </a:defRPr>
            </a:lvl5pPr>
            <a:lvl6pPr algn="ctr">
              <a:defRPr sz="3450" b="1">
                <a:solidFill>
                  <a:srgbClr val="FF9B63"/>
                </a:solidFill>
                <a:latin typeface="Noto Sans KR"/>
                <a:ea typeface="Noto Sans KR"/>
                <a:cs typeface="Noto Sans KR"/>
              </a:defRPr>
            </a:lvl6pPr>
            <a:lvl7pPr algn="ctr">
              <a:defRPr sz="3450" b="1">
                <a:solidFill>
                  <a:srgbClr val="FF9B63"/>
                </a:solidFill>
                <a:latin typeface="Noto Sans KR"/>
                <a:ea typeface="Noto Sans KR"/>
                <a:cs typeface="Noto Sans KR"/>
              </a:defRPr>
            </a:lvl7pPr>
            <a:lvl8pPr algn="ctr">
              <a:defRPr sz="3450" b="1">
                <a:solidFill>
                  <a:srgbClr val="FF9B63"/>
                </a:solidFill>
                <a:latin typeface="Noto Sans KR"/>
                <a:ea typeface="Noto Sans KR"/>
                <a:cs typeface="Noto Sans KR"/>
              </a:defRPr>
            </a:lvl8pPr>
            <a:lvl9pPr algn="ctr">
              <a:defRPr sz="3450" b="1">
                <a:solidFill>
                  <a:srgbClr val="FF9B63"/>
                </a:solidFill>
                <a:latin typeface="Noto Sans KR"/>
                <a:ea typeface="Noto Sans KR"/>
                <a:cs typeface="Noto Sans KR"/>
              </a:defRPr>
            </a:lvl9pPr>
          </a:lstStyle>
          <a:p xmlns:a="http://schemas.openxmlformats.org/drawingml/2006/main">
            <a:pPr algn="ctr">
              <a:defRPr sz="3450" b="1">
                <a:solidFill>
                  <a:srgbClr val="FF7D22"/>
                </a:solidFill>
                <a:latin typeface="Noto Sans KR"/>
                <a:ea typeface="Noto Sans KR"/>
                <a:cs typeface="Noto Sans KR"/>
              </a:defRPr>
            </a:pPr>
            <a:r>
              <a:rPr sz="3450" b="1">
                <a:solidFill>
                  <a:srgbClr val="FF9B63"/>
                </a:solidFill>
                <a:latin typeface="Noto Sans KR"/>
                <a:ea typeface="Noto Sans KR"/>
                <a:cs typeface="Noto Sans KR"/>
              </a:rPr>
              <a:t>약 1.3배</a:t>
            </a:r>
          </a:p>
        </p:txBody>
      </p:sp>
      <p:graphicFrame>
        <p:nvGraphicFramePr>
          <p:cNvPr id="10" name="Chart">
            <a:extLst xmlns:a="http://schemas.openxmlformats.org/drawingml/2006/main">
              <a:ext uri="{FF2B5EF4-FFF2-40B4-BE49-F238E27FC236}">
                <a16:creationId xmlns:a16="http://schemas.microsoft.com/office/drawing/2014/main" id="{5ED547B3-4460-4424-969F-6E7014F10C18}"/>
              </a:ext>
            </a:extLst>
          </p:cNvPr>
          <p:cNvGraphicFramePr/>
          <p:nvPr/>
        </p:nvGraphicFramePr>
        <p:xfrm>
          <a:off xmlns:a="http://schemas.openxmlformats.org/drawingml/2006/main" x="1466850" y="3705225"/>
          <a:ext xmlns:a="http://schemas.openxmlformats.org/drawingml/2006/main" cx="3810000" cy="1752600"/>
        </p:xfrm>
        <a:graphic xmlns:a="http://schemas.openxmlformats.org/drawingml/2006/main">
          <a:graphicData uri="http://schemas.openxmlformats.org/drawingml/2006/chart">
            <c:chart xmlns:r="http://schemas.openxmlformats.org/officeDocument/2006/relationships" xmlns:c="http://schemas.openxmlformats.org/drawingml/2006/chart" r:id="Re75dda82ebea40cd"/>
          </a:graphicData>
        </a:graphic>
      </p:graphicFrame>
      <p:graphicFrame>
        <p:nvGraphicFramePr>
          <p:cNvPr id="11" name="Chart">
            <a:extLst xmlns:a="http://schemas.openxmlformats.org/drawingml/2006/main">
              <a:ext uri="{FF2B5EF4-FFF2-40B4-BE49-F238E27FC236}">
                <a16:creationId xmlns:a16="http://schemas.microsoft.com/office/drawing/2014/main" id="{707E0F4D-50FC-41EA-874D-33068D745B83}"/>
              </a:ext>
            </a:extLst>
          </p:cNvPr>
          <p:cNvGraphicFramePr/>
          <p:nvPr/>
        </p:nvGraphicFramePr>
        <p:xfrm>
          <a:off xmlns:a="http://schemas.openxmlformats.org/drawingml/2006/main" x="6962775" y="3705225"/>
          <a:ext xmlns:a="http://schemas.openxmlformats.org/drawingml/2006/main" cx="3810000" cy="1752600"/>
        </p:xfrm>
        <a:graphic xmlns:a="http://schemas.openxmlformats.org/drawingml/2006/main">
          <a:graphicData uri="http://schemas.openxmlformats.org/drawingml/2006/chart">
            <c:chart xmlns:r="http://schemas.openxmlformats.org/officeDocument/2006/relationships" xmlns:c="http://schemas.openxmlformats.org/drawingml/2006/chart" r:id="Ree8be4cfc23a46dc"/>
          </a:graphicData>
        </a:graphic>
      </p:graphicFrame>
      <p:sp>
        <p:nvSpPr>
          <p:cNvPr id="12" name="매출건수 / 측정 유동량">
            <a:extLst xmlns:a="http://schemas.openxmlformats.org/drawingml/2006/main">
              <a:ext uri="{FF2B5EF4-FFF2-40B4-BE49-F238E27FC236}">
                <a16:creationId xmlns:a16="http://schemas.microsoft.com/office/drawing/2014/main" id="{985F42E7-44E4-49DC-AFF8-28C7926F91A7}"/>
              </a:ext>
            </a:extLst>
          </p:cNvPr>
          <p:cNvSpPr>
            <a:spLocks xmlns:a="http://schemas.openxmlformats.org/drawingml/2006/main" noGrp="1"/>
          </p:cNvSpPr>
          <p:nvPr/>
        </p:nvSpPr>
        <p:spPr>
          <a:xfrm xmlns:a="http://schemas.openxmlformats.org/drawingml/2006/main">
            <a:off x="1362075" y="54959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BAC5D8"/>
                </a:solidFill>
                <a:latin typeface="Noto Sans KR"/>
                <a:ea typeface="Noto Sans KR"/>
                <a:cs typeface="Noto Sans KR"/>
              </a:defRPr>
            </a:defPPr>
            <a:lvl1pPr algn="ctr">
              <a:defRPr sz="1350" b="0">
                <a:solidFill>
                  <a:srgbClr val="BAC5D8"/>
                </a:solidFill>
                <a:latin typeface="Noto Sans KR"/>
                <a:ea typeface="Noto Sans KR"/>
                <a:cs typeface="Noto Sans KR"/>
              </a:defRPr>
            </a:lvl1pPr>
            <a:lvl2pPr algn="ctr">
              <a:defRPr sz="1350" b="0">
                <a:solidFill>
                  <a:srgbClr val="BAC5D8"/>
                </a:solidFill>
                <a:latin typeface="Noto Sans KR"/>
                <a:ea typeface="Noto Sans KR"/>
                <a:cs typeface="Noto Sans KR"/>
              </a:defRPr>
            </a:lvl2pPr>
            <a:lvl3pPr algn="ctr">
              <a:defRPr sz="1350" b="0">
                <a:solidFill>
                  <a:srgbClr val="BAC5D8"/>
                </a:solidFill>
                <a:latin typeface="Noto Sans KR"/>
                <a:ea typeface="Noto Sans KR"/>
                <a:cs typeface="Noto Sans KR"/>
              </a:defRPr>
            </a:lvl3pPr>
            <a:lvl4pPr algn="ctr">
              <a:defRPr sz="1350" b="0">
                <a:solidFill>
                  <a:srgbClr val="BAC5D8"/>
                </a:solidFill>
                <a:latin typeface="Noto Sans KR"/>
                <a:ea typeface="Noto Sans KR"/>
                <a:cs typeface="Noto Sans KR"/>
              </a:defRPr>
            </a:lvl4pPr>
            <a:lvl5pPr algn="ctr">
              <a:defRPr sz="1350" b="0">
                <a:solidFill>
                  <a:srgbClr val="BAC5D8"/>
                </a:solidFill>
                <a:latin typeface="Noto Sans KR"/>
                <a:ea typeface="Noto Sans KR"/>
                <a:cs typeface="Noto Sans KR"/>
              </a:defRPr>
            </a:lvl5pPr>
            <a:lvl6pPr algn="ctr">
              <a:defRPr sz="1350" b="0">
                <a:solidFill>
                  <a:srgbClr val="BAC5D8"/>
                </a:solidFill>
                <a:latin typeface="Noto Sans KR"/>
                <a:ea typeface="Noto Sans KR"/>
                <a:cs typeface="Noto Sans KR"/>
              </a:defRPr>
            </a:lvl6pPr>
            <a:lvl7pPr algn="ctr">
              <a:defRPr sz="1350" b="0">
                <a:solidFill>
                  <a:srgbClr val="BAC5D8"/>
                </a:solidFill>
                <a:latin typeface="Noto Sans KR"/>
                <a:ea typeface="Noto Sans KR"/>
                <a:cs typeface="Noto Sans KR"/>
              </a:defRPr>
            </a:lvl7pPr>
            <a:lvl8pPr algn="ctr">
              <a:defRPr sz="1350" b="0">
                <a:solidFill>
                  <a:srgbClr val="BAC5D8"/>
                </a:solidFill>
                <a:latin typeface="Noto Sans KR"/>
                <a:ea typeface="Noto Sans KR"/>
                <a:cs typeface="Noto Sans KR"/>
              </a:defRPr>
            </a:lvl8pPr>
            <a:lvl9pPr algn="ctr">
              <a:defRPr sz="1350" b="0">
                <a:solidFill>
                  <a:srgbClr val="BAC5D8"/>
                </a:solidFill>
                <a:latin typeface="Noto Sans KR"/>
                <a:ea typeface="Noto Sans KR"/>
                <a:cs typeface="Noto Sans KR"/>
              </a:defRPr>
            </a:lvl9pPr>
          </a:lstStyle>
          <a:p xmlns:a="http://schemas.openxmlformats.org/drawingml/2006/main">
            <a:pPr algn="ctr">
              <a:defRPr sz="1350" b="0">
                <a:solidFill>
                  <a:srgbClr val="626262"/>
                </a:solidFill>
                <a:latin typeface="Noto Sans KR"/>
                <a:ea typeface="Noto Sans KR"/>
                <a:cs typeface="Noto Sans KR"/>
              </a:defRPr>
            </a:pPr>
            <a:r>
              <a:rPr sz="1350" b="0">
                <a:solidFill>
                  <a:srgbClr val="BAC5D8"/>
                </a:solidFill>
                <a:latin typeface="Noto Sans KR"/>
                <a:ea typeface="Noto Sans KR"/>
                <a:cs typeface="Noto Sans KR"/>
              </a:rPr>
              <a:t>매출건수 / 추정 유동량</a:t>
            </a:r>
          </a:p>
        </p:txBody>
      </p:sp>
      <p:sp>
        <p:nvSpPr>
          <p:cNvPr id="13" name="원 / 거래">
            <a:extLst xmlns:a="http://schemas.openxmlformats.org/drawingml/2006/main">
              <a:ext uri="{FF2B5EF4-FFF2-40B4-BE49-F238E27FC236}">
                <a16:creationId xmlns:a16="http://schemas.microsoft.com/office/drawing/2014/main" id="{F6D2F50F-F532-4C80-A746-64F4E6B5483B}"/>
              </a:ext>
            </a:extLst>
          </p:cNvPr>
          <p:cNvSpPr>
            <a:spLocks xmlns:a="http://schemas.openxmlformats.org/drawingml/2006/main" noGrp="1"/>
          </p:cNvSpPr>
          <p:nvPr/>
        </p:nvSpPr>
        <p:spPr>
          <a:xfrm xmlns:a="http://schemas.openxmlformats.org/drawingml/2006/main">
            <a:off x="6905625" y="5495925"/>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BAC5D8"/>
                </a:solidFill>
                <a:latin typeface="Noto Sans KR"/>
                <a:ea typeface="Noto Sans KR"/>
                <a:cs typeface="Noto Sans KR"/>
              </a:defRPr>
            </a:defPPr>
            <a:lvl1pPr algn="ctr">
              <a:defRPr sz="1350" b="0">
                <a:solidFill>
                  <a:srgbClr val="BAC5D8"/>
                </a:solidFill>
                <a:latin typeface="Noto Sans KR"/>
                <a:ea typeface="Noto Sans KR"/>
                <a:cs typeface="Noto Sans KR"/>
              </a:defRPr>
            </a:lvl1pPr>
            <a:lvl2pPr algn="ctr">
              <a:defRPr sz="1350" b="0">
                <a:solidFill>
                  <a:srgbClr val="BAC5D8"/>
                </a:solidFill>
                <a:latin typeface="Noto Sans KR"/>
                <a:ea typeface="Noto Sans KR"/>
                <a:cs typeface="Noto Sans KR"/>
              </a:defRPr>
            </a:lvl2pPr>
            <a:lvl3pPr algn="ctr">
              <a:defRPr sz="1350" b="0">
                <a:solidFill>
                  <a:srgbClr val="BAC5D8"/>
                </a:solidFill>
                <a:latin typeface="Noto Sans KR"/>
                <a:ea typeface="Noto Sans KR"/>
                <a:cs typeface="Noto Sans KR"/>
              </a:defRPr>
            </a:lvl3pPr>
            <a:lvl4pPr algn="ctr">
              <a:defRPr sz="1350" b="0">
                <a:solidFill>
                  <a:srgbClr val="BAC5D8"/>
                </a:solidFill>
                <a:latin typeface="Noto Sans KR"/>
                <a:ea typeface="Noto Sans KR"/>
                <a:cs typeface="Noto Sans KR"/>
              </a:defRPr>
            </a:lvl4pPr>
            <a:lvl5pPr algn="ctr">
              <a:defRPr sz="1350" b="0">
                <a:solidFill>
                  <a:srgbClr val="BAC5D8"/>
                </a:solidFill>
                <a:latin typeface="Noto Sans KR"/>
                <a:ea typeface="Noto Sans KR"/>
                <a:cs typeface="Noto Sans KR"/>
              </a:defRPr>
            </a:lvl5pPr>
            <a:lvl6pPr algn="ctr">
              <a:defRPr sz="1350" b="0">
                <a:solidFill>
                  <a:srgbClr val="BAC5D8"/>
                </a:solidFill>
                <a:latin typeface="Noto Sans KR"/>
                <a:ea typeface="Noto Sans KR"/>
                <a:cs typeface="Noto Sans KR"/>
              </a:defRPr>
            </a:lvl6pPr>
            <a:lvl7pPr algn="ctr">
              <a:defRPr sz="1350" b="0">
                <a:solidFill>
                  <a:srgbClr val="BAC5D8"/>
                </a:solidFill>
                <a:latin typeface="Noto Sans KR"/>
                <a:ea typeface="Noto Sans KR"/>
                <a:cs typeface="Noto Sans KR"/>
              </a:defRPr>
            </a:lvl7pPr>
            <a:lvl8pPr algn="ctr">
              <a:defRPr sz="1350" b="0">
                <a:solidFill>
                  <a:srgbClr val="BAC5D8"/>
                </a:solidFill>
                <a:latin typeface="Noto Sans KR"/>
                <a:ea typeface="Noto Sans KR"/>
                <a:cs typeface="Noto Sans KR"/>
              </a:defRPr>
            </a:lvl8pPr>
            <a:lvl9pPr algn="ctr">
              <a:defRPr sz="1350" b="0">
                <a:solidFill>
                  <a:srgbClr val="BAC5D8"/>
                </a:solidFill>
                <a:latin typeface="Noto Sans KR"/>
                <a:ea typeface="Noto Sans KR"/>
                <a:cs typeface="Noto Sans KR"/>
              </a:defRPr>
            </a:lvl9pPr>
          </a:lstStyle>
          <a:p xmlns:a="http://schemas.openxmlformats.org/drawingml/2006/main">
            <a:pPr algn="ctr">
              <a:defRPr sz="1350" b="0">
                <a:solidFill>
                  <a:srgbClr val="626262"/>
                </a:solidFill>
                <a:latin typeface="Noto Sans KR"/>
                <a:ea typeface="Noto Sans KR"/>
                <a:cs typeface="Noto Sans KR"/>
              </a:defRPr>
            </a:pPr>
            <a:r>
              <a:rPr sz="1350" b="0">
                <a:solidFill>
                  <a:srgbClr val="BAC5D8"/>
                </a:solidFill>
                <a:latin typeface="Noto Sans KR"/>
                <a:ea typeface="Noto Sans KR"/>
                <a:cs typeface="Noto Sans KR"/>
              </a:rPr>
              <a:t>원 / 거래</a:t>
            </a:r>
          </a:p>
        </p:txBody>
      </p:sp>
      <p:sp>
        <p:nvSpPr>
          <p:cNvPr id="14" name="">
            <a:extLst xmlns:a="http://schemas.openxmlformats.org/drawingml/2006/main">
              <a:ext uri="{FF2B5EF4-FFF2-40B4-BE49-F238E27FC236}">
                <a16:creationId xmlns:a16="http://schemas.microsoft.com/office/drawing/2014/main" id="{2FDB9D17-5BB1-4649-99D7-0AA6217108A4}"/>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29167"/>
            </a:avLst>
          </a:prstGeom>
          <a:solidFill xmlns:a="http://schemas.openxmlformats.org/drawingml/2006/main">
            <a:srgbClr val="222E47"/>
          </a:solidFill>
          <a:ln xmlns:a="http://schemas.openxmlformats.org/drawingml/2006/main" w="19050">
            <a:solidFill>
              <a:srgbClr val="65718D"/>
            </a:solidFill>
          </a:ln>
        </p:spPr>
      </p:sp>
      <p:sp>
        <p:nvSpPr>
          <p:cNvPr id="15" name="객단가와 거래 발생 강도를 나누어 봐야 차이가 보인다">
            <a:extLst xmlns:a="http://schemas.openxmlformats.org/drawingml/2006/main">
              <a:ext uri="{FF2B5EF4-FFF2-40B4-BE49-F238E27FC236}">
                <a16:creationId xmlns:a16="http://schemas.microsoft.com/office/drawing/2014/main" id="{117206DB-98F9-4AD8-8CA2-9DC76BBD0839}"/>
              </a:ext>
            </a:extLst>
          </p:cNvPr>
          <p:cNvSpPr>
            <a:spLocks xmlns:a="http://schemas.openxmlformats.org/drawingml/2006/main" noGrp="1"/>
          </p:cNvSpPr>
          <p:nvPr/>
        </p:nvSpPr>
        <p:spPr>
          <a:xfrm xmlns:a="http://schemas.openxmlformats.org/drawingml/2006/main">
            <a:off x="1333500" y="59340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F1F5F9"/>
                </a:solidFill>
                <a:latin typeface="Noto Sans KR"/>
                <a:ea typeface="Noto Sans KR"/>
                <a:cs typeface="Noto Sans KR"/>
              </a:defRPr>
            </a:defPPr>
            <a:lvl1pPr algn="ctr">
              <a:defRPr sz="1575" b="1">
                <a:solidFill>
                  <a:srgbClr val="F1F5F9"/>
                </a:solidFill>
                <a:latin typeface="Noto Sans KR"/>
                <a:ea typeface="Noto Sans KR"/>
                <a:cs typeface="Noto Sans KR"/>
              </a:defRPr>
            </a:lvl1pPr>
            <a:lvl2pPr algn="ctr">
              <a:defRPr sz="1575" b="1">
                <a:solidFill>
                  <a:srgbClr val="F1F5F9"/>
                </a:solidFill>
                <a:latin typeface="Noto Sans KR"/>
                <a:ea typeface="Noto Sans KR"/>
                <a:cs typeface="Noto Sans KR"/>
              </a:defRPr>
            </a:lvl2pPr>
            <a:lvl3pPr algn="ctr">
              <a:defRPr sz="1575" b="1">
                <a:solidFill>
                  <a:srgbClr val="F1F5F9"/>
                </a:solidFill>
                <a:latin typeface="Noto Sans KR"/>
                <a:ea typeface="Noto Sans KR"/>
                <a:cs typeface="Noto Sans KR"/>
              </a:defRPr>
            </a:lvl3pPr>
            <a:lvl4pPr algn="ctr">
              <a:defRPr sz="1575" b="1">
                <a:solidFill>
                  <a:srgbClr val="F1F5F9"/>
                </a:solidFill>
                <a:latin typeface="Noto Sans KR"/>
                <a:ea typeface="Noto Sans KR"/>
                <a:cs typeface="Noto Sans KR"/>
              </a:defRPr>
            </a:lvl4pPr>
            <a:lvl5pPr algn="ctr">
              <a:defRPr sz="1575" b="1">
                <a:solidFill>
                  <a:srgbClr val="F1F5F9"/>
                </a:solidFill>
                <a:latin typeface="Noto Sans KR"/>
                <a:ea typeface="Noto Sans KR"/>
                <a:cs typeface="Noto Sans KR"/>
              </a:defRPr>
            </a:lvl5pPr>
            <a:lvl6pPr algn="ctr">
              <a:defRPr sz="1575" b="1">
                <a:solidFill>
                  <a:srgbClr val="F1F5F9"/>
                </a:solidFill>
                <a:latin typeface="Noto Sans KR"/>
                <a:ea typeface="Noto Sans KR"/>
                <a:cs typeface="Noto Sans KR"/>
              </a:defRPr>
            </a:lvl6pPr>
            <a:lvl7pPr algn="ctr">
              <a:defRPr sz="1575" b="1">
                <a:solidFill>
                  <a:srgbClr val="F1F5F9"/>
                </a:solidFill>
                <a:latin typeface="Noto Sans KR"/>
                <a:ea typeface="Noto Sans KR"/>
                <a:cs typeface="Noto Sans KR"/>
              </a:defRPr>
            </a:lvl7pPr>
            <a:lvl8pPr algn="ctr">
              <a:defRPr sz="1575" b="1">
                <a:solidFill>
                  <a:srgbClr val="F1F5F9"/>
                </a:solidFill>
                <a:latin typeface="Noto Sans KR"/>
                <a:ea typeface="Noto Sans KR"/>
                <a:cs typeface="Noto Sans KR"/>
              </a:defRPr>
            </a:lvl8pPr>
            <a:lvl9pPr algn="ctr">
              <a:defRPr sz="1575"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575" b="1">
                <a:solidFill>
                  <a:srgbClr val="F1F5F9"/>
                </a:solidFill>
                <a:latin typeface="Noto Sans KR"/>
                <a:ea typeface="Noto Sans KR"/>
                <a:cs typeface="Noto Sans KR"/>
              </a:rPr>
              <a:t>골목·발달·전통시장 · 하위 153개 / 상위 156개 · 인과효과로 해석할 수 없다</a:t>
            </a:r>
          </a:p>
        </p:txBody>
      </p:sp>
    </p:spTree>
    <p:extLst>
      <p:ext uri="{BB962C8B-B14F-4D97-AF65-F5344CB8AC3E}">
        <p14:creationId xmlns:p14="http://schemas.microsoft.com/office/powerpoint/2010/main" val="809143661"/>
      </p:ext>
    </p:extLst>
  </p:cSld>
</p:sld>
</file>

<file path=ppt/slides/slide7.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9B19B35-D42E-467D-AB04-9BAD99A6B501}"/>
              </a:ext>
            </a:extLst>
          </p:cNvPr>
          <p:cNvPicPr>
            <a:picLocks xmlns:a="http://schemas.openxmlformats.org/drawingml/2006/main" noChangeAspect="1"/>
          </p:cNvPicPr>
          <p:nvPr/>
        </p:nvPicPr>
        <p:blipFill>
          <a:blip xmlns:r="http://schemas.openxmlformats.org/officeDocument/2006/relationships" xmlns:a="http://schemas.openxmlformats.org/drawingml/2006/main" r:embed="R9603c34d682b441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강남 마이스: 업종이 분산된 고성과 사례">
            <a:extLst xmlns:a="http://schemas.openxmlformats.org/drawingml/2006/main">
              <a:ext uri="{FF2B5EF4-FFF2-40B4-BE49-F238E27FC236}">
                <a16:creationId xmlns:a16="http://schemas.microsoft.com/office/drawing/2014/main" id="{C19AFDC9-A9FE-4D54-B672-3C7E29BF5D66}"/>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150" b="1">
                <a:solidFill>
                  <a:srgbClr val="F1F5F9"/>
                </a:solidFill>
                <a:latin typeface="Noto Sans KR"/>
                <a:ea typeface="Noto Sans KR"/>
                <a:cs typeface="Noto Sans KR"/>
              </a:defRPr>
            </a:defPPr>
            <a:lvl1pPr algn="ctr">
              <a:defRPr sz="3150" b="1">
                <a:solidFill>
                  <a:srgbClr val="F1F5F9"/>
                </a:solidFill>
                <a:latin typeface="Noto Sans KR"/>
                <a:ea typeface="Noto Sans KR"/>
                <a:cs typeface="Noto Sans KR"/>
              </a:defRPr>
            </a:lvl1pPr>
            <a:lvl2pPr algn="ctr">
              <a:defRPr sz="3150" b="1">
                <a:solidFill>
                  <a:srgbClr val="F1F5F9"/>
                </a:solidFill>
                <a:latin typeface="Noto Sans KR"/>
                <a:ea typeface="Noto Sans KR"/>
                <a:cs typeface="Noto Sans KR"/>
              </a:defRPr>
            </a:lvl2pPr>
            <a:lvl3pPr algn="ctr">
              <a:defRPr sz="3150" b="1">
                <a:solidFill>
                  <a:srgbClr val="F1F5F9"/>
                </a:solidFill>
                <a:latin typeface="Noto Sans KR"/>
                <a:ea typeface="Noto Sans KR"/>
                <a:cs typeface="Noto Sans KR"/>
              </a:defRPr>
            </a:lvl3pPr>
            <a:lvl4pPr algn="ctr">
              <a:defRPr sz="3150" b="1">
                <a:solidFill>
                  <a:srgbClr val="F1F5F9"/>
                </a:solidFill>
                <a:latin typeface="Noto Sans KR"/>
                <a:ea typeface="Noto Sans KR"/>
                <a:cs typeface="Noto Sans KR"/>
              </a:defRPr>
            </a:lvl4pPr>
            <a:lvl5pPr algn="ctr">
              <a:defRPr sz="3150" b="1">
                <a:solidFill>
                  <a:srgbClr val="F1F5F9"/>
                </a:solidFill>
                <a:latin typeface="Noto Sans KR"/>
                <a:ea typeface="Noto Sans KR"/>
                <a:cs typeface="Noto Sans KR"/>
              </a:defRPr>
            </a:lvl5pPr>
            <a:lvl6pPr algn="ctr">
              <a:defRPr sz="3150" b="1">
                <a:solidFill>
                  <a:srgbClr val="F1F5F9"/>
                </a:solidFill>
                <a:latin typeface="Noto Sans KR"/>
                <a:ea typeface="Noto Sans KR"/>
                <a:cs typeface="Noto Sans KR"/>
              </a:defRPr>
            </a:lvl6pPr>
            <a:lvl7pPr algn="ctr">
              <a:defRPr sz="3150" b="1">
                <a:solidFill>
                  <a:srgbClr val="F1F5F9"/>
                </a:solidFill>
                <a:latin typeface="Noto Sans KR"/>
                <a:ea typeface="Noto Sans KR"/>
                <a:cs typeface="Noto Sans KR"/>
              </a:defRPr>
            </a:lvl7pPr>
            <a:lvl8pPr algn="ctr">
              <a:defRPr sz="3150" b="1">
                <a:solidFill>
                  <a:srgbClr val="F1F5F9"/>
                </a:solidFill>
                <a:latin typeface="Noto Sans KR"/>
                <a:ea typeface="Noto Sans KR"/>
                <a:cs typeface="Noto Sans KR"/>
              </a:defRPr>
            </a:lvl8pPr>
            <a:lvl9pPr algn="ctr">
              <a:defRPr sz="3150" b="1">
                <a:solidFill>
                  <a:srgbClr val="F1F5F9"/>
                </a:solidFill>
                <a:latin typeface="Noto Sans KR"/>
                <a:ea typeface="Noto Sans KR"/>
                <a:cs typeface="Noto Sans KR"/>
              </a:defRPr>
            </a:lvl9pPr>
          </a:lstStyle>
          <a:p xmlns:a="http://schemas.openxmlformats.org/drawingml/2006/main">
            <a:pPr algn="ctr">
              <a:defRPr sz="3150" b="1">
                <a:solidFill>
                  <a:srgbClr val="090909"/>
                </a:solidFill>
                <a:latin typeface="Noto Sans KR"/>
                <a:ea typeface="Noto Sans KR"/>
                <a:cs typeface="Noto Sans KR"/>
              </a:defRPr>
            </a:pPr>
            <a:r>
              <a:rPr sz="3150" b="1">
                <a:solidFill>
                  <a:srgbClr val="F1F5F9"/>
                </a:solidFill>
                <a:latin typeface="Noto Sans KR"/>
                <a:ea typeface="Noto Sans KR"/>
                <a:cs typeface="Noto Sans KR"/>
              </a:rPr>
              <a:t>강남 마이스: 업종이 분산된 고성과 사례</a:t>
            </a:r>
          </a:p>
        </p:txBody>
      </p:sp>
      <p:sp>
        <p:nvSpPr>
          <p:cNvPr id="4" name="">
            <a:extLst xmlns:a="http://schemas.openxmlformats.org/drawingml/2006/main">
              <a:ext uri="{FF2B5EF4-FFF2-40B4-BE49-F238E27FC236}">
                <a16:creationId xmlns:a16="http://schemas.microsoft.com/office/drawing/2014/main" id="{AA511349-A702-4EF3-8916-A717CACCCA14}"/>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5" name="업종별 매출 구성">
            <a:extLst xmlns:a="http://schemas.openxmlformats.org/drawingml/2006/main">
              <a:ext uri="{FF2B5EF4-FFF2-40B4-BE49-F238E27FC236}">
                <a16:creationId xmlns:a16="http://schemas.microsoft.com/office/drawing/2014/main" id="{9FD2456E-98B0-4B96-A3F1-4E0CDF133D44}"/>
              </a:ext>
            </a:extLst>
          </p:cNvPr>
          <p:cNvSpPr>
            <a:spLocks xmlns:a="http://schemas.openxmlformats.org/drawingml/2006/main" noGrp="1"/>
          </p:cNvSpPr>
          <p:nvPr/>
        </p:nvSpPr>
        <p:spPr>
          <a:xfrm xmlns:a="http://schemas.openxmlformats.org/drawingml/2006/main">
            <a:off x="1047750" y="2219325"/>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F1F5F9"/>
                </a:solidFill>
                <a:latin typeface="Noto Sans KR"/>
                <a:ea typeface="Noto Sans KR"/>
                <a:cs typeface="Noto Sans KR"/>
              </a:defRPr>
            </a:defPPr>
            <a:lvl1pPr algn="ctr">
              <a:defRPr sz="1875" b="1">
                <a:solidFill>
                  <a:srgbClr val="F1F5F9"/>
                </a:solidFill>
                <a:latin typeface="Noto Sans KR"/>
                <a:ea typeface="Noto Sans KR"/>
                <a:cs typeface="Noto Sans KR"/>
              </a:defRPr>
            </a:lvl1pPr>
            <a:lvl2pPr algn="ctr">
              <a:defRPr sz="1875" b="1">
                <a:solidFill>
                  <a:srgbClr val="F1F5F9"/>
                </a:solidFill>
                <a:latin typeface="Noto Sans KR"/>
                <a:ea typeface="Noto Sans KR"/>
                <a:cs typeface="Noto Sans KR"/>
              </a:defRPr>
            </a:lvl2pPr>
            <a:lvl3pPr algn="ctr">
              <a:defRPr sz="1875" b="1">
                <a:solidFill>
                  <a:srgbClr val="F1F5F9"/>
                </a:solidFill>
                <a:latin typeface="Noto Sans KR"/>
                <a:ea typeface="Noto Sans KR"/>
                <a:cs typeface="Noto Sans KR"/>
              </a:defRPr>
            </a:lvl3pPr>
            <a:lvl4pPr algn="ctr">
              <a:defRPr sz="1875" b="1">
                <a:solidFill>
                  <a:srgbClr val="F1F5F9"/>
                </a:solidFill>
                <a:latin typeface="Noto Sans KR"/>
                <a:ea typeface="Noto Sans KR"/>
                <a:cs typeface="Noto Sans KR"/>
              </a:defRPr>
            </a:lvl4pPr>
            <a:lvl5pPr algn="ctr">
              <a:defRPr sz="1875" b="1">
                <a:solidFill>
                  <a:srgbClr val="F1F5F9"/>
                </a:solidFill>
                <a:latin typeface="Noto Sans KR"/>
                <a:ea typeface="Noto Sans KR"/>
                <a:cs typeface="Noto Sans KR"/>
              </a:defRPr>
            </a:lvl5pPr>
            <a:lvl6pPr algn="ctr">
              <a:defRPr sz="1875" b="1">
                <a:solidFill>
                  <a:srgbClr val="F1F5F9"/>
                </a:solidFill>
                <a:latin typeface="Noto Sans KR"/>
                <a:ea typeface="Noto Sans KR"/>
                <a:cs typeface="Noto Sans KR"/>
              </a:defRPr>
            </a:lvl6pPr>
            <a:lvl7pPr algn="ctr">
              <a:defRPr sz="1875" b="1">
                <a:solidFill>
                  <a:srgbClr val="F1F5F9"/>
                </a:solidFill>
                <a:latin typeface="Noto Sans KR"/>
                <a:ea typeface="Noto Sans KR"/>
                <a:cs typeface="Noto Sans KR"/>
              </a:defRPr>
            </a:lvl7pPr>
            <a:lvl8pPr algn="ctr">
              <a:defRPr sz="1875" b="1">
                <a:solidFill>
                  <a:srgbClr val="F1F5F9"/>
                </a:solidFill>
                <a:latin typeface="Noto Sans KR"/>
                <a:ea typeface="Noto Sans KR"/>
                <a:cs typeface="Noto Sans KR"/>
              </a:defRPr>
            </a:lvl8pPr>
            <a:lvl9pPr algn="ctr">
              <a:defRPr sz="1875"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875" b="1">
                <a:solidFill>
                  <a:srgbClr val="F1F5F9"/>
                </a:solidFill>
                <a:latin typeface="Noto Sans KR"/>
                <a:ea typeface="Noto Sans KR"/>
                <a:cs typeface="Noto Sans KR"/>
              </a:rPr>
              <a:t>업종별 매출 구성</a:t>
            </a:r>
          </a:p>
        </p:txBody>
      </p:sp>
      <p:graphicFrame>
        <p:nvGraphicFramePr>
          <p:cNvPr id="6" name="Chart">
            <a:extLst xmlns:a="http://schemas.openxmlformats.org/drawingml/2006/main">
              <a:ext uri="{FF2B5EF4-FFF2-40B4-BE49-F238E27FC236}">
                <a16:creationId xmlns:a16="http://schemas.microsoft.com/office/drawing/2014/main" id="{6666EEC7-2665-4468-9A24-E035FF837683}"/>
              </a:ext>
            </a:extLst>
          </p:cNvPr>
          <p:cNvGraphicFramePr/>
          <p:nvPr/>
        </p:nvGraphicFramePr>
        <p:xfrm>
          <a:off xmlns:a="http://schemas.openxmlformats.org/drawingml/2006/main" x="1133475" y="2762250"/>
          <a:ext xmlns:a="http://schemas.openxmlformats.org/drawingml/2006/main" cx="4133850" cy="2543175"/>
        </p:xfrm>
        <a:graphic xmlns:a="http://schemas.openxmlformats.org/drawingml/2006/main">
          <a:graphicData uri="http://schemas.openxmlformats.org/drawingml/2006/chart">
            <c:chart xmlns:r="http://schemas.openxmlformats.org/officeDocument/2006/relationships" xmlns:c="http://schemas.openxmlformats.org/drawingml/2006/chart" r:id="Readc545156024126"/>
          </a:graphicData>
        </a:graphic>
      </p:graphicFrame>
      <p:sp>
        <p:nvSpPr>
          <p:cNvPr id="7" name="30개">
            <a:extLst xmlns:a="http://schemas.openxmlformats.org/drawingml/2006/main">
              <a:ext uri="{FF2B5EF4-FFF2-40B4-BE49-F238E27FC236}">
                <a16:creationId xmlns:a16="http://schemas.microsoft.com/office/drawing/2014/main" id="{541DFBBF-2E08-44C7-A908-9CFBDE514F84}"/>
              </a:ext>
            </a:extLst>
          </p:cNvPr>
          <p:cNvSpPr>
            <a:spLocks xmlns:a="http://schemas.openxmlformats.org/drawingml/2006/main" noGrp="1"/>
          </p:cNvSpPr>
          <p:nvPr/>
        </p:nvSpPr>
        <p:spPr>
          <a:xfrm xmlns:a="http://schemas.openxmlformats.org/drawingml/2006/main">
            <a:off x="2305050" y="3543300"/>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300" b="1">
                <a:solidFill>
                  <a:srgbClr val="F1F5F9"/>
                </a:solidFill>
                <a:latin typeface="Noto Sans KR"/>
                <a:ea typeface="Noto Sans KR"/>
                <a:cs typeface="Noto Sans KR"/>
              </a:defRPr>
            </a:defPPr>
            <a:lvl1pPr algn="ctr">
              <a:defRPr sz="3300" b="1">
                <a:solidFill>
                  <a:srgbClr val="F1F5F9"/>
                </a:solidFill>
                <a:latin typeface="Noto Sans KR"/>
                <a:ea typeface="Noto Sans KR"/>
                <a:cs typeface="Noto Sans KR"/>
              </a:defRPr>
            </a:lvl1pPr>
            <a:lvl2pPr algn="ctr">
              <a:defRPr sz="3300" b="1">
                <a:solidFill>
                  <a:srgbClr val="F1F5F9"/>
                </a:solidFill>
                <a:latin typeface="Noto Sans KR"/>
                <a:ea typeface="Noto Sans KR"/>
                <a:cs typeface="Noto Sans KR"/>
              </a:defRPr>
            </a:lvl2pPr>
            <a:lvl3pPr algn="ctr">
              <a:defRPr sz="3300" b="1">
                <a:solidFill>
                  <a:srgbClr val="F1F5F9"/>
                </a:solidFill>
                <a:latin typeface="Noto Sans KR"/>
                <a:ea typeface="Noto Sans KR"/>
                <a:cs typeface="Noto Sans KR"/>
              </a:defRPr>
            </a:lvl3pPr>
            <a:lvl4pPr algn="ctr">
              <a:defRPr sz="3300" b="1">
                <a:solidFill>
                  <a:srgbClr val="F1F5F9"/>
                </a:solidFill>
                <a:latin typeface="Noto Sans KR"/>
                <a:ea typeface="Noto Sans KR"/>
                <a:cs typeface="Noto Sans KR"/>
              </a:defRPr>
            </a:lvl4pPr>
            <a:lvl5pPr algn="ctr">
              <a:defRPr sz="3300" b="1">
                <a:solidFill>
                  <a:srgbClr val="F1F5F9"/>
                </a:solidFill>
                <a:latin typeface="Noto Sans KR"/>
                <a:ea typeface="Noto Sans KR"/>
                <a:cs typeface="Noto Sans KR"/>
              </a:defRPr>
            </a:lvl5pPr>
            <a:lvl6pPr algn="ctr">
              <a:defRPr sz="3300" b="1">
                <a:solidFill>
                  <a:srgbClr val="F1F5F9"/>
                </a:solidFill>
                <a:latin typeface="Noto Sans KR"/>
                <a:ea typeface="Noto Sans KR"/>
                <a:cs typeface="Noto Sans KR"/>
              </a:defRPr>
            </a:lvl6pPr>
            <a:lvl7pPr algn="ctr">
              <a:defRPr sz="3300" b="1">
                <a:solidFill>
                  <a:srgbClr val="F1F5F9"/>
                </a:solidFill>
                <a:latin typeface="Noto Sans KR"/>
                <a:ea typeface="Noto Sans KR"/>
                <a:cs typeface="Noto Sans KR"/>
              </a:defRPr>
            </a:lvl7pPr>
            <a:lvl8pPr algn="ctr">
              <a:defRPr sz="3300" b="1">
                <a:solidFill>
                  <a:srgbClr val="F1F5F9"/>
                </a:solidFill>
                <a:latin typeface="Noto Sans KR"/>
                <a:ea typeface="Noto Sans KR"/>
                <a:cs typeface="Noto Sans KR"/>
              </a:defRPr>
            </a:lvl8pPr>
            <a:lvl9pPr algn="ctr">
              <a:defRPr sz="3300" b="1">
                <a:solidFill>
                  <a:srgbClr val="F1F5F9"/>
                </a:solidFill>
                <a:latin typeface="Noto Sans KR"/>
                <a:ea typeface="Noto Sans KR"/>
                <a:cs typeface="Noto Sans KR"/>
              </a:defRPr>
            </a:lvl9pPr>
          </a:lstStyle>
          <a:p xmlns:a="http://schemas.openxmlformats.org/drawingml/2006/main">
            <a:pPr algn="ctr">
              <a:defRPr sz="3300" b="1">
                <a:solidFill>
                  <a:srgbClr val="090909"/>
                </a:solidFill>
                <a:latin typeface="Noto Sans KR"/>
                <a:ea typeface="Noto Sans KR"/>
                <a:cs typeface="Noto Sans KR"/>
              </a:defRPr>
            </a:pPr>
            <a:r>
              <a:rPr sz="3300" b="1">
                <a:solidFill>
                  <a:srgbClr val="F1F5F9"/>
                </a:solidFill>
                <a:latin typeface="Noto Sans KR"/>
                <a:ea typeface="Noto Sans KR"/>
                <a:cs typeface="Noto Sans KR"/>
              </a:rPr>
              <a:t>30개</a:t>
            </a:r>
          </a:p>
        </p:txBody>
      </p:sp>
      <p:sp>
        <p:nvSpPr>
          <p:cNvPr id="8" name="매출 집계 업종">
            <a:extLst xmlns:a="http://schemas.openxmlformats.org/drawingml/2006/main">
              <a:ext uri="{FF2B5EF4-FFF2-40B4-BE49-F238E27FC236}">
                <a16:creationId xmlns:a16="http://schemas.microsoft.com/office/drawing/2014/main" id="{0E8E3A41-884C-48DB-895C-1A45651DF857}"/>
              </a:ext>
            </a:extLst>
          </p:cNvPr>
          <p:cNvSpPr>
            <a:spLocks xmlns:a="http://schemas.openxmlformats.org/drawingml/2006/main" noGrp="1"/>
          </p:cNvSpPr>
          <p:nvPr/>
        </p:nvSpPr>
        <p:spPr>
          <a:xfrm xmlns:a="http://schemas.openxmlformats.org/drawingml/2006/main">
            <a:off x="2171700" y="4143375"/>
            <a:ext cx="2047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BAC5D8"/>
                </a:solidFill>
                <a:latin typeface="Noto Sans KR"/>
                <a:ea typeface="Noto Sans KR"/>
                <a:cs typeface="Noto Sans KR"/>
              </a:defRPr>
            </a:defPPr>
            <a:lvl1pPr algn="ctr">
              <a:defRPr sz="1425" b="0">
                <a:solidFill>
                  <a:srgbClr val="BAC5D8"/>
                </a:solidFill>
                <a:latin typeface="Noto Sans KR"/>
                <a:ea typeface="Noto Sans KR"/>
                <a:cs typeface="Noto Sans KR"/>
              </a:defRPr>
            </a:lvl1pPr>
            <a:lvl2pPr algn="ctr">
              <a:defRPr sz="1425" b="0">
                <a:solidFill>
                  <a:srgbClr val="BAC5D8"/>
                </a:solidFill>
                <a:latin typeface="Noto Sans KR"/>
                <a:ea typeface="Noto Sans KR"/>
                <a:cs typeface="Noto Sans KR"/>
              </a:defRPr>
            </a:lvl2pPr>
            <a:lvl3pPr algn="ctr">
              <a:defRPr sz="1425" b="0">
                <a:solidFill>
                  <a:srgbClr val="BAC5D8"/>
                </a:solidFill>
                <a:latin typeface="Noto Sans KR"/>
                <a:ea typeface="Noto Sans KR"/>
                <a:cs typeface="Noto Sans KR"/>
              </a:defRPr>
            </a:lvl3pPr>
            <a:lvl4pPr algn="ctr">
              <a:defRPr sz="1425" b="0">
                <a:solidFill>
                  <a:srgbClr val="BAC5D8"/>
                </a:solidFill>
                <a:latin typeface="Noto Sans KR"/>
                <a:ea typeface="Noto Sans KR"/>
                <a:cs typeface="Noto Sans KR"/>
              </a:defRPr>
            </a:lvl4pPr>
            <a:lvl5pPr algn="ctr">
              <a:defRPr sz="1425" b="0">
                <a:solidFill>
                  <a:srgbClr val="BAC5D8"/>
                </a:solidFill>
                <a:latin typeface="Noto Sans KR"/>
                <a:ea typeface="Noto Sans KR"/>
                <a:cs typeface="Noto Sans KR"/>
              </a:defRPr>
            </a:lvl5pPr>
            <a:lvl6pPr algn="ctr">
              <a:defRPr sz="1425" b="0">
                <a:solidFill>
                  <a:srgbClr val="BAC5D8"/>
                </a:solidFill>
                <a:latin typeface="Noto Sans KR"/>
                <a:ea typeface="Noto Sans KR"/>
                <a:cs typeface="Noto Sans KR"/>
              </a:defRPr>
            </a:lvl6pPr>
            <a:lvl7pPr algn="ctr">
              <a:defRPr sz="1425" b="0">
                <a:solidFill>
                  <a:srgbClr val="BAC5D8"/>
                </a:solidFill>
                <a:latin typeface="Noto Sans KR"/>
                <a:ea typeface="Noto Sans KR"/>
                <a:cs typeface="Noto Sans KR"/>
              </a:defRPr>
            </a:lvl7pPr>
            <a:lvl8pPr algn="ctr">
              <a:defRPr sz="1425" b="0">
                <a:solidFill>
                  <a:srgbClr val="BAC5D8"/>
                </a:solidFill>
                <a:latin typeface="Noto Sans KR"/>
                <a:ea typeface="Noto Sans KR"/>
                <a:cs typeface="Noto Sans KR"/>
              </a:defRPr>
            </a:lvl8pPr>
            <a:lvl9pPr algn="ctr">
              <a:defRPr sz="1425" b="0">
                <a:solidFill>
                  <a:srgbClr val="BAC5D8"/>
                </a:solidFill>
                <a:latin typeface="Noto Sans KR"/>
                <a:ea typeface="Noto Sans KR"/>
                <a:cs typeface="Noto Sans KR"/>
              </a:defRPr>
            </a:lvl9pPr>
          </a:lstStyle>
          <a:p xmlns:a="http://schemas.openxmlformats.org/drawingml/2006/main">
            <a:pPr algn="ctr">
              <a:defRPr sz="1425" b="0">
                <a:solidFill>
                  <a:srgbClr val="626262"/>
                </a:solidFill>
                <a:latin typeface="Noto Sans KR"/>
                <a:ea typeface="Noto Sans KR"/>
                <a:cs typeface="Noto Sans KR"/>
              </a:defRPr>
            </a:pPr>
            <a:r>
              <a:rPr sz="1425" b="0">
                <a:solidFill>
                  <a:srgbClr val="BAC5D8"/>
                </a:solidFill>
                <a:latin typeface="Noto Sans KR"/>
                <a:ea typeface="Noto Sans KR"/>
                <a:cs typeface="Noto Sans KR"/>
              </a:rPr>
              <a:t>매출 집계 업종</a:t>
            </a:r>
          </a:p>
        </p:txBody>
      </p:sp>
      <p:sp>
        <p:nvSpPr>
          <p:cNvPr id="9" name="주황 1위 · 노랑 2·3위 합계 · 회색 나머지&#10;상위 3개 업종 매출 ">
            <a:extLst xmlns:a="http://schemas.openxmlformats.org/drawingml/2006/main">
              <a:ext uri="{FF2B5EF4-FFF2-40B4-BE49-F238E27FC236}">
                <a16:creationId xmlns:a16="http://schemas.microsoft.com/office/drawing/2014/main" id="{85DDC20C-B982-4D2F-9B2D-2ADD9D4B6F95}"/>
              </a:ext>
            </a:extLst>
          </p:cNvPr>
          <p:cNvSpPr>
            <a:spLocks xmlns:a="http://schemas.openxmlformats.org/drawingml/2006/main" noGrp="1"/>
          </p:cNvSpPr>
          <p:nvPr/>
        </p:nvSpPr>
        <p:spPr>
          <a:xfrm xmlns:a="http://schemas.openxmlformats.org/drawingml/2006/main">
            <a:off x="952500" y="5286375"/>
            <a:ext cx="4429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BAC5D8"/>
                </a:solidFill>
                <a:latin typeface="Noto Sans KR"/>
                <a:ea typeface="Noto Sans KR"/>
                <a:cs typeface="Noto Sans KR"/>
              </a:defRPr>
            </a:defPPr>
            <a:lvl1pPr algn="ctr">
              <a:defRPr sz="1350" b="0">
                <a:solidFill>
                  <a:srgbClr val="BAC5D8"/>
                </a:solidFill>
                <a:latin typeface="Noto Sans KR"/>
                <a:ea typeface="Noto Sans KR"/>
                <a:cs typeface="Noto Sans KR"/>
              </a:defRPr>
            </a:lvl1pPr>
            <a:lvl2pPr algn="ctr">
              <a:defRPr sz="1350" b="0">
                <a:solidFill>
                  <a:srgbClr val="BAC5D8"/>
                </a:solidFill>
                <a:latin typeface="Noto Sans KR"/>
                <a:ea typeface="Noto Sans KR"/>
                <a:cs typeface="Noto Sans KR"/>
              </a:defRPr>
            </a:lvl2pPr>
            <a:lvl3pPr algn="ctr">
              <a:defRPr sz="1350" b="0">
                <a:solidFill>
                  <a:srgbClr val="BAC5D8"/>
                </a:solidFill>
                <a:latin typeface="Noto Sans KR"/>
                <a:ea typeface="Noto Sans KR"/>
                <a:cs typeface="Noto Sans KR"/>
              </a:defRPr>
            </a:lvl3pPr>
            <a:lvl4pPr algn="ctr">
              <a:defRPr sz="1350" b="0">
                <a:solidFill>
                  <a:srgbClr val="BAC5D8"/>
                </a:solidFill>
                <a:latin typeface="Noto Sans KR"/>
                <a:ea typeface="Noto Sans KR"/>
                <a:cs typeface="Noto Sans KR"/>
              </a:defRPr>
            </a:lvl4pPr>
            <a:lvl5pPr algn="ctr">
              <a:defRPr sz="1350" b="0">
                <a:solidFill>
                  <a:srgbClr val="BAC5D8"/>
                </a:solidFill>
                <a:latin typeface="Noto Sans KR"/>
                <a:ea typeface="Noto Sans KR"/>
                <a:cs typeface="Noto Sans KR"/>
              </a:defRPr>
            </a:lvl5pPr>
            <a:lvl6pPr algn="ctr">
              <a:defRPr sz="1350" b="0">
                <a:solidFill>
                  <a:srgbClr val="BAC5D8"/>
                </a:solidFill>
                <a:latin typeface="Noto Sans KR"/>
                <a:ea typeface="Noto Sans KR"/>
                <a:cs typeface="Noto Sans KR"/>
              </a:defRPr>
            </a:lvl6pPr>
            <a:lvl7pPr algn="ctr">
              <a:defRPr sz="1350" b="0">
                <a:solidFill>
                  <a:srgbClr val="BAC5D8"/>
                </a:solidFill>
                <a:latin typeface="Noto Sans KR"/>
                <a:ea typeface="Noto Sans KR"/>
                <a:cs typeface="Noto Sans KR"/>
              </a:defRPr>
            </a:lvl7pPr>
            <a:lvl8pPr algn="ctr">
              <a:defRPr sz="1350" b="0">
                <a:solidFill>
                  <a:srgbClr val="BAC5D8"/>
                </a:solidFill>
                <a:latin typeface="Noto Sans KR"/>
                <a:ea typeface="Noto Sans KR"/>
                <a:cs typeface="Noto Sans KR"/>
              </a:defRPr>
            </a:lvl8pPr>
            <a:lvl9pPr algn="ctr">
              <a:defRPr sz="1350" b="0">
                <a:solidFill>
                  <a:srgbClr val="BAC5D8"/>
                </a:solidFill>
                <a:latin typeface="Noto Sans KR"/>
                <a:ea typeface="Noto Sans KR"/>
                <a:cs typeface="Noto Sans KR"/>
              </a:defRPr>
            </a:lvl9pPr>
          </a:lstStyle>
          <a:p xmlns:a="http://schemas.openxmlformats.org/drawingml/2006/main">
            <a:pPr algn="ctr">
              <a:defRPr sz="1350" b="0">
                <a:solidFill>
                  <a:srgbClr val="626262"/>
                </a:solidFill>
                <a:latin typeface="Noto Sans KR"/>
                <a:ea typeface="Noto Sans KR"/>
                <a:cs typeface="Noto Sans KR"/>
              </a:defRPr>
            </a:pPr>
            <a:r>
              <a:rPr sz="1350" b="0">
                <a:solidFill>
                  <a:srgbClr val="BAC5D8"/>
                </a:solidFill>
                <a:latin typeface="Noto Sans KR"/>
                <a:ea typeface="Noto Sans KR"/>
                <a:cs typeface="Noto Sans KR"/>
              </a:rPr>
              <a:t>1위 업종 21.2% · 상위 3개 업종 44.0%</a:t>
            </a:r>
          </a:p>
          <a:p xmlns:a="http://schemas.openxmlformats.org/drawingml/2006/main">
            <a:pPr algn="ctr">
              <a:defRPr sz="1350" b="0">
                <a:solidFill>
                  <a:srgbClr val="626262"/>
                </a:solidFill>
                <a:latin typeface="Noto Sans KR"/>
                <a:ea typeface="Noto Sans KR"/>
                <a:cs typeface="Noto Sans KR"/>
              </a:defRPr>
            </a:pPr>
            <a:r>
              <a:rPr sz="1350" b="0">
                <a:solidFill>
                  <a:srgbClr val="BAC5D8"/>
                </a:solidFill>
                <a:latin typeface="Noto Sans KR"/>
                <a:ea typeface="Noto Sans KR"/>
                <a:cs typeface="Noto Sans KR"/>
              </a:rPr>
              <a:t>주황 1위 · 초록 2·3위 합계 · 회색 나머지</a:t>
            </a:r>
          </a:p>
        </p:txBody>
      </p:sp>
      <p:sp>
        <p:nvSpPr>
          <p:cNvPr id="10" name="관광특구 성과">
            <a:extLst xmlns:a="http://schemas.openxmlformats.org/drawingml/2006/main">
              <a:ext uri="{FF2B5EF4-FFF2-40B4-BE49-F238E27FC236}">
                <a16:creationId xmlns:a16="http://schemas.microsoft.com/office/drawing/2014/main" id="{34586661-C1E6-448B-9CDE-A9293E17B693}"/>
              </a:ext>
            </a:extLst>
          </p:cNvPr>
          <p:cNvSpPr>
            <a:spLocks xmlns:a="http://schemas.openxmlformats.org/drawingml/2006/main" noGrp="1"/>
          </p:cNvSpPr>
          <p:nvPr/>
        </p:nvSpPr>
        <p:spPr>
          <a:xfrm xmlns:a="http://schemas.openxmlformats.org/drawingml/2006/main">
            <a:off x="6010275" y="26765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BAC5D8"/>
                </a:solidFill>
                <a:latin typeface="Noto Sans KR"/>
                <a:ea typeface="Noto Sans KR"/>
                <a:cs typeface="Noto Sans KR"/>
              </a:defRPr>
            </a:defPPr>
            <a:lvl1pPr algn="ctr">
              <a:defRPr sz="1650" b="1">
                <a:solidFill>
                  <a:srgbClr val="BAC5D8"/>
                </a:solidFill>
                <a:latin typeface="Noto Sans KR"/>
                <a:ea typeface="Noto Sans KR"/>
                <a:cs typeface="Noto Sans KR"/>
              </a:defRPr>
            </a:lvl1pPr>
            <a:lvl2pPr algn="ctr">
              <a:defRPr sz="1650" b="1">
                <a:solidFill>
                  <a:srgbClr val="BAC5D8"/>
                </a:solidFill>
                <a:latin typeface="Noto Sans KR"/>
                <a:ea typeface="Noto Sans KR"/>
                <a:cs typeface="Noto Sans KR"/>
              </a:defRPr>
            </a:lvl2pPr>
            <a:lvl3pPr algn="ctr">
              <a:defRPr sz="1650" b="1">
                <a:solidFill>
                  <a:srgbClr val="BAC5D8"/>
                </a:solidFill>
                <a:latin typeface="Noto Sans KR"/>
                <a:ea typeface="Noto Sans KR"/>
                <a:cs typeface="Noto Sans KR"/>
              </a:defRPr>
            </a:lvl3pPr>
            <a:lvl4pPr algn="ctr">
              <a:defRPr sz="1650" b="1">
                <a:solidFill>
                  <a:srgbClr val="BAC5D8"/>
                </a:solidFill>
                <a:latin typeface="Noto Sans KR"/>
                <a:ea typeface="Noto Sans KR"/>
                <a:cs typeface="Noto Sans KR"/>
              </a:defRPr>
            </a:lvl4pPr>
            <a:lvl5pPr algn="ctr">
              <a:defRPr sz="1650" b="1">
                <a:solidFill>
                  <a:srgbClr val="BAC5D8"/>
                </a:solidFill>
                <a:latin typeface="Noto Sans KR"/>
                <a:ea typeface="Noto Sans KR"/>
                <a:cs typeface="Noto Sans KR"/>
              </a:defRPr>
            </a:lvl5pPr>
            <a:lvl6pPr algn="ctr">
              <a:defRPr sz="1650" b="1">
                <a:solidFill>
                  <a:srgbClr val="BAC5D8"/>
                </a:solidFill>
                <a:latin typeface="Noto Sans KR"/>
                <a:ea typeface="Noto Sans KR"/>
                <a:cs typeface="Noto Sans KR"/>
              </a:defRPr>
            </a:lvl6pPr>
            <a:lvl7pPr algn="ctr">
              <a:defRPr sz="1650" b="1">
                <a:solidFill>
                  <a:srgbClr val="BAC5D8"/>
                </a:solidFill>
                <a:latin typeface="Noto Sans KR"/>
                <a:ea typeface="Noto Sans KR"/>
                <a:cs typeface="Noto Sans KR"/>
              </a:defRPr>
            </a:lvl7pPr>
            <a:lvl8pPr algn="ctr">
              <a:defRPr sz="1650" b="1">
                <a:solidFill>
                  <a:srgbClr val="BAC5D8"/>
                </a:solidFill>
                <a:latin typeface="Noto Sans KR"/>
                <a:ea typeface="Noto Sans KR"/>
                <a:cs typeface="Noto Sans KR"/>
              </a:defRPr>
            </a:lvl8pPr>
            <a:lvl9pPr algn="ctr">
              <a:defRPr sz="1650" b="1">
                <a:solidFill>
                  <a:srgbClr val="BAC5D8"/>
                </a:solidFill>
                <a:latin typeface="Noto Sans KR"/>
                <a:ea typeface="Noto Sans KR"/>
                <a:cs typeface="Noto Sans KR"/>
              </a:defRPr>
            </a:lvl9pPr>
          </a:lstStyle>
          <a:p xmlns:a="http://schemas.openxmlformats.org/drawingml/2006/main">
            <a:pPr algn="ctr">
              <a:defRPr sz="1650" b="1">
                <a:solidFill>
                  <a:srgbClr val="626262"/>
                </a:solidFill>
                <a:latin typeface="Noto Sans KR"/>
                <a:ea typeface="Noto Sans KR"/>
                <a:cs typeface="Noto Sans KR"/>
              </a:defRPr>
            </a:pPr>
            <a:r>
              <a:rPr sz="1650" b="1">
                <a:solidFill>
                  <a:srgbClr val="BAC5D8"/>
                </a:solidFill>
                <a:latin typeface="Noto Sans KR"/>
                <a:ea typeface="Noto Sans KR"/>
                <a:cs typeface="Noto Sans KR"/>
              </a:rPr>
              <a:t>관광특구 성과</a:t>
            </a:r>
          </a:p>
        </p:txBody>
      </p:sp>
      <p:sp>
        <p:nvSpPr>
          <p:cNvPr id="11" name="1위">
            <a:extLst xmlns:a="http://schemas.openxmlformats.org/drawingml/2006/main">
              <a:ext uri="{FF2B5EF4-FFF2-40B4-BE49-F238E27FC236}">
                <a16:creationId xmlns:a16="http://schemas.microsoft.com/office/drawing/2014/main" id="{F0382F2B-8A0C-428F-9E98-5B766A1E7C40}"/>
              </a:ext>
            </a:extLst>
          </p:cNvPr>
          <p:cNvSpPr>
            <a:spLocks xmlns:a="http://schemas.openxmlformats.org/drawingml/2006/main" noGrp="1"/>
          </p:cNvSpPr>
          <p:nvPr/>
        </p:nvSpPr>
        <p:spPr>
          <a:xfrm xmlns:a="http://schemas.openxmlformats.org/drawingml/2006/main">
            <a:off x="6010275" y="3076575"/>
            <a:ext cx="2343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375" b="1">
                <a:solidFill>
                  <a:srgbClr val="FF9B63"/>
                </a:solidFill>
                <a:latin typeface="Noto Sans KR"/>
                <a:ea typeface="Noto Sans KR"/>
                <a:cs typeface="Noto Sans KR"/>
              </a:defRPr>
            </a:defPPr>
            <a:lvl1pPr algn="ctr">
              <a:defRPr sz="3375" b="1">
                <a:solidFill>
                  <a:srgbClr val="FF9B63"/>
                </a:solidFill>
                <a:latin typeface="Noto Sans KR"/>
                <a:ea typeface="Noto Sans KR"/>
                <a:cs typeface="Noto Sans KR"/>
              </a:defRPr>
            </a:lvl1pPr>
            <a:lvl2pPr algn="ctr">
              <a:defRPr sz="3375" b="1">
                <a:solidFill>
                  <a:srgbClr val="FF9B63"/>
                </a:solidFill>
                <a:latin typeface="Noto Sans KR"/>
                <a:ea typeface="Noto Sans KR"/>
                <a:cs typeface="Noto Sans KR"/>
              </a:defRPr>
            </a:lvl2pPr>
            <a:lvl3pPr algn="ctr">
              <a:defRPr sz="3375" b="1">
                <a:solidFill>
                  <a:srgbClr val="FF9B63"/>
                </a:solidFill>
                <a:latin typeface="Noto Sans KR"/>
                <a:ea typeface="Noto Sans KR"/>
                <a:cs typeface="Noto Sans KR"/>
              </a:defRPr>
            </a:lvl3pPr>
            <a:lvl4pPr algn="ctr">
              <a:defRPr sz="3375" b="1">
                <a:solidFill>
                  <a:srgbClr val="FF9B63"/>
                </a:solidFill>
                <a:latin typeface="Noto Sans KR"/>
                <a:ea typeface="Noto Sans KR"/>
                <a:cs typeface="Noto Sans KR"/>
              </a:defRPr>
            </a:lvl4pPr>
            <a:lvl5pPr algn="ctr">
              <a:defRPr sz="3375" b="1">
                <a:solidFill>
                  <a:srgbClr val="FF9B63"/>
                </a:solidFill>
                <a:latin typeface="Noto Sans KR"/>
                <a:ea typeface="Noto Sans KR"/>
                <a:cs typeface="Noto Sans KR"/>
              </a:defRPr>
            </a:lvl5pPr>
            <a:lvl6pPr algn="ctr">
              <a:defRPr sz="3375" b="1">
                <a:solidFill>
                  <a:srgbClr val="FF9B63"/>
                </a:solidFill>
                <a:latin typeface="Noto Sans KR"/>
                <a:ea typeface="Noto Sans KR"/>
                <a:cs typeface="Noto Sans KR"/>
              </a:defRPr>
            </a:lvl6pPr>
            <a:lvl7pPr algn="ctr">
              <a:defRPr sz="3375" b="1">
                <a:solidFill>
                  <a:srgbClr val="FF9B63"/>
                </a:solidFill>
                <a:latin typeface="Noto Sans KR"/>
                <a:ea typeface="Noto Sans KR"/>
                <a:cs typeface="Noto Sans KR"/>
              </a:defRPr>
            </a:lvl7pPr>
            <a:lvl8pPr algn="ctr">
              <a:defRPr sz="3375" b="1">
                <a:solidFill>
                  <a:srgbClr val="FF9B63"/>
                </a:solidFill>
                <a:latin typeface="Noto Sans KR"/>
                <a:ea typeface="Noto Sans KR"/>
                <a:cs typeface="Noto Sans KR"/>
              </a:defRPr>
            </a:lvl8pPr>
            <a:lvl9pPr algn="ctr">
              <a:defRPr sz="3375" b="1">
                <a:solidFill>
                  <a:srgbClr val="FF9B63"/>
                </a:solidFill>
                <a:latin typeface="Noto Sans KR"/>
                <a:ea typeface="Noto Sans KR"/>
                <a:cs typeface="Noto Sans KR"/>
              </a:defRPr>
            </a:lvl9pPr>
          </a:lstStyle>
          <a:p xmlns:a="http://schemas.openxmlformats.org/drawingml/2006/main">
            <a:pPr algn="ctr">
              <a:defRPr sz="3375" b="1">
                <a:solidFill>
                  <a:srgbClr val="FF7D22"/>
                </a:solidFill>
                <a:latin typeface="Noto Sans KR"/>
                <a:ea typeface="Noto Sans KR"/>
                <a:cs typeface="Noto Sans KR"/>
              </a:defRPr>
            </a:pPr>
            <a:r>
              <a:rPr sz="3375" b="1">
                <a:solidFill>
                  <a:srgbClr val="FF9B63"/>
                </a:solidFill>
                <a:latin typeface="Noto Sans KR"/>
                <a:ea typeface="Noto Sans KR"/>
                <a:cs typeface="Noto Sans KR"/>
              </a:rPr>
              <a:t>1위</a:t>
            </a:r>
          </a:p>
        </p:txBody>
      </p:sp>
      <p:sp>
        <p:nvSpPr>
          <p:cNvPr id="12" name="서울 전체 연간">
            <a:extLst xmlns:a="http://schemas.openxmlformats.org/drawingml/2006/main">
              <a:ext uri="{FF2B5EF4-FFF2-40B4-BE49-F238E27FC236}">
                <a16:creationId xmlns:a16="http://schemas.microsoft.com/office/drawing/2014/main" id="{BAC8A1E3-9AED-4EB4-8F9D-18B2C6A7034A}"/>
              </a:ext>
            </a:extLst>
          </p:cNvPr>
          <p:cNvSpPr>
            <a:spLocks xmlns:a="http://schemas.openxmlformats.org/drawingml/2006/main" noGrp="1"/>
          </p:cNvSpPr>
          <p:nvPr/>
        </p:nvSpPr>
        <p:spPr>
          <a:xfrm xmlns:a="http://schemas.openxmlformats.org/drawingml/2006/main">
            <a:off x="8763000" y="26765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BAC5D8"/>
                </a:solidFill>
                <a:latin typeface="Noto Sans KR"/>
                <a:ea typeface="Noto Sans KR"/>
                <a:cs typeface="Noto Sans KR"/>
              </a:defRPr>
            </a:defPPr>
            <a:lvl1pPr algn="ctr">
              <a:defRPr sz="1650" b="1">
                <a:solidFill>
                  <a:srgbClr val="BAC5D8"/>
                </a:solidFill>
                <a:latin typeface="Noto Sans KR"/>
                <a:ea typeface="Noto Sans KR"/>
                <a:cs typeface="Noto Sans KR"/>
              </a:defRPr>
            </a:lvl1pPr>
            <a:lvl2pPr algn="ctr">
              <a:defRPr sz="1650" b="1">
                <a:solidFill>
                  <a:srgbClr val="BAC5D8"/>
                </a:solidFill>
                <a:latin typeface="Noto Sans KR"/>
                <a:ea typeface="Noto Sans KR"/>
                <a:cs typeface="Noto Sans KR"/>
              </a:defRPr>
            </a:lvl2pPr>
            <a:lvl3pPr algn="ctr">
              <a:defRPr sz="1650" b="1">
                <a:solidFill>
                  <a:srgbClr val="BAC5D8"/>
                </a:solidFill>
                <a:latin typeface="Noto Sans KR"/>
                <a:ea typeface="Noto Sans KR"/>
                <a:cs typeface="Noto Sans KR"/>
              </a:defRPr>
            </a:lvl3pPr>
            <a:lvl4pPr algn="ctr">
              <a:defRPr sz="1650" b="1">
                <a:solidFill>
                  <a:srgbClr val="BAC5D8"/>
                </a:solidFill>
                <a:latin typeface="Noto Sans KR"/>
                <a:ea typeface="Noto Sans KR"/>
                <a:cs typeface="Noto Sans KR"/>
              </a:defRPr>
            </a:lvl4pPr>
            <a:lvl5pPr algn="ctr">
              <a:defRPr sz="1650" b="1">
                <a:solidFill>
                  <a:srgbClr val="BAC5D8"/>
                </a:solidFill>
                <a:latin typeface="Noto Sans KR"/>
                <a:ea typeface="Noto Sans KR"/>
                <a:cs typeface="Noto Sans KR"/>
              </a:defRPr>
            </a:lvl5pPr>
            <a:lvl6pPr algn="ctr">
              <a:defRPr sz="1650" b="1">
                <a:solidFill>
                  <a:srgbClr val="BAC5D8"/>
                </a:solidFill>
                <a:latin typeface="Noto Sans KR"/>
                <a:ea typeface="Noto Sans KR"/>
                <a:cs typeface="Noto Sans KR"/>
              </a:defRPr>
            </a:lvl6pPr>
            <a:lvl7pPr algn="ctr">
              <a:defRPr sz="1650" b="1">
                <a:solidFill>
                  <a:srgbClr val="BAC5D8"/>
                </a:solidFill>
                <a:latin typeface="Noto Sans KR"/>
                <a:ea typeface="Noto Sans KR"/>
                <a:cs typeface="Noto Sans KR"/>
              </a:defRPr>
            </a:lvl7pPr>
            <a:lvl8pPr algn="ctr">
              <a:defRPr sz="1650" b="1">
                <a:solidFill>
                  <a:srgbClr val="BAC5D8"/>
                </a:solidFill>
                <a:latin typeface="Noto Sans KR"/>
                <a:ea typeface="Noto Sans KR"/>
                <a:cs typeface="Noto Sans KR"/>
              </a:defRPr>
            </a:lvl8pPr>
            <a:lvl9pPr algn="ctr">
              <a:defRPr sz="1650" b="1">
                <a:solidFill>
                  <a:srgbClr val="BAC5D8"/>
                </a:solidFill>
                <a:latin typeface="Noto Sans KR"/>
                <a:ea typeface="Noto Sans KR"/>
                <a:cs typeface="Noto Sans KR"/>
              </a:defRPr>
            </a:lvl9pPr>
          </a:lstStyle>
          <a:p xmlns:a="http://schemas.openxmlformats.org/drawingml/2006/main">
            <a:pPr algn="ctr">
              <a:defRPr sz="1650" b="1">
                <a:solidFill>
                  <a:srgbClr val="626262"/>
                </a:solidFill>
                <a:latin typeface="Noto Sans KR"/>
                <a:ea typeface="Noto Sans KR"/>
                <a:cs typeface="Noto Sans KR"/>
              </a:defRPr>
            </a:pPr>
            <a:r>
              <a:rPr sz="1650" b="1">
                <a:solidFill>
                  <a:srgbClr val="BAC5D8"/>
                </a:solidFill>
                <a:latin typeface="Noto Sans KR"/>
                <a:ea typeface="Noto Sans KR"/>
                <a:cs typeface="Noto Sans KR"/>
              </a:rPr>
              <a:t>서울 전체 연간</a:t>
            </a:r>
          </a:p>
        </p:txBody>
      </p:sp>
      <p:sp>
        <p:nvSpPr>
          <p:cNvPr id="13" name="9위">
            <a:extLst xmlns:a="http://schemas.openxmlformats.org/drawingml/2006/main">
              <a:ext uri="{FF2B5EF4-FFF2-40B4-BE49-F238E27FC236}">
                <a16:creationId xmlns:a16="http://schemas.microsoft.com/office/drawing/2014/main" id="{E96BFB22-F96B-4B8D-834D-B20661D00195}"/>
              </a:ext>
            </a:extLst>
          </p:cNvPr>
          <p:cNvSpPr>
            <a:spLocks xmlns:a="http://schemas.openxmlformats.org/drawingml/2006/main" noGrp="1"/>
          </p:cNvSpPr>
          <p:nvPr/>
        </p:nvSpPr>
        <p:spPr>
          <a:xfrm xmlns:a="http://schemas.openxmlformats.org/drawingml/2006/main">
            <a:off x="8763000" y="3076575"/>
            <a:ext cx="2343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375" b="1">
                <a:solidFill>
                  <a:srgbClr val="F1F5F9"/>
                </a:solidFill>
                <a:latin typeface="Noto Sans KR"/>
                <a:ea typeface="Noto Sans KR"/>
                <a:cs typeface="Noto Sans KR"/>
              </a:defRPr>
            </a:defPPr>
            <a:lvl1pPr algn="ctr">
              <a:defRPr sz="3375" b="1">
                <a:solidFill>
                  <a:srgbClr val="F1F5F9"/>
                </a:solidFill>
                <a:latin typeface="Noto Sans KR"/>
                <a:ea typeface="Noto Sans KR"/>
                <a:cs typeface="Noto Sans KR"/>
              </a:defRPr>
            </a:lvl1pPr>
            <a:lvl2pPr algn="ctr">
              <a:defRPr sz="3375" b="1">
                <a:solidFill>
                  <a:srgbClr val="F1F5F9"/>
                </a:solidFill>
                <a:latin typeface="Noto Sans KR"/>
                <a:ea typeface="Noto Sans KR"/>
                <a:cs typeface="Noto Sans KR"/>
              </a:defRPr>
            </a:lvl2pPr>
            <a:lvl3pPr algn="ctr">
              <a:defRPr sz="3375" b="1">
                <a:solidFill>
                  <a:srgbClr val="F1F5F9"/>
                </a:solidFill>
                <a:latin typeface="Noto Sans KR"/>
                <a:ea typeface="Noto Sans KR"/>
                <a:cs typeface="Noto Sans KR"/>
              </a:defRPr>
            </a:lvl3pPr>
            <a:lvl4pPr algn="ctr">
              <a:defRPr sz="3375" b="1">
                <a:solidFill>
                  <a:srgbClr val="F1F5F9"/>
                </a:solidFill>
                <a:latin typeface="Noto Sans KR"/>
                <a:ea typeface="Noto Sans KR"/>
                <a:cs typeface="Noto Sans KR"/>
              </a:defRPr>
            </a:lvl4pPr>
            <a:lvl5pPr algn="ctr">
              <a:defRPr sz="3375" b="1">
                <a:solidFill>
                  <a:srgbClr val="F1F5F9"/>
                </a:solidFill>
                <a:latin typeface="Noto Sans KR"/>
                <a:ea typeface="Noto Sans KR"/>
                <a:cs typeface="Noto Sans KR"/>
              </a:defRPr>
            </a:lvl5pPr>
            <a:lvl6pPr algn="ctr">
              <a:defRPr sz="3375" b="1">
                <a:solidFill>
                  <a:srgbClr val="F1F5F9"/>
                </a:solidFill>
                <a:latin typeface="Noto Sans KR"/>
                <a:ea typeface="Noto Sans KR"/>
                <a:cs typeface="Noto Sans KR"/>
              </a:defRPr>
            </a:lvl6pPr>
            <a:lvl7pPr algn="ctr">
              <a:defRPr sz="3375" b="1">
                <a:solidFill>
                  <a:srgbClr val="F1F5F9"/>
                </a:solidFill>
                <a:latin typeface="Noto Sans KR"/>
                <a:ea typeface="Noto Sans KR"/>
                <a:cs typeface="Noto Sans KR"/>
              </a:defRPr>
            </a:lvl7pPr>
            <a:lvl8pPr algn="ctr">
              <a:defRPr sz="3375" b="1">
                <a:solidFill>
                  <a:srgbClr val="F1F5F9"/>
                </a:solidFill>
                <a:latin typeface="Noto Sans KR"/>
                <a:ea typeface="Noto Sans KR"/>
                <a:cs typeface="Noto Sans KR"/>
              </a:defRPr>
            </a:lvl8pPr>
            <a:lvl9pPr algn="ctr">
              <a:defRPr sz="3375" b="1">
                <a:solidFill>
                  <a:srgbClr val="F1F5F9"/>
                </a:solidFill>
                <a:latin typeface="Noto Sans KR"/>
                <a:ea typeface="Noto Sans KR"/>
                <a:cs typeface="Noto Sans KR"/>
              </a:defRPr>
            </a:lvl9pPr>
          </a:lstStyle>
          <a:p xmlns:a="http://schemas.openxmlformats.org/drawingml/2006/main">
            <a:pPr algn="ctr">
              <a:defRPr sz="3375" b="1">
                <a:solidFill>
                  <a:srgbClr val="090909"/>
                </a:solidFill>
                <a:latin typeface="Noto Sans KR"/>
                <a:ea typeface="Noto Sans KR"/>
                <a:cs typeface="Noto Sans KR"/>
              </a:defRPr>
            </a:pPr>
            <a:r>
              <a:rPr sz="3375" b="1">
                <a:solidFill>
                  <a:srgbClr val="F1F5F9"/>
                </a:solidFill>
                <a:latin typeface="Noto Sans KR"/>
                <a:ea typeface="Noto Sans KR"/>
                <a:cs typeface="Noto Sans KR"/>
              </a:rPr>
              <a:t>9위</a:t>
            </a:r>
          </a:p>
        </p:txBody>
      </p:sp>
      <p:sp>
        <p:nvSpPr>
          <p:cNvPr id="14" name="업종 집중도 HHI">
            <a:extLst xmlns:a="http://schemas.openxmlformats.org/drawingml/2006/main">
              <a:ext uri="{FF2B5EF4-FFF2-40B4-BE49-F238E27FC236}">
                <a16:creationId xmlns:a16="http://schemas.microsoft.com/office/drawing/2014/main" id="{C75B480A-2B15-4A87-9CF0-C399CA039E97}"/>
              </a:ext>
            </a:extLst>
          </p:cNvPr>
          <p:cNvSpPr>
            <a:spLocks xmlns:a="http://schemas.openxmlformats.org/drawingml/2006/main" noGrp="1"/>
          </p:cNvSpPr>
          <p:nvPr/>
        </p:nvSpPr>
        <p:spPr>
          <a:xfrm xmlns:a="http://schemas.openxmlformats.org/drawingml/2006/main">
            <a:off x="6010275" y="40957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BAC5D8"/>
                </a:solidFill>
                <a:latin typeface="Noto Sans KR"/>
                <a:ea typeface="Noto Sans KR"/>
                <a:cs typeface="Noto Sans KR"/>
              </a:defRPr>
            </a:defPPr>
            <a:lvl1pPr algn="ctr">
              <a:defRPr sz="1650" b="1">
                <a:solidFill>
                  <a:srgbClr val="BAC5D8"/>
                </a:solidFill>
                <a:latin typeface="Noto Sans KR"/>
                <a:ea typeface="Noto Sans KR"/>
                <a:cs typeface="Noto Sans KR"/>
              </a:defRPr>
            </a:lvl1pPr>
            <a:lvl2pPr algn="ctr">
              <a:defRPr sz="1650" b="1">
                <a:solidFill>
                  <a:srgbClr val="BAC5D8"/>
                </a:solidFill>
                <a:latin typeface="Noto Sans KR"/>
                <a:ea typeface="Noto Sans KR"/>
                <a:cs typeface="Noto Sans KR"/>
              </a:defRPr>
            </a:lvl2pPr>
            <a:lvl3pPr algn="ctr">
              <a:defRPr sz="1650" b="1">
                <a:solidFill>
                  <a:srgbClr val="BAC5D8"/>
                </a:solidFill>
                <a:latin typeface="Noto Sans KR"/>
                <a:ea typeface="Noto Sans KR"/>
                <a:cs typeface="Noto Sans KR"/>
              </a:defRPr>
            </a:lvl3pPr>
            <a:lvl4pPr algn="ctr">
              <a:defRPr sz="1650" b="1">
                <a:solidFill>
                  <a:srgbClr val="BAC5D8"/>
                </a:solidFill>
                <a:latin typeface="Noto Sans KR"/>
                <a:ea typeface="Noto Sans KR"/>
                <a:cs typeface="Noto Sans KR"/>
              </a:defRPr>
            </a:lvl4pPr>
            <a:lvl5pPr algn="ctr">
              <a:defRPr sz="1650" b="1">
                <a:solidFill>
                  <a:srgbClr val="BAC5D8"/>
                </a:solidFill>
                <a:latin typeface="Noto Sans KR"/>
                <a:ea typeface="Noto Sans KR"/>
                <a:cs typeface="Noto Sans KR"/>
              </a:defRPr>
            </a:lvl5pPr>
            <a:lvl6pPr algn="ctr">
              <a:defRPr sz="1650" b="1">
                <a:solidFill>
                  <a:srgbClr val="BAC5D8"/>
                </a:solidFill>
                <a:latin typeface="Noto Sans KR"/>
                <a:ea typeface="Noto Sans KR"/>
                <a:cs typeface="Noto Sans KR"/>
              </a:defRPr>
            </a:lvl6pPr>
            <a:lvl7pPr algn="ctr">
              <a:defRPr sz="1650" b="1">
                <a:solidFill>
                  <a:srgbClr val="BAC5D8"/>
                </a:solidFill>
                <a:latin typeface="Noto Sans KR"/>
                <a:ea typeface="Noto Sans KR"/>
                <a:cs typeface="Noto Sans KR"/>
              </a:defRPr>
            </a:lvl7pPr>
            <a:lvl8pPr algn="ctr">
              <a:defRPr sz="1650" b="1">
                <a:solidFill>
                  <a:srgbClr val="BAC5D8"/>
                </a:solidFill>
                <a:latin typeface="Noto Sans KR"/>
                <a:ea typeface="Noto Sans KR"/>
                <a:cs typeface="Noto Sans KR"/>
              </a:defRPr>
            </a:lvl8pPr>
            <a:lvl9pPr algn="ctr">
              <a:defRPr sz="1650" b="1">
                <a:solidFill>
                  <a:srgbClr val="BAC5D8"/>
                </a:solidFill>
                <a:latin typeface="Noto Sans KR"/>
                <a:ea typeface="Noto Sans KR"/>
                <a:cs typeface="Noto Sans KR"/>
              </a:defRPr>
            </a:lvl9pPr>
          </a:lstStyle>
          <a:p xmlns:a="http://schemas.openxmlformats.org/drawingml/2006/main">
            <a:pPr algn="ctr">
              <a:defRPr sz="1650" b="1">
                <a:solidFill>
                  <a:srgbClr val="626262"/>
                </a:solidFill>
                <a:latin typeface="Noto Sans KR"/>
                <a:ea typeface="Noto Sans KR"/>
                <a:cs typeface="Noto Sans KR"/>
              </a:defRPr>
            </a:pPr>
            <a:r>
              <a:rPr sz="1650" b="1">
                <a:solidFill>
                  <a:srgbClr val="BAC5D8"/>
                </a:solidFill>
                <a:latin typeface="Noto Sans KR"/>
                <a:ea typeface="Noto Sans KR"/>
                <a:cs typeface="Noto Sans KR"/>
              </a:rPr>
              <a:t>업종 집중도 HHI</a:t>
            </a:r>
          </a:p>
        </p:txBody>
      </p:sp>
      <p:sp>
        <p:nvSpPr>
          <p:cNvPr id="15" name="0.093">
            <a:extLst xmlns:a="http://schemas.openxmlformats.org/drawingml/2006/main">
              <a:ext uri="{FF2B5EF4-FFF2-40B4-BE49-F238E27FC236}">
                <a16:creationId xmlns:a16="http://schemas.microsoft.com/office/drawing/2014/main" id="{E7643C09-ACFC-448C-9456-5109F44A373A}"/>
              </a:ext>
            </a:extLst>
          </p:cNvPr>
          <p:cNvSpPr>
            <a:spLocks xmlns:a="http://schemas.openxmlformats.org/drawingml/2006/main" noGrp="1"/>
          </p:cNvSpPr>
          <p:nvPr/>
        </p:nvSpPr>
        <p:spPr>
          <a:xfrm xmlns:a="http://schemas.openxmlformats.org/drawingml/2006/main">
            <a:off x="6010275" y="4495800"/>
            <a:ext cx="2343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675" b="1">
                <a:solidFill>
                  <a:srgbClr val="F1F5F9"/>
                </a:solidFill>
                <a:latin typeface="Noto Sans KR"/>
                <a:ea typeface="Noto Sans KR"/>
                <a:cs typeface="Noto Sans KR"/>
              </a:defRPr>
            </a:defPPr>
            <a:lvl1pPr algn="ctr">
              <a:defRPr sz="3675" b="1">
                <a:solidFill>
                  <a:srgbClr val="F1F5F9"/>
                </a:solidFill>
                <a:latin typeface="Noto Sans KR"/>
                <a:ea typeface="Noto Sans KR"/>
                <a:cs typeface="Noto Sans KR"/>
              </a:defRPr>
            </a:lvl1pPr>
            <a:lvl2pPr algn="ctr">
              <a:defRPr sz="3675" b="1">
                <a:solidFill>
                  <a:srgbClr val="F1F5F9"/>
                </a:solidFill>
                <a:latin typeface="Noto Sans KR"/>
                <a:ea typeface="Noto Sans KR"/>
                <a:cs typeface="Noto Sans KR"/>
              </a:defRPr>
            </a:lvl2pPr>
            <a:lvl3pPr algn="ctr">
              <a:defRPr sz="3675" b="1">
                <a:solidFill>
                  <a:srgbClr val="F1F5F9"/>
                </a:solidFill>
                <a:latin typeface="Noto Sans KR"/>
                <a:ea typeface="Noto Sans KR"/>
                <a:cs typeface="Noto Sans KR"/>
              </a:defRPr>
            </a:lvl3pPr>
            <a:lvl4pPr algn="ctr">
              <a:defRPr sz="3675" b="1">
                <a:solidFill>
                  <a:srgbClr val="F1F5F9"/>
                </a:solidFill>
                <a:latin typeface="Noto Sans KR"/>
                <a:ea typeface="Noto Sans KR"/>
                <a:cs typeface="Noto Sans KR"/>
              </a:defRPr>
            </a:lvl4pPr>
            <a:lvl5pPr algn="ctr">
              <a:defRPr sz="3675" b="1">
                <a:solidFill>
                  <a:srgbClr val="F1F5F9"/>
                </a:solidFill>
                <a:latin typeface="Noto Sans KR"/>
                <a:ea typeface="Noto Sans KR"/>
                <a:cs typeface="Noto Sans KR"/>
              </a:defRPr>
            </a:lvl5pPr>
            <a:lvl6pPr algn="ctr">
              <a:defRPr sz="3675" b="1">
                <a:solidFill>
                  <a:srgbClr val="F1F5F9"/>
                </a:solidFill>
                <a:latin typeface="Noto Sans KR"/>
                <a:ea typeface="Noto Sans KR"/>
                <a:cs typeface="Noto Sans KR"/>
              </a:defRPr>
            </a:lvl6pPr>
            <a:lvl7pPr algn="ctr">
              <a:defRPr sz="3675" b="1">
                <a:solidFill>
                  <a:srgbClr val="F1F5F9"/>
                </a:solidFill>
                <a:latin typeface="Noto Sans KR"/>
                <a:ea typeface="Noto Sans KR"/>
                <a:cs typeface="Noto Sans KR"/>
              </a:defRPr>
            </a:lvl7pPr>
            <a:lvl8pPr algn="ctr">
              <a:defRPr sz="3675" b="1">
                <a:solidFill>
                  <a:srgbClr val="F1F5F9"/>
                </a:solidFill>
                <a:latin typeface="Noto Sans KR"/>
                <a:ea typeface="Noto Sans KR"/>
                <a:cs typeface="Noto Sans KR"/>
              </a:defRPr>
            </a:lvl8pPr>
            <a:lvl9pPr algn="ctr">
              <a:defRPr sz="3675" b="1">
                <a:solidFill>
                  <a:srgbClr val="F1F5F9"/>
                </a:solidFill>
                <a:latin typeface="Noto Sans KR"/>
                <a:ea typeface="Noto Sans KR"/>
                <a:cs typeface="Noto Sans KR"/>
              </a:defRPr>
            </a:lvl9pPr>
          </a:lstStyle>
          <a:p xmlns:a="http://schemas.openxmlformats.org/drawingml/2006/main">
            <a:pPr algn="ctr">
              <a:defRPr sz="3675" b="1">
                <a:solidFill>
                  <a:srgbClr val="090909"/>
                </a:solidFill>
                <a:latin typeface="Noto Sans KR"/>
                <a:ea typeface="Noto Sans KR"/>
                <a:cs typeface="Noto Sans KR"/>
              </a:defRPr>
            </a:pPr>
            <a:r>
              <a:rPr sz="3675" b="1">
                <a:solidFill>
                  <a:srgbClr val="F1F5F9"/>
                </a:solidFill>
                <a:latin typeface="Noto Sans KR"/>
                <a:ea typeface="Noto Sans KR"/>
                <a:cs typeface="Noto Sans KR"/>
              </a:rPr>
              <a:t>0.093</a:t>
            </a:r>
          </a:p>
        </p:txBody>
      </p:sp>
      <p:sp>
        <p:nvSpPr>
          <p:cNvPr id="16" name="상위 10위권 유지">
            <a:extLst xmlns:a="http://schemas.openxmlformats.org/drawingml/2006/main">
              <a:ext uri="{FF2B5EF4-FFF2-40B4-BE49-F238E27FC236}">
                <a16:creationId xmlns:a16="http://schemas.microsoft.com/office/drawing/2014/main" id="{0C914295-7E14-4AF8-9CA3-586F98975BE9}"/>
              </a:ext>
            </a:extLst>
          </p:cNvPr>
          <p:cNvSpPr>
            <a:spLocks xmlns:a="http://schemas.openxmlformats.org/drawingml/2006/main" noGrp="1"/>
          </p:cNvSpPr>
          <p:nvPr/>
        </p:nvSpPr>
        <p:spPr>
          <a:xfrm xmlns:a="http://schemas.openxmlformats.org/drawingml/2006/main">
            <a:off x="8763000" y="40957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BAC5D8"/>
                </a:solidFill>
                <a:latin typeface="Noto Sans KR"/>
                <a:ea typeface="Noto Sans KR"/>
                <a:cs typeface="Noto Sans KR"/>
              </a:defRPr>
            </a:defPPr>
            <a:lvl1pPr algn="ctr">
              <a:defRPr sz="1650" b="1">
                <a:solidFill>
                  <a:srgbClr val="BAC5D8"/>
                </a:solidFill>
                <a:latin typeface="Noto Sans KR"/>
                <a:ea typeface="Noto Sans KR"/>
                <a:cs typeface="Noto Sans KR"/>
              </a:defRPr>
            </a:lvl1pPr>
            <a:lvl2pPr algn="ctr">
              <a:defRPr sz="1650" b="1">
                <a:solidFill>
                  <a:srgbClr val="BAC5D8"/>
                </a:solidFill>
                <a:latin typeface="Noto Sans KR"/>
                <a:ea typeface="Noto Sans KR"/>
                <a:cs typeface="Noto Sans KR"/>
              </a:defRPr>
            </a:lvl2pPr>
            <a:lvl3pPr algn="ctr">
              <a:defRPr sz="1650" b="1">
                <a:solidFill>
                  <a:srgbClr val="BAC5D8"/>
                </a:solidFill>
                <a:latin typeface="Noto Sans KR"/>
                <a:ea typeface="Noto Sans KR"/>
                <a:cs typeface="Noto Sans KR"/>
              </a:defRPr>
            </a:lvl3pPr>
            <a:lvl4pPr algn="ctr">
              <a:defRPr sz="1650" b="1">
                <a:solidFill>
                  <a:srgbClr val="BAC5D8"/>
                </a:solidFill>
                <a:latin typeface="Noto Sans KR"/>
                <a:ea typeface="Noto Sans KR"/>
                <a:cs typeface="Noto Sans KR"/>
              </a:defRPr>
            </a:lvl4pPr>
            <a:lvl5pPr algn="ctr">
              <a:defRPr sz="1650" b="1">
                <a:solidFill>
                  <a:srgbClr val="BAC5D8"/>
                </a:solidFill>
                <a:latin typeface="Noto Sans KR"/>
                <a:ea typeface="Noto Sans KR"/>
                <a:cs typeface="Noto Sans KR"/>
              </a:defRPr>
            </a:lvl5pPr>
            <a:lvl6pPr algn="ctr">
              <a:defRPr sz="1650" b="1">
                <a:solidFill>
                  <a:srgbClr val="BAC5D8"/>
                </a:solidFill>
                <a:latin typeface="Noto Sans KR"/>
                <a:ea typeface="Noto Sans KR"/>
                <a:cs typeface="Noto Sans KR"/>
              </a:defRPr>
            </a:lvl6pPr>
            <a:lvl7pPr algn="ctr">
              <a:defRPr sz="1650" b="1">
                <a:solidFill>
                  <a:srgbClr val="BAC5D8"/>
                </a:solidFill>
                <a:latin typeface="Noto Sans KR"/>
                <a:ea typeface="Noto Sans KR"/>
                <a:cs typeface="Noto Sans KR"/>
              </a:defRPr>
            </a:lvl7pPr>
            <a:lvl8pPr algn="ctr">
              <a:defRPr sz="1650" b="1">
                <a:solidFill>
                  <a:srgbClr val="BAC5D8"/>
                </a:solidFill>
                <a:latin typeface="Noto Sans KR"/>
                <a:ea typeface="Noto Sans KR"/>
                <a:cs typeface="Noto Sans KR"/>
              </a:defRPr>
            </a:lvl8pPr>
            <a:lvl9pPr algn="ctr">
              <a:defRPr sz="1650" b="1">
                <a:solidFill>
                  <a:srgbClr val="BAC5D8"/>
                </a:solidFill>
                <a:latin typeface="Noto Sans KR"/>
                <a:ea typeface="Noto Sans KR"/>
                <a:cs typeface="Noto Sans KR"/>
              </a:defRPr>
            </a:lvl9pPr>
          </a:lstStyle>
          <a:p xmlns:a="http://schemas.openxmlformats.org/drawingml/2006/main">
            <a:pPr algn="ctr">
              <a:defRPr sz="1650" b="1">
                <a:solidFill>
                  <a:srgbClr val="626262"/>
                </a:solidFill>
                <a:latin typeface="Noto Sans KR"/>
                <a:ea typeface="Noto Sans KR"/>
                <a:cs typeface="Noto Sans KR"/>
              </a:defRPr>
            </a:pPr>
            <a:r>
              <a:rPr sz="1650" b="1">
                <a:solidFill>
                  <a:srgbClr val="BAC5D8"/>
                </a:solidFill>
                <a:latin typeface="Noto Sans KR"/>
                <a:ea typeface="Noto Sans KR"/>
                <a:cs typeface="Noto Sans KR"/>
              </a:rPr>
              <a:t>상위 10위권 유지</a:t>
            </a:r>
          </a:p>
        </p:txBody>
      </p:sp>
      <p:sp>
        <p:nvSpPr>
          <p:cNvPr id="17" name="4 / 4분기">
            <a:extLst xmlns:a="http://schemas.openxmlformats.org/drawingml/2006/main">
              <a:ext uri="{FF2B5EF4-FFF2-40B4-BE49-F238E27FC236}">
                <a16:creationId xmlns:a16="http://schemas.microsoft.com/office/drawing/2014/main" id="{13BBFD58-1DE2-4609-A436-EBBA30815DCC}"/>
              </a:ext>
            </a:extLst>
          </p:cNvPr>
          <p:cNvSpPr>
            <a:spLocks xmlns:a="http://schemas.openxmlformats.org/drawingml/2006/main" noGrp="1"/>
          </p:cNvSpPr>
          <p:nvPr/>
        </p:nvSpPr>
        <p:spPr>
          <a:xfrm xmlns:a="http://schemas.openxmlformats.org/drawingml/2006/main">
            <a:off x="8763000" y="4495800"/>
            <a:ext cx="2343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375" b="1">
                <a:solidFill>
                  <a:srgbClr val="F1F5F9"/>
                </a:solidFill>
                <a:latin typeface="Noto Sans KR"/>
                <a:ea typeface="Noto Sans KR"/>
                <a:cs typeface="Noto Sans KR"/>
              </a:defRPr>
            </a:defPPr>
            <a:lvl1pPr algn="ctr">
              <a:defRPr sz="3375" b="1">
                <a:solidFill>
                  <a:srgbClr val="F1F5F9"/>
                </a:solidFill>
                <a:latin typeface="Noto Sans KR"/>
                <a:ea typeface="Noto Sans KR"/>
                <a:cs typeface="Noto Sans KR"/>
              </a:defRPr>
            </a:lvl1pPr>
            <a:lvl2pPr algn="ctr">
              <a:defRPr sz="3375" b="1">
                <a:solidFill>
                  <a:srgbClr val="F1F5F9"/>
                </a:solidFill>
                <a:latin typeface="Noto Sans KR"/>
                <a:ea typeface="Noto Sans KR"/>
                <a:cs typeface="Noto Sans KR"/>
              </a:defRPr>
            </a:lvl2pPr>
            <a:lvl3pPr algn="ctr">
              <a:defRPr sz="3375" b="1">
                <a:solidFill>
                  <a:srgbClr val="F1F5F9"/>
                </a:solidFill>
                <a:latin typeface="Noto Sans KR"/>
                <a:ea typeface="Noto Sans KR"/>
                <a:cs typeface="Noto Sans KR"/>
              </a:defRPr>
            </a:lvl3pPr>
            <a:lvl4pPr algn="ctr">
              <a:defRPr sz="3375" b="1">
                <a:solidFill>
                  <a:srgbClr val="F1F5F9"/>
                </a:solidFill>
                <a:latin typeface="Noto Sans KR"/>
                <a:ea typeface="Noto Sans KR"/>
                <a:cs typeface="Noto Sans KR"/>
              </a:defRPr>
            </a:lvl4pPr>
            <a:lvl5pPr algn="ctr">
              <a:defRPr sz="3375" b="1">
                <a:solidFill>
                  <a:srgbClr val="F1F5F9"/>
                </a:solidFill>
                <a:latin typeface="Noto Sans KR"/>
                <a:ea typeface="Noto Sans KR"/>
                <a:cs typeface="Noto Sans KR"/>
              </a:defRPr>
            </a:lvl5pPr>
            <a:lvl6pPr algn="ctr">
              <a:defRPr sz="3375" b="1">
                <a:solidFill>
                  <a:srgbClr val="F1F5F9"/>
                </a:solidFill>
                <a:latin typeface="Noto Sans KR"/>
                <a:ea typeface="Noto Sans KR"/>
                <a:cs typeface="Noto Sans KR"/>
              </a:defRPr>
            </a:lvl6pPr>
            <a:lvl7pPr algn="ctr">
              <a:defRPr sz="3375" b="1">
                <a:solidFill>
                  <a:srgbClr val="F1F5F9"/>
                </a:solidFill>
                <a:latin typeface="Noto Sans KR"/>
                <a:ea typeface="Noto Sans KR"/>
                <a:cs typeface="Noto Sans KR"/>
              </a:defRPr>
            </a:lvl7pPr>
            <a:lvl8pPr algn="ctr">
              <a:defRPr sz="3375" b="1">
                <a:solidFill>
                  <a:srgbClr val="F1F5F9"/>
                </a:solidFill>
                <a:latin typeface="Noto Sans KR"/>
                <a:ea typeface="Noto Sans KR"/>
                <a:cs typeface="Noto Sans KR"/>
              </a:defRPr>
            </a:lvl8pPr>
            <a:lvl9pPr algn="ctr">
              <a:defRPr sz="3375" b="1">
                <a:solidFill>
                  <a:srgbClr val="F1F5F9"/>
                </a:solidFill>
                <a:latin typeface="Noto Sans KR"/>
                <a:ea typeface="Noto Sans KR"/>
                <a:cs typeface="Noto Sans KR"/>
              </a:defRPr>
            </a:lvl9pPr>
          </a:lstStyle>
          <a:p xmlns:a="http://schemas.openxmlformats.org/drawingml/2006/main">
            <a:pPr algn="ctr">
              <a:defRPr sz="3375" b="1">
                <a:solidFill>
                  <a:srgbClr val="090909"/>
                </a:solidFill>
                <a:latin typeface="Noto Sans KR"/>
                <a:ea typeface="Noto Sans KR"/>
                <a:cs typeface="Noto Sans KR"/>
              </a:defRPr>
            </a:pPr>
            <a:r>
              <a:rPr sz="3375" b="1">
                <a:solidFill>
                  <a:srgbClr val="F1F5F9"/>
                </a:solidFill>
                <a:latin typeface="Noto Sans KR"/>
                <a:ea typeface="Noto Sans KR"/>
                <a:cs typeface="Noto Sans KR"/>
              </a:rPr>
              <a:t>4 / 4분기</a:t>
            </a:r>
          </a:p>
        </p:txBody>
      </p:sp>
      <p:sp>
        <p:nvSpPr>
          <p:cNvPr id="18" name="">
            <a:extLst xmlns:a="http://schemas.openxmlformats.org/drawingml/2006/main">
              <a:ext uri="{FF2B5EF4-FFF2-40B4-BE49-F238E27FC236}">
                <a16:creationId xmlns:a16="http://schemas.microsoft.com/office/drawing/2014/main" id="{51E42806-5639-4017-9EE9-E295C1BC60B8}"/>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29167"/>
            </a:avLst>
          </a:prstGeom>
          <a:solidFill xmlns:a="http://schemas.openxmlformats.org/drawingml/2006/main">
            <a:srgbClr val="222E47"/>
          </a:solidFill>
          <a:ln xmlns:a="http://schemas.openxmlformats.org/drawingml/2006/main" w="19050">
            <a:solidFill>
              <a:srgbClr val="65718D"/>
            </a:solidFill>
          </a:ln>
        </p:spPr>
      </p:sp>
      <p:sp>
        <p:nvSpPr>
          <p:cNvPr id="19" name="업종 구성과 분기별 안정성을 함께 확인한 사례">
            <a:extLst xmlns:a="http://schemas.openxmlformats.org/drawingml/2006/main">
              <a:ext uri="{FF2B5EF4-FFF2-40B4-BE49-F238E27FC236}">
                <a16:creationId xmlns:a16="http://schemas.microsoft.com/office/drawing/2014/main" id="{72972845-0A03-4853-915F-A4D3DB92CB10}"/>
              </a:ext>
            </a:extLst>
          </p:cNvPr>
          <p:cNvSpPr>
            <a:spLocks xmlns:a="http://schemas.openxmlformats.org/drawingml/2006/main" noGrp="1"/>
          </p:cNvSpPr>
          <p:nvPr/>
        </p:nvSpPr>
        <p:spPr>
          <a:xfrm xmlns:a="http://schemas.openxmlformats.org/drawingml/2006/main">
            <a:off x="1333500" y="59340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F1F5F9"/>
                </a:solidFill>
                <a:latin typeface="Noto Sans KR"/>
                <a:ea typeface="Noto Sans KR"/>
                <a:cs typeface="Noto Sans KR"/>
              </a:defRPr>
            </a:defPPr>
            <a:lvl1pPr algn="ctr">
              <a:defRPr sz="1650" b="1">
                <a:solidFill>
                  <a:srgbClr val="F1F5F9"/>
                </a:solidFill>
                <a:latin typeface="Noto Sans KR"/>
                <a:ea typeface="Noto Sans KR"/>
                <a:cs typeface="Noto Sans KR"/>
              </a:defRPr>
            </a:lvl1pPr>
            <a:lvl2pPr algn="ctr">
              <a:defRPr sz="1650" b="1">
                <a:solidFill>
                  <a:srgbClr val="F1F5F9"/>
                </a:solidFill>
                <a:latin typeface="Noto Sans KR"/>
                <a:ea typeface="Noto Sans KR"/>
                <a:cs typeface="Noto Sans KR"/>
              </a:defRPr>
            </a:lvl2pPr>
            <a:lvl3pPr algn="ctr">
              <a:defRPr sz="1650" b="1">
                <a:solidFill>
                  <a:srgbClr val="F1F5F9"/>
                </a:solidFill>
                <a:latin typeface="Noto Sans KR"/>
                <a:ea typeface="Noto Sans KR"/>
                <a:cs typeface="Noto Sans KR"/>
              </a:defRPr>
            </a:lvl3pPr>
            <a:lvl4pPr algn="ctr">
              <a:defRPr sz="1650" b="1">
                <a:solidFill>
                  <a:srgbClr val="F1F5F9"/>
                </a:solidFill>
                <a:latin typeface="Noto Sans KR"/>
                <a:ea typeface="Noto Sans KR"/>
                <a:cs typeface="Noto Sans KR"/>
              </a:defRPr>
            </a:lvl4pPr>
            <a:lvl5pPr algn="ctr">
              <a:defRPr sz="1650" b="1">
                <a:solidFill>
                  <a:srgbClr val="F1F5F9"/>
                </a:solidFill>
                <a:latin typeface="Noto Sans KR"/>
                <a:ea typeface="Noto Sans KR"/>
                <a:cs typeface="Noto Sans KR"/>
              </a:defRPr>
            </a:lvl5pPr>
            <a:lvl6pPr algn="ctr">
              <a:defRPr sz="1650" b="1">
                <a:solidFill>
                  <a:srgbClr val="F1F5F9"/>
                </a:solidFill>
                <a:latin typeface="Noto Sans KR"/>
                <a:ea typeface="Noto Sans KR"/>
                <a:cs typeface="Noto Sans KR"/>
              </a:defRPr>
            </a:lvl6pPr>
            <a:lvl7pPr algn="ctr">
              <a:defRPr sz="1650" b="1">
                <a:solidFill>
                  <a:srgbClr val="F1F5F9"/>
                </a:solidFill>
                <a:latin typeface="Noto Sans KR"/>
                <a:ea typeface="Noto Sans KR"/>
                <a:cs typeface="Noto Sans KR"/>
              </a:defRPr>
            </a:lvl7pPr>
            <a:lvl8pPr algn="ctr">
              <a:defRPr sz="1650" b="1">
                <a:solidFill>
                  <a:srgbClr val="F1F5F9"/>
                </a:solidFill>
                <a:latin typeface="Noto Sans KR"/>
                <a:ea typeface="Noto Sans KR"/>
                <a:cs typeface="Noto Sans KR"/>
              </a:defRPr>
            </a:lvl8pPr>
            <a:lvl9pPr algn="ctr">
              <a:defRPr sz="1650"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650" b="1">
                <a:solidFill>
                  <a:srgbClr val="F1F5F9"/>
                </a:solidFill>
                <a:latin typeface="Noto Sans KR"/>
                <a:ea typeface="Noto Sans KR"/>
                <a:cs typeface="Noto Sans KR"/>
              </a:rPr>
              <a:t>HHI가 낮을수록 매출이 분산됨 · 강남 마이스는 4분기 모두 상위 10위권</a:t>
            </a:r>
          </a:p>
        </p:txBody>
      </p:sp>
      <p:sp>
        <p:nvSpPr>
          <p:cNvPr id="20" name="다른 관광특구 5곳&#10;중앙값 0.119">
            <a:extLst xmlns:a="http://schemas.openxmlformats.org/drawingml/2006/main">
              <a:ext uri="{FF2B5EF4-FFF2-40B4-BE49-F238E27FC236}">
                <a16:creationId xmlns:a16="http://schemas.microsoft.com/office/drawing/2014/main" id="{94A875E9-5A89-42F1-AF07-7015FF1420E1}"/>
              </a:ext>
            </a:extLst>
          </p:cNvPr>
          <p:cNvSpPr>
            <a:spLocks xmlns:a="http://schemas.openxmlformats.org/drawingml/2006/main" noGrp="1"/>
          </p:cNvSpPr>
          <p:nvPr/>
        </p:nvSpPr>
        <p:spPr>
          <a:xfrm xmlns:a="http://schemas.openxmlformats.org/drawingml/2006/main">
            <a:off x="5753100" y="52387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BBC5D5"/>
                </a:solidFill>
                <a:latin typeface="Noto Sans KR"/>
                <a:ea typeface="Noto Sans KR"/>
                <a:cs typeface="Noto Sans KR"/>
              </a:defRPr>
            </a:defPPr>
            <a:lvl1pPr algn="ctr">
              <a:defRPr sz="1350" b="0">
                <a:solidFill>
                  <a:srgbClr val="BBC5D5"/>
                </a:solidFill>
                <a:latin typeface="Noto Sans KR"/>
                <a:ea typeface="Noto Sans KR"/>
                <a:cs typeface="Noto Sans KR"/>
              </a:defRPr>
            </a:lvl1pPr>
            <a:lvl2pPr algn="ctr">
              <a:defRPr sz="1350" b="0">
                <a:solidFill>
                  <a:srgbClr val="BBC5D5"/>
                </a:solidFill>
                <a:latin typeface="Noto Sans KR"/>
                <a:ea typeface="Noto Sans KR"/>
                <a:cs typeface="Noto Sans KR"/>
              </a:defRPr>
            </a:lvl2pPr>
            <a:lvl3pPr algn="ctr">
              <a:defRPr sz="1350" b="0">
                <a:solidFill>
                  <a:srgbClr val="BBC5D5"/>
                </a:solidFill>
                <a:latin typeface="Noto Sans KR"/>
                <a:ea typeface="Noto Sans KR"/>
                <a:cs typeface="Noto Sans KR"/>
              </a:defRPr>
            </a:lvl3pPr>
            <a:lvl4pPr algn="ctr">
              <a:defRPr sz="1350" b="0">
                <a:solidFill>
                  <a:srgbClr val="BBC5D5"/>
                </a:solidFill>
                <a:latin typeface="Noto Sans KR"/>
                <a:ea typeface="Noto Sans KR"/>
                <a:cs typeface="Noto Sans KR"/>
              </a:defRPr>
            </a:lvl4pPr>
            <a:lvl5pPr algn="ctr">
              <a:defRPr sz="1350" b="0">
                <a:solidFill>
                  <a:srgbClr val="BBC5D5"/>
                </a:solidFill>
                <a:latin typeface="Noto Sans KR"/>
                <a:ea typeface="Noto Sans KR"/>
                <a:cs typeface="Noto Sans KR"/>
              </a:defRPr>
            </a:lvl5pPr>
            <a:lvl6pPr algn="ctr">
              <a:defRPr sz="1350" b="0">
                <a:solidFill>
                  <a:srgbClr val="BBC5D5"/>
                </a:solidFill>
                <a:latin typeface="Noto Sans KR"/>
                <a:ea typeface="Noto Sans KR"/>
                <a:cs typeface="Noto Sans KR"/>
              </a:defRPr>
            </a:lvl6pPr>
            <a:lvl7pPr algn="ctr">
              <a:defRPr sz="1350" b="0">
                <a:solidFill>
                  <a:srgbClr val="BBC5D5"/>
                </a:solidFill>
                <a:latin typeface="Noto Sans KR"/>
                <a:ea typeface="Noto Sans KR"/>
                <a:cs typeface="Noto Sans KR"/>
              </a:defRPr>
            </a:lvl7pPr>
            <a:lvl8pPr algn="ctr">
              <a:defRPr sz="1350" b="0">
                <a:solidFill>
                  <a:srgbClr val="BBC5D5"/>
                </a:solidFill>
                <a:latin typeface="Noto Sans KR"/>
                <a:ea typeface="Noto Sans KR"/>
                <a:cs typeface="Noto Sans KR"/>
              </a:defRPr>
            </a:lvl8pPr>
            <a:lvl9pPr algn="ctr">
              <a:defRPr sz="1350" b="0">
                <a:solidFill>
                  <a:srgbClr val="BBC5D5"/>
                </a:solidFill>
                <a:latin typeface="Noto Sans KR"/>
                <a:ea typeface="Noto Sans KR"/>
                <a:cs typeface="Noto Sans KR"/>
              </a:defRPr>
            </a:lvl9pPr>
          </a:lstStyle>
          <a:p xmlns:a="http://schemas.openxmlformats.org/drawingml/2006/main">
            <a:pPr algn="ctr">
              <a:defRPr sz="1350" b="0">
                <a:solidFill>
                  <a:srgbClr val="BBC5D5"/>
                </a:solidFill>
                <a:latin typeface="Noto Sans KR"/>
                <a:ea typeface="Noto Sans KR"/>
                <a:cs typeface="Noto Sans KR"/>
              </a:defRPr>
            </a:pPr>
            <a:r>
              <a:rPr sz="1350" b="0">
                <a:solidFill>
                  <a:srgbClr val="BBC5D5"/>
                </a:solidFill>
                <a:latin typeface="Noto Sans KR"/>
                <a:ea typeface="Noto Sans KR"/>
                <a:cs typeface="Noto Sans KR"/>
              </a:rPr>
              <a:t>다른 관광특구 5곳</a:t>
            </a:r>
          </a:p>
          <a:p xmlns:a="http://schemas.openxmlformats.org/drawingml/2006/main">
            <a:pPr algn="ctr">
              <a:defRPr sz="1350" b="0">
                <a:solidFill>
                  <a:srgbClr val="BBC5D5"/>
                </a:solidFill>
                <a:latin typeface="Noto Sans KR"/>
                <a:ea typeface="Noto Sans KR"/>
                <a:cs typeface="Noto Sans KR"/>
              </a:defRPr>
            </a:pPr>
            <a:r>
              <a:rPr sz="1350" b="0">
                <a:solidFill>
                  <a:srgbClr val="BBC5D5"/>
                </a:solidFill>
                <a:latin typeface="Noto Sans KR"/>
                <a:ea typeface="Noto Sans KR"/>
                <a:cs typeface="Noto Sans KR"/>
              </a:rPr>
              <a:t>중앙값 0.119</a:t>
            </a:r>
          </a:p>
        </p:txBody>
      </p:sp>
    </p:spTree>
    <p:extLst>
      <p:ext uri="{BB962C8B-B14F-4D97-AF65-F5344CB8AC3E}">
        <p14:creationId xmlns:p14="http://schemas.microsoft.com/office/powerpoint/2010/main" val="1972267773"/>
      </p:ext>
    </p:extLst>
  </p:cSld>
</p:sld>
</file>

<file path=ppt/slides/slide8.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399D7B8-0251-459B-BAAA-D1D568BD0763}"/>
              </a:ext>
            </a:extLst>
          </p:cNvPr>
          <p:cNvPicPr>
            <a:picLocks xmlns:a="http://schemas.openxmlformats.org/drawingml/2006/main" noChangeAspect="1"/>
          </p:cNvPicPr>
          <p:nvPr/>
        </p:nvPicPr>
        <p:blipFill>
          <a:blip xmlns:r="http://schemas.openxmlformats.org/officeDocument/2006/relationships" xmlns:a="http://schemas.openxmlformats.org/drawingml/2006/main" r:embed="R1f0b2615b84745d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상권 밀집도와 성과의 연관성은 약했다">
            <a:extLst xmlns:a="http://schemas.openxmlformats.org/drawingml/2006/main">
              <a:ext uri="{FF2B5EF4-FFF2-40B4-BE49-F238E27FC236}">
                <a16:creationId xmlns:a16="http://schemas.microsoft.com/office/drawing/2014/main" id="{5E796051-3AE1-4EC7-BB3C-85650A38F93E}"/>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150" b="1">
                <a:solidFill>
                  <a:srgbClr val="F1F5F9"/>
                </a:solidFill>
                <a:latin typeface="Noto Sans KR"/>
                <a:ea typeface="Noto Sans KR"/>
                <a:cs typeface="Noto Sans KR"/>
              </a:defRPr>
            </a:defPPr>
            <a:lvl1pPr algn="ctr">
              <a:defRPr sz="3150" b="1">
                <a:solidFill>
                  <a:srgbClr val="F1F5F9"/>
                </a:solidFill>
                <a:latin typeface="Noto Sans KR"/>
                <a:ea typeface="Noto Sans KR"/>
                <a:cs typeface="Noto Sans KR"/>
              </a:defRPr>
            </a:lvl1pPr>
            <a:lvl2pPr algn="ctr">
              <a:defRPr sz="3150" b="1">
                <a:solidFill>
                  <a:srgbClr val="F1F5F9"/>
                </a:solidFill>
                <a:latin typeface="Noto Sans KR"/>
                <a:ea typeface="Noto Sans KR"/>
                <a:cs typeface="Noto Sans KR"/>
              </a:defRPr>
            </a:lvl2pPr>
            <a:lvl3pPr algn="ctr">
              <a:defRPr sz="3150" b="1">
                <a:solidFill>
                  <a:srgbClr val="F1F5F9"/>
                </a:solidFill>
                <a:latin typeface="Noto Sans KR"/>
                <a:ea typeface="Noto Sans KR"/>
                <a:cs typeface="Noto Sans KR"/>
              </a:defRPr>
            </a:lvl3pPr>
            <a:lvl4pPr algn="ctr">
              <a:defRPr sz="3150" b="1">
                <a:solidFill>
                  <a:srgbClr val="F1F5F9"/>
                </a:solidFill>
                <a:latin typeface="Noto Sans KR"/>
                <a:ea typeface="Noto Sans KR"/>
                <a:cs typeface="Noto Sans KR"/>
              </a:defRPr>
            </a:lvl4pPr>
            <a:lvl5pPr algn="ctr">
              <a:defRPr sz="3150" b="1">
                <a:solidFill>
                  <a:srgbClr val="F1F5F9"/>
                </a:solidFill>
                <a:latin typeface="Noto Sans KR"/>
                <a:ea typeface="Noto Sans KR"/>
                <a:cs typeface="Noto Sans KR"/>
              </a:defRPr>
            </a:lvl5pPr>
            <a:lvl6pPr algn="ctr">
              <a:defRPr sz="3150" b="1">
                <a:solidFill>
                  <a:srgbClr val="F1F5F9"/>
                </a:solidFill>
                <a:latin typeface="Noto Sans KR"/>
                <a:ea typeface="Noto Sans KR"/>
                <a:cs typeface="Noto Sans KR"/>
              </a:defRPr>
            </a:lvl6pPr>
            <a:lvl7pPr algn="ctr">
              <a:defRPr sz="3150" b="1">
                <a:solidFill>
                  <a:srgbClr val="F1F5F9"/>
                </a:solidFill>
                <a:latin typeface="Noto Sans KR"/>
                <a:ea typeface="Noto Sans KR"/>
                <a:cs typeface="Noto Sans KR"/>
              </a:defRPr>
            </a:lvl7pPr>
            <a:lvl8pPr algn="ctr">
              <a:defRPr sz="3150" b="1">
                <a:solidFill>
                  <a:srgbClr val="F1F5F9"/>
                </a:solidFill>
                <a:latin typeface="Noto Sans KR"/>
                <a:ea typeface="Noto Sans KR"/>
                <a:cs typeface="Noto Sans KR"/>
              </a:defRPr>
            </a:lvl8pPr>
            <a:lvl9pPr algn="ctr">
              <a:defRPr sz="3150" b="1">
                <a:solidFill>
                  <a:srgbClr val="F1F5F9"/>
                </a:solidFill>
                <a:latin typeface="Noto Sans KR"/>
                <a:ea typeface="Noto Sans KR"/>
                <a:cs typeface="Noto Sans KR"/>
              </a:defRPr>
            </a:lvl9pPr>
          </a:lstStyle>
          <a:p xmlns:a="http://schemas.openxmlformats.org/drawingml/2006/main">
            <a:pPr algn="ctr">
              <a:defRPr sz="3150" b="1">
                <a:solidFill>
                  <a:srgbClr val="090909"/>
                </a:solidFill>
                <a:latin typeface="Noto Sans KR"/>
                <a:ea typeface="Noto Sans KR"/>
                <a:cs typeface="Noto Sans KR"/>
              </a:defRPr>
            </a:pPr>
            <a:r>
              <a:rPr sz="3150" b="1">
                <a:solidFill>
                  <a:srgbClr val="F1F5F9"/>
                </a:solidFill>
                <a:latin typeface="Noto Sans KR"/>
                <a:ea typeface="Noto Sans KR"/>
                <a:cs typeface="Noto Sans KR"/>
              </a:rPr>
              <a:t>상권 밀집도와 성과의 연관성은 약했다</a:t>
            </a:r>
          </a:p>
        </p:txBody>
      </p:sp>
      <p:sp>
        <p:nvSpPr>
          <p:cNvPr id="4" name="">
            <a:extLst xmlns:a="http://schemas.openxmlformats.org/drawingml/2006/main">
              <a:ext uri="{FF2B5EF4-FFF2-40B4-BE49-F238E27FC236}">
                <a16:creationId xmlns:a16="http://schemas.microsoft.com/office/drawing/2014/main" id="{11EB6761-F933-4B01-A796-24598CD1CB63}"/>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5" name="유동인구 대비 매출성과와의 Spearman 순위상관계수">
            <a:extLst xmlns:a="http://schemas.openxmlformats.org/drawingml/2006/main">
              <a:ext uri="{FF2B5EF4-FFF2-40B4-BE49-F238E27FC236}">
                <a16:creationId xmlns:a16="http://schemas.microsoft.com/office/drawing/2014/main" id="{92F38879-AACE-43AB-A046-0FEB2098EDBD}"/>
              </a:ext>
            </a:extLst>
          </p:cNvPr>
          <p:cNvSpPr>
            <a:spLocks xmlns:a="http://schemas.openxmlformats.org/drawingml/2006/main" noGrp="1"/>
          </p:cNvSpPr>
          <p:nvPr/>
        </p:nvSpPr>
        <p:spPr>
          <a:xfrm xmlns:a="http://schemas.openxmlformats.org/drawingml/2006/main">
            <a:off x="857250" y="20097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BAC5D8"/>
                </a:solidFill>
                <a:latin typeface="Noto Sans KR"/>
                <a:ea typeface="Noto Sans KR"/>
                <a:cs typeface="Noto Sans KR"/>
              </a:defRPr>
            </a:defPPr>
            <a:lvl1pPr algn="ctr">
              <a:defRPr sz="1425" b="0">
                <a:solidFill>
                  <a:srgbClr val="BAC5D8"/>
                </a:solidFill>
                <a:latin typeface="Noto Sans KR"/>
                <a:ea typeface="Noto Sans KR"/>
                <a:cs typeface="Noto Sans KR"/>
              </a:defRPr>
            </a:lvl1pPr>
            <a:lvl2pPr algn="ctr">
              <a:defRPr sz="1425" b="0">
                <a:solidFill>
                  <a:srgbClr val="BAC5D8"/>
                </a:solidFill>
                <a:latin typeface="Noto Sans KR"/>
                <a:ea typeface="Noto Sans KR"/>
                <a:cs typeface="Noto Sans KR"/>
              </a:defRPr>
            </a:lvl2pPr>
            <a:lvl3pPr algn="ctr">
              <a:defRPr sz="1425" b="0">
                <a:solidFill>
                  <a:srgbClr val="BAC5D8"/>
                </a:solidFill>
                <a:latin typeface="Noto Sans KR"/>
                <a:ea typeface="Noto Sans KR"/>
                <a:cs typeface="Noto Sans KR"/>
              </a:defRPr>
            </a:lvl3pPr>
            <a:lvl4pPr algn="ctr">
              <a:defRPr sz="1425" b="0">
                <a:solidFill>
                  <a:srgbClr val="BAC5D8"/>
                </a:solidFill>
                <a:latin typeface="Noto Sans KR"/>
                <a:ea typeface="Noto Sans KR"/>
                <a:cs typeface="Noto Sans KR"/>
              </a:defRPr>
            </a:lvl4pPr>
            <a:lvl5pPr algn="ctr">
              <a:defRPr sz="1425" b="0">
                <a:solidFill>
                  <a:srgbClr val="BAC5D8"/>
                </a:solidFill>
                <a:latin typeface="Noto Sans KR"/>
                <a:ea typeface="Noto Sans KR"/>
                <a:cs typeface="Noto Sans KR"/>
              </a:defRPr>
            </a:lvl5pPr>
            <a:lvl6pPr algn="ctr">
              <a:defRPr sz="1425" b="0">
                <a:solidFill>
                  <a:srgbClr val="BAC5D8"/>
                </a:solidFill>
                <a:latin typeface="Noto Sans KR"/>
                <a:ea typeface="Noto Sans KR"/>
                <a:cs typeface="Noto Sans KR"/>
              </a:defRPr>
            </a:lvl6pPr>
            <a:lvl7pPr algn="ctr">
              <a:defRPr sz="1425" b="0">
                <a:solidFill>
                  <a:srgbClr val="BAC5D8"/>
                </a:solidFill>
                <a:latin typeface="Noto Sans KR"/>
                <a:ea typeface="Noto Sans KR"/>
                <a:cs typeface="Noto Sans KR"/>
              </a:defRPr>
            </a:lvl7pPr>
            <a:lvl8pPr algn="ctr">
              <a:defRPr sz="1425" b="0">
                <a:solidFill>
                  <a:srgbClr val="BAC5D8"/>
                </a:solidFill>
                <a:latin typeface="Noto Sans KR"/>
                <a:ea typeface="Noto Sans KR"/>
                <a:cs typeface="Noto Sans KR"/>
              </a:defRPr>
            </a:lvl8pPr>
            <a:lvl9pPr algn="ctr">
              <a:defRPr sz="1425" b="0">
                <a:solidFill>
                  <a:srgbClr val="BAC5D8"/>
                </a:solidFill>
                <a:latin typeface="Noto Sans KR"/>
                <a:ea typeface="Noto Sans KR"/>
                <a:cs typeface="Noto Sans KR"/>
              </a:defRPr>
            </a:lvl9pPr>
          </a:lstStyle>
          <a:p xmlns:a="http://schemas.openxmlformats.org/drawingml/2006/main">
            <a:pPr algn="ctr">
              <a:defRPr sz="1425" b="0">
                <a:solidFill>
                  <a:srgbClr val="626262"/>
                </a:solidFill>
                <a:latin typeface="Noto Sans KR"/>
                <a:ea typeface="Noto Sans KR"/>
                <a:cs typeface="Noto Sans KR"/>
              </a:defRPr>
            </a:pPr>
            <a:r>
              <a:rPr sz="1425" b="0">
                <a:solidFill>
                  <a:srgbClr val="BAC5D8"/>
                </a:solidFill>
                <a:latin typeface="Noto Sans KR"/>
                <a:ea typeface="Noto Sans KR"/>
                <a:cs typeface="Noto Sans KR"/>
              </a:rPr>
              <a:t>추정 유동량 대비 매출성과와의 Spearman 순위상관계수</a:t>
            </a:r>
          </a:p>
        </p:txBody>
      </p:sp>
      <p:graphicFrame>
        <p:nvGraphicFramePr>
          <p:cNvPr id="6" name="Chart">
            <a:extLst xmlns:a="http://schemas.openxmlformats.org/drawingml/2006/main">
              <a:ext uri="{FF2B5EF4-FFF2-40B4-BE49-F238E27FC236}">
                <a16:creationId xmlns:a16="http://schemas.microsoft.com/office/drawing/2014/main" id="{5280FA5B-E6FB-4B26-A810-2AD1533C530A}"/>
              </a:ext>
            </a:extLst>
          </p:cNvPr>
          <p:cNvGraphicFramePr/>
          <p:nvPr/>
        </p:nvGraphicFramePr>
        <p:xfrm>
          <a:off xmlns:a="http://schemas.openxmlformats.org/drawingml/2006/main" x="1190625" y="2562225"/>
          <a:ext xmlns:a="http://schemas.openxmlformats.org/drawingml/2006/main" cx="9658350" cy="2790825"/>
        </p:xfrm>
        <a:graphic xmlns:a="http://schemas.openxmlformats.org/drawingml/2006/main">
          <a:graphicData uri="http://schemas.openxmlformats.org/drawingml/2006/chart">
            <c:chart xmlns:r="http://schemas.openxmlformats.org/officeDocument/2006/relationships" xmlns:c="http://schemas.openxmlformats.org/drawingml/2006/chart" r:id="R42e34e8a419e41be"/>
          </a:graphicData>
        </a:graphic>
      </p:graphicFrame>
      <p:sp>
        <p:nvSpPr>
          <p:cNvPr id="7" name="상관관계는 인과효과를 의미하지 않는다">
            <a:extLst xmlns:a="http://schemas.openxmlformats.org/drawingml/2006/main">
              <a:ext uri="{FF2B5EF4-FFF2-40B4-BE49-F238E27FC236}">
                <a16:creationId xmlns:a16="http://schemas.microsoft.com/office/drawing/2014/main" id="{21E1033B-C702-4551-AA34-B22EA0141307}"/>
              </a:ext>
            </a:extLst>
          </p:cNvPr>
          <p:cNvSpPr>
            <a:spLocks xmlns:a="http://schemas.openxmlformats.org/drawingml/2006/main" noGrp="1"/>
          </p:cNvSpPr>
          <p:nvPr/>
        </p:nvSpPr>
        <p:spPr>
          <a:xfrm xmlns:a="http://schemas.openxmlformats.org/drawingml/2006/main">
            <a:off x="1333500" y="5391150"/>
            <a:ext cx="952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BAC5D8"/>
                </a:solidFill>
                <a:latin typeface="Noto Sans KR"/>
                <a:ea typeface="Noto Sans KR"/>
                <a:cs typeface="Noto Sans KR"/>
              </a:defRPr>
            </a:defPPr>
            <a:lvl1pPr algn="ctr">
              <a:defRPr sz="1500" b="1">
                <a:solidFill>
                  <a:srgbClr val="BAC5D8"/>
                </a:solidFill>
                <a:latin typeface="Noto Sans KR"/>
                <a:ea typeface="Noto Sans KR"/>
                <a:cs typeface="Noto Sans KR"/>
              </a:defRPr>
            </a:lvl1pPr>
            <a:lvl2pPr algn="ctr">
              <a:defRPr sz="1500" b="1">
                <a:solidFill>
                  <a:srgbClr val="BAC5D8"/>
                </a:solidFill>
                <a:latin typeface="Noto Sans KR"/>
                <a:ea typeface="Noto Sans KR"/>
                <a:cs typeface="Noto Sans KR"/>
              </a:defRPr>
            </a:lvl2pPr>
            <a:lvl3pPr algn="ctr">
              <a:defRPr sz="1500" b="1">
                <a:solidFill>
                  <a:srgbClr val="BAC5D8"/>
                </a:solidFill>
                <a:latin typeface="Noto Sans KR"/>
                <a:ea typeface="Noto Sans KR"/>
                <a:cs typeface="Noto Sans KR"/>
              </a:defRPr>
            </a:lvl3pPr>
            <a:lvl4pPr algn="ctr">
              <a:defRPr sz="1500" b="1">
                <a:solidFill>
                  <a:srgbClr val="BAC5D8"/>
                </a:solidFill>
                <a:latin typeface="Noto Sans KR"/>
                <a:ea typeface="Noto Sans KR"/>
                <a:cs typeface="Noto Sans KR"/>
              </a:defRPr>
            </a:lvl4pPr>
            <a:lvl5pPr algn="ctr">
              <a:defRPr sz="1500" b="1">
                <a:solidFill>
                  <a:srgbClr val="BAC5D8"/>
                </a:solidFill>
                <a:latin typeface="Noto Sans KR"/>
                <a:ea typeface="Noto Sans KR"/>
                <a:cs typeface="Noto Sans KR"/>
              </a:defRPr>
            </a:lvl5pPr>
            <a:lvl6pPr algn="ctr">
              <a:defRPr sz="1500" b="1">
                <a:solidFill>
                  <a:srgbClr val="BAC5D8"/>
                </a:solidFill>
                <a:latin typeface="Noto Sans KR"/>
                <a:ea typeface="Noto Sans KR"/>
                <a:cs typeface="Noto Sans KR"/>
              </a:defRPr>
            </a:lvl6pPr>
            <a:lvl7pPr algn="ctr">
              <a:defRPr sz="1500" b="1">
                <a:solidFill>
                  <a:srgbClr val="BAC5D8"/>
                </a:solidFill>
                <a:latin typeface="Noto Sans KR"/>
                <a:ea typeface="Noto Sans KR"/>
                <a:cs typeface="Noto Sans KR"/>
              </a:defRPr>
            </a:lvl7pPr>
            <a:lvl8pPr algn="ctr">
              <a:defRPr sz="1500" b="1">
                <a:solidFill>
                  <a:srgbClr val="BAC5D8"/>
                </a:solidFill>
                <a:latin typeface="Noto Sans KR"/>
                <a:ea typeface="Noto Sans KR"/>
                <a:cs typeface="Noto Sans KR"/>
              </a:defRPr>
            </a:lvl8pPr>
            <a:lvl9pPr algn="ctr">
              <a:defRPr sz="1500" b="1">
                <a:solidFill>
                  <a:srgbClr val="BAC5D8"/>
                </a:solidFill>
                <a:latin typeface="Noto Sans KR"/>
                <a:ea typeface="Noto Sans KR"/>
                <a:cs typeface="Noto Sans KR"/>
              </a:defRPr>
            </a:lvl9pPr>
          </a:lstStyle>
          <a:p xmlns:a="http://schemas.openxmlformats.org/drawingml/2006/main">
            <a:pPr algn="ctr">
              <a:defRPr sz="1500" b="1">
                <a:solidFill>
                  <a:srgbClr val="626262"/>
                </a:solidFill>
                <a:latin typeface="Noto Sans KR"/>
                <a:ea typeface="Noto Sans KR"/>
                <a:cs typeface="Noto Sans KR"/>
              </a:defRPr>
            </a:pPr>
            <a:r>
              <a:rPr sz="1500" b="1">
                <a:solidFill>
                  <a:srgbClr val="BAC5D8"/>
                </a:solidFill>
                <a:latin typeface="Noto Sans KR"/>
                <a:ea typeface="Noto Sans KR"/>
                <a:cs typeface="Noto Sans KR"/>
              </a:rPr>
              <a:t>상관관계는 인과효과를 의미하지 않는다</a:t>
            </a:r>
          </a:p>
        </p:txBody>
      </p:sp>
      <p:sp>
        <p:nvSpPr>
          <p:cNvPr id="8" name="">
            <a:extLst xmlns:a="http://schemas.openxmlformats.org/drawingml/2006/main">
              <a:ext uri="{FF2B5EF4-FFF2-40B4-BE49-F238E27FC236}">
                <a16:creationId xmlns:a16="http://schemas.microsoft.com/office/drawing/2014/main" id="{EDDB223F-ECDE-42A6-86AF-E9112B434D3D}"/>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29167"/>
            </a:avLst>
          </a:prstGeom>
          <a:solidFill xmlns:a="http://schemas.openxmlformats.org/drawingml/2006/main">
            <a:srgbClr val="222E47"/>
          </a:solidFill>
          <a:ln xmlns:a="http://schemas.openxmlformats.org/drawingml/2006/main" w="19050">
            <a:solidFill>
              <a:srgbClr val="65718D"/>
            </a:solidFill>
          </a:ln>
        </p:spPr>
      </p:sp>
      <p:sp>
        <p:nvSpPr>
          <p:cNvPr id="9" name="주변 상권 수와 함께 내부 점포·업종 구조도 살펴봐야 한다">
            <a:extLst xmlns:a="http://schemas.openxmlformats.org/drawingml/2006/main">
              <a:ext uri="{FF2B5EF4-FFF2-40B4-BE49-F238E27FC236}">
                <a16:creationId xmlns:a16="http://schemas.microsoft.com/office/drawing/2014/main" id="{7A8A5E39-6682-413D-943E-7C5D8A5B54A0}"/>
              </a:ext>
            </a:extLst>
          </p:cNvPr>
          <p:cNvSpPr>
            <a:spLocks xmlns:a="http://schemas.openxmlformats.org/drawingml/2006/main" noGrp="1"/>
          </p:cNvSpPr>
          <p:nvPr/>
        </p:nvSpPr>
        <p:spPr>
          <a:xfrm xmlns:a="http://schemas.openxmlformats.org/drawingml/2006/main">
            <a:off x="1333500" y="59340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F1F5F9"/>
                </a:solidFill>
                <a:latin typeface="Noto Sans KR"/>
                <a:ea typeface="Noto Sans KR"/>
                <a:cs typeface="Noto Sans KR"/>
              </a:defRPr>
            </a:defPPr>
            <a:lvl1pPr algn="ctr">
              <a:defRPr sz="1875" b="1">
                <a:solidFill>
                  <a:srgbClr val="F1F5F9"/>
                </a:solidFill>
                <a:latin typeface="Noto Sans KR"/>
                <a:ea typeface="Noto Sans KR"/>
                <a:cs typeface="Noto Sans KR"/>
              </a:defRPr>
            </a:lvl1pPr>
            <a:lvl2pPr algn="ctr">
              <a:defRPr sz="1875" b="1">
                <a:solidFill>
                  <a:srgbClr val="F1F5F9"/>
                </a:solidFill>
                <a:latin typeface="Noto Sans KR"/>
                <a:ea typeface="Noto Sans KR"/>
                <a:cs typeface="Noto Sans KR"/>
              </a:defRPr>
            </a:lvl2pPr>
            <a:lvl3pPr algn="ctr">
              <a:defRPr sz="1875" b="1">
                <a:solidFill>
                  <a:srgbClr val="F1F5F9"/>
                </a:solidFill>
                <a:latin typeface="Noto Sans KR"/>
                <a:ea typeface="Noto Sans KR"/>
                <a:cs typeface="Noto Sans KR"/>
              </a:defRPr>
            </a:lvl3pPr>
            <a:lvl4pPr algn="ctr">
              <a:defRPr sz="1875" b="1">
                <a:solidFill>
                  <a:srgbClr val="F1F5F9"/>
                </a:solidFill>
                <a:latin typeface="Noto Sans KR"/>
                <a:ea typeface="Noto Sans KR"/>
                <a:cs typeface="Noto Sans KR"/>
              </a:defRPr>
            </a:lvl4pPr>
            <a:lvl5pPr algn="ctr">
              <a:defRPr sz="1875" b="1">
                <a:solidFill>
                  <a:srgbClr val="F1F5F9"/>
                </a:solidFill>
                <a:latin typeface="Noto Sans KR"/>
                <a:ea typeface="Noto Sans KR"/>
                <a:cs typeface="Noto Sans KR"/>
              </a:defRPr>
            </a:lvl5pPr>
            <a:lvl6pPr algn="ctr">
              <a:defRPr sz="1875" b="1">
                <a:solidFill>
                  <a:srgbClr val="F1F5F9"/>
                </a:solidFill>
                <a:latin typeface="Noto Sans KR"/>
                <a:ea typeface="Noto Sans KR"/>
                <a:cs typeface="Noto Sans KR"/>
              </a:defRPr>
            </a:lvl6pPr>
            <a:lvl7pPr algn="ctr">
              <a:defRPr sz="1875" b="1">
                <a:solidFill>
                  <a:srgbClr val="F1F5F9"/>
                </a:solidFill>
                <a:latin typeface="Noto Sans KR"/>
                <a:ea typeface="Noto Sans KR"/>
                <a:cs typeface="Noto Sans KR"/>
              </a:defRPr>
            </a:lvl7pPr>
            <a:lvl8pPr algn="ctr">
              <a:defRPr sz="1875" b="1">
                <a:solidFill>
                  <a:srgbClr val="F1F5F9"/>
                </a:solidFill>
                <a:latin typeface="Noto Sans KR"/>
                <a:ea typeface="Noto Sans KR"/>
                <a:cs typeface="Noto Sans KR"/>
              </a:defRPr>
            </a:lvl8pPr>
            <a:lvl9pPr algn="ctr">
              <a:defRPr sz="1875"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875" b="1">
                <a:solidFill>
                  <a:srgbClr val="F1F5F9"/>
                </a:solidFill>
                <a:latin typeface="Noto Sans KR"/>
                <a:ea typeface="Noto Sans KR"/>
                <a:cs typeface="Noto Sans KR"/>
              </a:rPr>
              <a:t>주변 상권 수와 함께 내부 점포·업종 구조도 살펴봐야 한다</a:t>
            </a:r>
          </a:p>
        </p:txBody>
      </p:sp>
      <p:sp>
        <p:nvSpPr>
          <p:cNvPr id="10" name="거리: 좌표 단위가 m라는 전제의 중심점 간 직선거리 · 실제 보행거리 ">
            <a:extLst xmlns:a="http://schemas.openxmlformats.org/drawingml/2006/main">
              <a:ext uri="{FF2B5EF4-FFF2-40B4-BE49-F238E27FC236}">
                <a16:creationId xmlns:a16="http://schemas.microsoft.com/office/drawing/2014/main" id="{015AA27F-101F-4E19-BB52-4DE0E199F987}"/>
              </a:ext>
            </a:extLst>
          </p:cNvPr>
          <p:cNvSpPr>
            <a:spLocks xmlns:a="http://schemas.openxmlformats.org/drawingml/2006/main" noGrp="1"/>
          </p:cNvSpPr>
          <p:nvPr/>
        </p:nvSpPr>
        <p:spPr>
          <a:xfrm xmlns:a="http://schemas.openxmlformats.org/drawingml/2006/main">
            <a:off x="1333500" y="56292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BAC5D8"/>
                </a:solidFill>
                <a:latin typeface="Noto Sans KR"/>
                <a:ea typeface="Noto Sans KR"/>
                <a:cs typeface="Noto Sans KR"/>
              </a:defRPr>
            </a:defPPr>
            <a:lvl1pPr algn="ctr">
              <a:defRPr sz="1200" b="0">
                <a:solidFill>
                  <a:srgbClr val="BAC5D8"/>
                </a:solidFill>
                <a:latin typeface="Noto Sans KR"/>
                <a:ea typeface="Noto Sans KR"/>
                <a:cs typeface="Noto Sans KR"/>
              </a:defRPr>
            </a:lvl1pPr>
            <a:lvl2pPr algn="ctr">
              <a:defRPr sz="1200" b="0">
                <a:solidFill>
                  <a:srgbClr val="BAC5D8"/>
                </a:solidFill>
                <a:latin typeface="Noto Sans KR"/>
                <a:ea typeface="Noto Sans KR"/>
                <a:cs typeface="Noto Sans KR"/>
              </a:defRPr>
            </a:lvl2pPr>
            <a:lvl3pPr algn="ctr">
              <a:defRPr sz="1200" b="0">
                <a:solidFill>
                  <a:srgbClr val="BAC5D8"/>
                </a:solidFill>
                <a:latin typeface="Noto Sans KR"/>
                <a:ea typeface="Noto Sans KR"/>
                <a:cs typeface="Noto Sans KR"/>
              </a:defRPr>
            </a:lvl3pPr>
            <a:lvl4pPr algn="ctr">
              <a:defRPr sz="1200" b="0">
                <a:solidFill>
                  <a:srgbClr val="BAC5D8"/>
                </a:solidFill>
                <a:latin typeface="Noto Sans KR"/>
                <a:ea typeface="Noto Sans KR"/>
                <a:cs typeface="Noto Sans KR"/>
              </a:defRPr>
            </a:lvl4pPr>
            <a:lvl5pPr algn="ctr">
              <a:defRPr sz="1200" b="0">
                <a:solidFill>
                  <a:srgbClr val="BAC5D8"/>
                </a:solidFill>
                <a:latin typeface="Noto Sans KR"/>
                <a:ea typeface="Noto Sans KR"/>
                <a:cs typeface="Noto Sans KR"/>
              </a:defRPr>
            </a:lvl5pPr>
            <a:lvl6pPr algn="ctr">
              <a:defRPr sz="1200" b="0">
                <a:solidFill>
                  <a:srgbClr val="BAC5D8"/>
                </a:solidFill>
                <a:latin typeface="Noto Sans KR"/>
                <a:ea typeface="Noto Sans KR"/>
                <a:cs typeface="Noto Sans KR"/>
              </a:defRPr>
            </a:lvl6pPr>
            <a:lvl7pPr algn="ctr">
              <a:defRPr sz="1200" b="0">
                <a:solidFill>
                  <a:srgbClr val="BAC5D8"/>
                </a:solidFill>
                <a:latin typeface="Noto Sans KR"/>
                <a:ea typeface="Noto Sans KR"/>
                <a:cs typeface="Noto Sans KR"/>
              </a:defRPr>
            </a:lvl7pPr>
            <a:lvl8pPr algn="ctr">
              <a:defRPr sz="1200" b="0">
                <a:solidFill>
                  <a:srgbClr val="BAC5D8"/>
                </a:solidFill>
                <a:latin typeface="Noto Sans KR"/>
                <a:ea typeface="Noto Sans KR"/>
                <a:cs typeface="Noto Sans KR"/>
              </a:defRPr>
            </a:lvl8pPr>
            <a:lvl9pPr algn="ctr">
              <a:defRPr sz="1200" b="0">
                <a:solidFill>
                  <a:srgbClr val="BAC5D8"/>
                </a:solidFill>
                <a:latin typeface="Noto Sans KR"/>
                <a:ea typeface="Noto Sans KR"/>
                <a:cs typeface="Noto Sans KR"/>
              </a:defRPr>
            </a:lvl9pPr>
          </a:lstStyle>
          <a:p xmlns:a="http://schemas.openxmlformats.org/drawingml/2006/main">
            <a:pPr algn="ctr">
              <a:defRPr sz="1200" b="0">
                <a:solidFill>
                  <a:srgbClr val="626262"/>
                </a:solidFill>
                <a:latin typeface="Noto Sans KR"/>
                <a:ea typeface="Noto Sans KR"/>
                <a:cs typeface="Noto Sans KR"/>
              </a:defRPr>
            </a:pPr>
            <a:r>
              <a:rPr sz="1200" b="0">
                <a:solidFill>
                  <a:srgbClr val="BAC5D8"/>
                </a:solidFill>
                <a:latin typeface="Noto Sans KR"/>
                <a:ea typeface="Noto Sans KR"/>
                <a:cs typeface="Noto Sans KR"/>
              </a:rPr>
              <a:t>거리: 좌표 단위가 m라는 전제의 중심점 간 직선거리 · 실제 보행거리 아님</a:t>
            </a:r>
          </a:p>
        </p:txBody>
      </p:sp>
    </p:spTree>
    <p:extLst>
      <p:ext uri="{BB962C8B-B14F-4D97-AF65-F5344CB8AC3E}">
        <p14:creationId xmlns:p14="http://schemas.microsoft.com/office/powerpoint/2010/main" val="1390790189"/>
      </p:ext>
    </p:extLst>
  </p:cSld>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101630"/>
        </a:solidFill>
      </p:bgPr>
    </p:bg>
    <p:spTree>
      <p:nvGrpSpPr>
        <p:cNvPr id="1" name=""/>
        <p:cNvGrpSpPr/>
        <p:nvPr/>
      </p:nvGrpSpPr>
      <p:grpSpPr>
        <a:xfrm/>
      </p:grpSpPr>
      <p:pic>
        <p:nvPicPr>
          <p:cNvPr id="2" name="">
            <a:extLst>
              <a:ext uri="{FF2B5EF4-FFF2-40B4-BE49-F238E27FC236}">
                <ns2:creationId id="{DF723CA7-CAE8-438B-AFC0-D72456E0415F}"/>
              </a:ext>
            </a:extLst>
          </p:cNvPr>
          <p:cNvPicPr>
            <a:picLocks noChangeAspect="1"/>
          </p:cNvPicPr>
          <p:nvPr/>
        </p:nvPicPr>
        <p:blipFill>
          <a:blip r:embed="R3c46cd0a1fdf4552"/>
          <a:stretch/>
        </p:blipFill>
        <p:spPr>
          <a:xfrm>
            <a:off x="0" y="0"/>
            <a:ext cx="12192000" cy="6858000"/>
          </a:xfrm>
          <a:prstGeom prst="rect">
            <a:avLst/>
          </a:prstGeom>
        </p:spPr>
      </p:pic>
      <p:sp>
        <p:nvSpPr>
          <p:cNvPr id="3" name="필터를 바꾸며 같은 조건의 상권을 비교">
            <a:extLst>
              <a:ext uri="{FF2B5EF4-FFF2-40B4-BE49-F238E27FC236}">
                <ns2:creationId id="{675A15A9-F437-477C-8CAA-743B12D2F437}"/>
              </a:ext>
            </a:extLst>
          </p:cNvPr>
          <p:cNvSpPr>
            <a:spLocks noGrp="1"/>
          </p:cNvSpPr>
          <p:nvPr/>
        </p:nvSpPr>
        <p:spPr>
          <a:xfrm>
            <a:off x="714375" y="1133475"/>
            <a:ext cx="10763250" cy="647700"/>
          </a:xfrm>
          <a:prstGeom prst="rect">
            <a:avLst/>
          </a:prstGeom>
          <a:noFill/>
          <a:ln w="0">
            <a:noFill/>
          </a:ln>
        </p:spPr>
        <p:txBody>
          <a:bodyPr wrap="square" lIns="0" tIns="0" rIns="0" bIns="0" anchor="ctr">
            <a:noAutofit/>
          </a:bodyPr>
          <a:lstStyle>
            <a:defPPr algn="ctr">
              <a:defRPr sz="3150" b="1">
                <a:solidFill>
                  <a:srgbClr val="F1F5F9"/>
                </a:solidFill>
                <a:latin typeface="Noto Sans KR"/>
                <a:ea typeface="Noto Sans KR"/>
                <a:cs typeface="Noto Sans KR"/>
              </a:defRPr>
            </a:defPPr>
            <a:lvl1pPr algn="ctr">
              <a:defRPr sz="3150" b="1">
                <a:solidFill>
                  <a:srgbClr val="F1F5F9"/>
                </a:solidFill>
                <a:latin typeface="Noto Sans KR"/>
                <a:ea typeface="Noto Sans KR"/>
                <a:cs typeface="Noto Sans KR"/>
              </a:defRPr>
            </a:lvl1pPr>
            <a:lvl2pPr algn="ctr">
              <a:defRPr sz="3150" b="1">
                <a:solidFill>
                  <a:srgbClr val="F1F5F9"/>
                </a:solidFill>
                <a:latin typeface="Noto Sans KR"/>
                <a:ea typeface="Noto Sans KR"/>
                <a:cs typeface="Noto Sans KR"/>
              </a:defRPr>
            </a:lvl2pPr>
            <a:lvl3pPr algn="ctr">
              <a:defRPr sz="3150" b="1">
                <a:solidFill>
                  <a:srgbClr val="F1F5F9"/>
                </a:solidFill>
                <a:latin typeface="Noto Sans KR"/>
                <a:ea typeface="Noto Sans KR"/>
                <a:cs typeface="Noto Sans KR"/>
              </a:defRPr>
            </a:lvl3pPr>
            <a:lvl4pPr algn="ctr">
              <a:defRPr sz="3150" b="1">
                <a:solidFill>
                  <a:srgbClr val="F1F5F9"/>
                </a:solidFill>
                <a:latin typeface="Noto Sans KR"/>
                <a:ea typeface="Noto Sans KR"/>
                <a:cs typeface="Noto Sans KR"/>
              </a:defRPr>
            </a:lvl4pPr>
            <a:lvl5pPr algn="ctr">
              <a:defRPr sz="3150" b="1">
                <a:solidFill>
                  <a:srgbClr val="F1F5F9"/>
                </a:solidFill>
                <a:latin typeface="Noto Sans KR"/>
                <a:ea typeface="Noto Sans KR"/>
                <a:cs typeface="Noto Sans KR"/>
              </a:defRPr>
            </a:lvl5pPr>
            <a:lvl6pPr algn="ctr">
              <a:defRPr sz="3150" b="1">
                <a:solidFill>
                  <a:srgbClr val="F1F5F9"/>
                </a:solidFill>
                <a:latin typeface="Noto Sans KR"/>
                <a:ea typeface="Noto Sans KR"/>
                <a:cs typeface="Noto Sans KR"/>
              </a:defRPr>
            </a:lvl6pPr>
            <a:lvl7pPr algn="ctr">
              <a:defRPr sz="3150" b="1">
                <a:solidFill>
                  <a:srgbClr val="F1F5F9"/>
                </a:solidFill>
                <a:latin typeface="Noto Sans KR"/>
                <a:ea typeface="Noto Sans KR"/>
                <a:cs typeface="Noto Sans KR"/>
              </a:defRPr>
            </a:lvl7pPr>
            <a:lvl8pPr algn="ctr">
              <a:defRPr sz="3150" b="1">
                <a:solidFill>
                  <a:srgbClr val="F1F5F9"/>
                </a:solidFill>
                <a:latin typeface="Noto Sans KR"/>
                <a:ea typeface="Noto Sans KR"/>
                <a:cs typeface="Noto Sans KR"/>
              </a:defRPr>
            </a:lvl8pPr>
            <a:lvl9pPr algn="ctr">
              <a:defRPr sz="3150" b="1">
                <a:solidFill>
                  <a:srgbClr val="F1F5F9"/>
                </a:solidFill>
                <a:latin typeface="Noto Sans KR"/>
                <a:ea typeface="Noto Sans KR"/>
                <a:cs typeface="Noto Sans KR"/>
              </a:defRPr>
            </a:lvl9pPr>
          </a:lstStyle>
          <a:p>
            <a:pPr algn="ctr">
              <a:defRPr sz="3150" b="1">
                <a:solidFill>
                  <a:srgbClr val="090909"/>
                </a:solidFill>
                <a:latin typeface="Noto Sans KR"/>
                <a:ea typeface="Noto Sans KR"/>
                <a:cs typeface="Noto Sans KR"/>
              </a:defRPr>
            </a:pPr>
            <a:r>
              <a:rPr sz="3150" b="1">
                <a:solidFill>
                  <a:srgbClr val="F1F5F9"/>
                </a:solidFill>
                <a:latin typeface="Noto Sans KR"/>
                <a:ea typeface="Noto Sans KR"/>
                <a:cs typeface="Noto Sans KR"/>
              </a:rPr>
              <a:t>필터를 바꾸며 같은 조건의 상권을 비교</a:t>
            </a:r>
          </a:p>
        </p:txBody>
      </p:sp>
      <p:sp>
        <p:nvSpPr>
          <p:cNvPr id="4" name="">
            <a:extLst>
              <a:ext uri="{FF2B5EF4-FFF2-40B4-BE49-F238E27FC236}">
                <ns2:creationId id="{A68AEAF3-3043-498D-A50F-65A70BA1475D}"/>
              </a:ext>
            </a:extLst>
          </p:cNvPr>
          <p:cNvSpPr>
            <a:spLocks noGrp="1"/>
          </p:cNvSpPr>
          <p:nvPr/>
        </p:nvSpPr>
        <p:spPr>
          <a:xfrm>
            <a:off x="838200" y="1952625"/>
            <a:ext cx="10515600" cy="9525"/>
          </a:xfrm>
          <a:prstGeom prst="rect">
            <a:avLst/>
          </a:prstGeom>
          <a:solidFill>
            <a:srgbClr val="354361"/>
          </a:solidFill>
          <a:ln w="0">
            <a:noFill/>
          </a:ln>
        </p:spPr>
      </p:sp>
      <p:pic>
        <p:nvPicPr>
          <p:cNvPr id="5" name="">
            <a:extLst>
              <a:ext uri="{FF2B5EF4-FFF2-40B4-BE49-F238E27FC236}">
                <ns2:creationId id="{B9CA09D7-7EEB-42FF-88A0-E8538E58027A}"/>
              </a:ext>
            </a:extLst>
          </p:cNvPr>
          <p:cNvPicPr>
            <a:picLocks noChangeAspect="1"/>
          </p:cNvPicPr>
          <p:nvPr/>
        </p:nvPicPr>
        <p:blipFill>
          <a:blip r:embed="R9a5648fbb8874ec4"/>
          <a:stretch/>
        </p:blipFill>
        <p:spPr>
          <a:xfrm>
            <a:off x="952500" y="2222302"/>
            <a:ext cx="10287000" cy="1660922"/>
          </a:xfrm>
          <a:prstGeom prst="rect">
            <a:avLst/>
          </a:prstGeom>
        </p:spPr>
      </p:pic>
      <p:sp>
        <p:nvSpPr>
          <p:cNvPr id="6" name="01">
            <a:extLst>
              <a:ext uri="{FF2B5EF4-FFF2-40B4-BE49-F238E27FC236}">
                <ns2:creationId id="{52A1F813-0E67-4514-8B0F-749AF27F2894}"/>
              </a:ext>
            </a:extLst>
          </p:cNvPr>
          <p:cNvSpPr>
            <a:spLocks noGrp="1"/>
          </p:cNvSpPr>
          <p:nvPr/>
        </p:nvSpPr>
        <p:spPr>
          <a:xfrm>
            <a:off x="1285875" y="4362450"/>
            <a:ext cx="714375" cy="542925"/>
          </a:xfrm>
          <a:prstGeom prst="rect">
            <a:avLst/>
          </a:prstGeom>
          <a:noFill/>
          <a:ln w="0">
            <a:noFill/>
          </a:ln>
        </p:spPr>
        <p:txBody>
          <a:bodyPr wrap="square" lIns="0" tIns="0" rIns="0" bIns="0" anchor="ctr">
            <a:noAutofit/>
          </a:bodyPr>
          <a:lstStyle>
            <a:defPPr algn="l">
              <a:defRPr sz="3150" b="1">
                <a:solidFill>
                  <a:srgbClr val="FF9B63"/>
                </a:solidFill>
                <a:latin typeface="Noto Sans KR"/>
                <a:ea typeface="Noto Sans KR"/>
                <a:cs typeface="Noto Sans KR"/>
              </a:defRPr>
            </a:defPPr>
            <a:lvl1pPr algn="l">
              <a:defRPr sz="3150" b="1">
                <a:solidFill>
                  <a:srgbClr val="FF9B63"/>
                </a:solidFill>
                <a:latin typeface="Noto Sans KR"/>
                <a:ea typeface="Noto Sans KR"/>
                <a:cs typeface="Noto Sans KR"/>
              </a:defRPr>
            </a:lvl1pPr>
            <a:lvl2pPr algn="l">
              <a:defRPr sz="3150" b="1">
                <a:solidFill>
                  <a:srgbClr val="FF9B63"/>
                </a:solidFill>
                <a:latin typeface="Noto Sans KR"/>
                <a:ea typeface="Noto Sans KR"/>
                <a:cs typeface="Noto Sans KR"/>
              </a:defRPr>
            </a:lvl2pPr>
            <a:lvl3pPr algn="l">
              <a:defRPr sz="3150" b="1">
                <a:solidFill>
                  <a:srgbClr val="FF9B63"/>
                </a:solidFill>
                <a:latin typeface="Noto Sans KR"/>
                <a:ea typeface="Noto Sans KR"/>
                <a:cs typeface="Noto Sans KR"/>
              </a:defRPr>
            </a:lvl3pPr>
            <a:lvl4pPr algn="l">
              <a:defRPr sz="3150" b="1">
                <a:solidFill>
                  <a:srgbClr val="FF9B63"/>
                </a:solidFill>
                <a:latin typeface="Noto Sans KR"/>
                <a:ea typeface="Noto Sans KR"/>
                <a:cs typeface="Noto Sans KR"/>
              </a:defRPr>
            </a:lvl4pPr>
            <a:lvl5pPr algn="l">
              <a:defRPr sz="3150" b="1">
                <a:solidFill>
                  <a:srgbClr val="FF9B63"/>
                </a:solidFill>
                <a:latin typeface="Noto Sans KR"/>
                <a:ea typeface="Noto Sans KR"/>
                <a:cs typeface="Noto Sans KR"/>
              </a:defRPr>
            </a:lvl5pPr>
            <a:lvl6pPr algn="l">
              <a:defRPr sz="3150" b="1">
                <a:solidFill>
                  <a:srgbClr val="FF9B63"/>
                </a:solidFill>
                <a:latin typeface="Noto Sans KR"/>
                <a:ea typeface="Noto Sans KR"/>
                <a:cs typeface="Noto Sans KR"/>
              </a:defRPr>
            </a:lvl6pPr>
            <a:lvl7pPr algn="l">
              <a:defRPr sz="3150" b="1">
                <a:solidFill>
                  <a:srgbClr val="FF9B63"/>
                </a:solidFill>
                <a:latin typeface="Noto Sans KR"/>
                <a:ea typeface="Noto Sans KR"/>
                <a:cs typeface="Noto Sans KR"/>
              </a:defRPr>
            </a:lvl7pPr>
            <a:lvl8pPr algn="l">
              <a:defRPr sz="3150" b="1">
                <a:solidFill>
                  <a:srgbClr val="FF9B63"/>
                </a:solidFill>
                <a:latin typeface="Noto Sans KR"/>
                <a:ea typeface="Noto Sans KR"/>
                <a:cs typeface="Noto Sans KR"/>
              </a:defRPr>
            </a:lvl8pPr>
            <a:lvl9pPr algn="l">
              <a:defRPr sz="3150" b="1">
                <a:solidFill>
                  <a:srgbClr val="FF9B63"/>
                </a:solidFill>
                <a:latin typeface="Noto Sans KR"/>
                <a:ea typeface="Noto Sans KR"/>
                <a:cs typeface="Noto Sans KR"/>
              </a:defRPr>
            </a:lvl9pPr>
          </a:lstStyle>
          <a:p>
            <a:pPr algn="l">
              <a:defRPr sz="3150" b="1">
                <a:solidFill>
                  <a:srgbClr val="FF7D22"/>
                </a:solidFill>
                <a:latin typeface="Noto Sans KR"/>
                <a:ea typeface="Noto Sans KR"/>
                <a:cs typeface="Noto Sans KR"/>
              </a:defRPr>
            </a:pPr>
            <a:r>
              <a:rPr sz="3150" b="1">
                <a:solidFill>
                  <a:srgbClr val="FF9B63"/>
                </a:solidFill>
                <a:latin typeface="Noto Sans KR"/>
                <a:ea typeface="Noto Sans KR"/>
                <a:cs typeface="Noto Sans KR"/>
              </a:rPr>
              <a:t>01</a:t>
            </a:r>
          </a:p>
        </p:txBody>
      </p:sp>
      <p:sp>
        <p:nvSpPr>
          <p:cNvPr id="7" name="지역·유형 선택">
            <a:extLst>
              <a:ext uri="{FF2B5EF4-FFF2-40B4-BE49-F238E27FC236}">
                <ns2:creationId id="{B4ECF3DE-0555-4321-BBE3-973A2272BC7B}"/>
              </a:ext>
            </a:extLst>
          </p:cNvPr>
          <p:cNvSpPr>
            <a:spLocks noGrp="1"/>
          </p:cNvSpPr>
          <p:nvPr/>
        </p:nvSpPr>
        <p:spPr>
          <a:xfrm>
            <a:off x="2066925" y="4429125"/>
            <a:ext cx="2286000" cy="400050"/>
          </a:xfrm>
          <a:prstGeom prst="rect">
            <a:avLst/>
          </a:prstGeom>
          <a:noFill/>
          <a:ln w="0">
            <a:noFill/>
          </a:ln>
        </p:spPr>
        <p:txBody>
          <a:bodyPr wrap="square" lIns="0" tIns="0" rIns="0" bIns="0" anchor="ctr">
            <a:noAutofit/>
          </a:bodyPr>
          <a:lstStyle>
            <a:defPPr algn="l">
              <a:defRPr sz="2025" b="1">
                <a:solidFill>
                  <a:srgbClr val="F1F5F9"/>
                </a:solidFill>
                <a:latin typeface="Noto Sans KR"/>
                <a:ea typeface="Noto Sans KR"/>
                <a:cs typeface="Noto Sans KR"/>
              </a:defRPr>
            </a:defPPr>
            <a:lvl1pPr algn="l">
              <a:defRPr sz="2025" b="1">
                <a:solidFill>
                  <a:srgbClr val="F1F5F9"/>
                </a:solidFill>
                <a:latin typeface="Noto Sans KR"/>
                <a:ea typeface="Noto Sans KR"/>
                <a:cs typeface="Noto Sans KR"/>
              </a:defRPr>
            </a:lvl1pPr>
            <a:lvl2pPr algn="l">
              <a:defRPr sz="2025" b="1">
                <a:solidFill>
                  <a:srgbClr val="F1F5F9"/>
                </a:solidFill>
                <a:latin typeface="Noto Sans KR"/>
                <a:ea typeface="Noto Sans KR"/>
                <a:cs typeface="Noto Sans KR"/>
              </a:defRPr>
            </a:lvl2pPr>
            <a:lvl3pPr algn="l">
              <a:defRPr sz="2025" b="1">
                <a:solidFill>
                  <a:srgbClr val="F1F5F9"/>
                </a:solidFill>
                <a:latin typeface="Noto Sans KR"/>
                <a:ea typeface="Noto Sans KR"/>
                <a:cs typeface="Noto Sans KR"/>
              </a:defRPr>
            </a:lvl3pPr>
            <a:lvl4pPr algn="l">
              <a:defRPr sz="2025" b="1">
                <a:solidFill>
                  <a:srgbClr val="F1F5F9"/>
                </a:solidFill>
                <a:latin typeface="Noto Sans KR"/>
                <a:ea typeface="Noto Sans KR"/>
                <a:cs typeface="Noto Sans KR"/>
              </a:defRPr>
            </a:lvl4pPr>
            <a:lvl5pPr algn="l">
              <a:defRPr sz="2025" b="1">
                <a:solidFill>
                  <a:srgbClr val="F1F5F9"/>
                </a:solidFill>
                <a:latin typeface="Noto Sans KR"/>
                <a:ea typeface="Noto Sans KR"/>
                <a:cs typeface="Noto Sans KR"/>
              </a:defRPr>
            </a:lvl5pPr>
            <a:lvl6pPr algn="l">
              <a:defRPr sz="2025" b="1">
                <a:solidFill>
                  <a:srgbClr val="F1F5F9"/>
                </a:solidFill>
                <a:latin typeface="Noto Sans KR"/>
                <a:ea typeface="Noto Sans KR"/>
                <a:cs typeface="Noto Sans KR"/>
              </a:defRPr>
            </a:lvl6pPr>
            <a:lvl7pPr algn="l">
              <a:defRPr sz="2025" b="1">
                <a:solidFill>
                  <a:srgbClr val="F1F5F9"/>
                </a:solidFill>
                <a:latin typeface="Noto Sans KR"/>
                <a:ea typeface="Noto Sans KR"/>
                <a:cs typeface="Noto Sans KR"/>
              </a:defRPr>
            </a:lvl7pPr>
            <a:lvl8pPr algn="l">
              <a:defRPr sz="2025" b="1">
                <a:solidFill>
                  <a:srgbClr val="F1F5F9"/>
                </a:solidFill>
                <a:latin typeface="Noto Sans KR"/>
                <a:ea typeface="Noto Sans KR"/>
                <a:cs typeface="Noto Sans KR"/>
              </a:defRPr>
            </a:lvl8pPr>
            <a:lvl9pPr algn="l">
              <a:defRPr sz="2025" b="1">
                <a:solidFill>
                  <a:srgbClr val="F1F5F9"/>
                </a:solidFill>
                <a:latin typeface="Noto Sans KR"/>
                <a:ea typeface="Noto Sans KR"/>
                <a:cs typeface="Noto Sans KR"/>
              </a:defRPr>
            </a:lvl9pPr>
          </a:lstStyle>
          <a:p>
            <a:pPr algn="l">
              <a:defRPr sz="2025" b="1">
                <a:solidFill>
                  <a:srgbClr val="090909"/>
                </a:solidFill>
                <a:latin typeface="Noto Sans KR"/>
                <a:ea typeface="Noto Sans KR"/>
                <a:cs typeface="Noto Sans KR"/>
              </a:defRPr>
            </a:pPr>
            <a:r>
              <a:rPr sz="2025" b="1">
                <a:solidFill>
                  <a:srgbClr val="F1F5F9"/>
                </a:solidFill>
                <a:latin typeface="Noto Sans KR"/>
                <a:ea typeface="Noto Sans KR"/>
                <a:cs typeface="Noto Sans KR"/>
              </a:rPr>
              <a:t>지역·유형 선택</a:t>
            </a:r>
          </a:p>
        </p:txBody>
      </p:sp>
      <p:sp>
        <p:nvSpPr>
          <p:cNvPr id="8" name="→">
            <a:extLst>
              <a:ext uri="{FF2B5EF4-FFF2-40B4-BE49-F238E27FC236}">
                <ns2:creationId id="{78729375-54F0-4AC5-8257-2B6525330627}"/>
              </a:ext>
            </a:extLst>
          </p:cNvPr>
          <p:cNvSpPr>
            <a:spLocks noGrp="1"/>
          </p:cNvSpPr>
          <p:nvPr/>
        </p:nvSpPr>
        <p:spPr>
          <a:xfrm>
            <a:off x="4210050" y="4410075"/>
            <a:ext cx="419100" cy="438150"/>
          </a:xfrm>
          <a:prstGeom prst="rect">
            <a:avLst/>
          </a:prstGeom>
          <a:noFill/>
          <a:ln w="0">
            <a:noFill/>
          </a:ln>
        </p:spPr>
        <p:txBody>
          <a:bodyPr wrap="square" lIns="0" tIns="0" rIns="0" bIns="0" anchor="ctr">
            <a:noAutofit/>
          </a:bodyPr>
          <a:lstStyle>
            <a:defPPr algn="l">
              <a:defRPr sz="2250" b="1">
                <a:solidFill>
                  <a:srgbClr val="F1F5F9"/>
                </a:solidFill>
                <a:latin typeface="Noto Sans KR"/>
                <a:ea typeface="Noto Sans KR"/>
                <a:cs typeface="Noto Sans KR"/>
              </a:defRPr>
            </a:defPPr>
            <a:lvl1pPr algn="l">
              <a:defRPr sz="2250" b="1">
                <a:solidFill>
                  <a:srgbClr val="F1F5F9"/>
                </a:solidFill>
                <a:latin typeface="Noto Sans KR"/>
                <a:ea typeface="Noto Sans KR"/>
                <a:cs typeface="Noto Sans KR"/>
              </a:defRPr>
            </a:lvl1pPr>
            <a:lvl2pPr algn="l">
              <a:defRPr sz="2250" b="1">
                <a:solidFill>
                  <a:srgbClr val="F1F5F9"/>
                </a:solidFill>
                <a:latin typeface="Noto Sans KR"/>
                <a:ea typeface="Noto Sans KR"/>
                <a:cs typeface="Noto Sans KR"/>
              </a:defRPr>
            </a:lvl2pPr>
            <a:lvl3pPr algn="l">
              <a:defRPr sz="2250" b="1">
                <a:solidFill>
                  <a:srgbClr val="F1F5F9"/>
                </a:solidFill>
                <a:latin typeface="Noto Sans KR"/>
                <a:ea typeface="Noto Sans KR"/>
                <a:cs typeface="Noto Sans KR"/>
              </a:defRPr>
            </a:lvl3pPr>
            <a:lvl4pPr algn="l">
              <a:defRPr sz="2250" b="1">
                <a:solidFill>
                  <a:srgbClr val="F1F5F9"/>
                </a:solidFill>
                <a:latin typeface="Noto Sans KR"/>
                <a:ea typeface="Noto Sans KR"/>
                <a:cs typeface="Noto Sans KR"/>
              </a:defRPr>
            </a:lvl4pPr>
            <a:lvl5pPr algn="l">
              <a:defRPr sz="2250" b="1">
                <a:solidFill>
                  <a:srgbClr val="F1F5F9"/>
                </a:solidFill>
                <a:latin typeface="Noto Sans KR"/>
                <a:ea typeface="Noto Sans KR"/>
                <a:cs typeface="Noto Sans KR"/>
              </a:defRPr>
            </a:lvl5pPr>
            <a:lvl6pPr algn="l">
              <a:defRPr sz="2250" b="1">
                <a:solidFill>
                  <a:srgbClr val="F1F5F9"/>
                </a:solidFill>
                <a:latin typeface="Noto Sans KR"/>
                <a:ea typeface="Noto Sans KR"/>
                <a:cs typeface="Noto Sans KR"/>
              </a:defRPr>
            </a:lvl6pPr>
            <a:lvl7pPr algn="l">
              <a:defRPr sz="2250" b="1">
                <a:solidFill>
                  <a:srgbClr val="F1F5F9"/>
                </a:solidFill>
                <a:latin typeface="Noto Sans KR"/>
                <a:ea typeface="Noto Sans KR"/>
                <a:cs typeface="Noto Sans KR"/>
              </a:defRPr>
            </a:lvl7pPr>
            <a:lvl8pPr algn="l">
              <a:defRPr sz="2250" b="1">
                <a:solidFill>
                  <a:srgbClr val="F1F5F9"/>
                </a:solidFill>
                <a:latin typeface="Noto Sans KR"/>
                <a:ea typeface="Noto Sans KR"/>
                <a:cs typeface="Noto Sans KR"/>
              </a:defRPr>
            </a:lvl8pPr>
            <a:lvl9pPr algn="l">
              <a:defRPr sz="2250" b="1">
                <a:solidFill>
                  <a:srgbClr val="F1F5F9"/>
                </a:solidFill>
                <a:latin typeface="Noto Sans KR"/>
                <a:ea typeface="Noto Sans KR"/>
                <a:cs typeface="Noto Sans KR"/>
              </a:defRPr>
            </a:lvl9pPr>
          </a:lstStyle>
          <a:p>
            <a:pPr algn="l">
              <a:defRPr sz="2250" b="1">
                <a:solidFill>
                  <a:srgbClr val="090909"/>
                </a:solidFill>
                <a:latin typeface="Noto Sans KR"/>
                <a:ea typeface="Noto Sans KR"/>
                <a:cs typeface="Noto Sans KR"/>
              </a:defRPr>
            </a:pPr>
            <a:r>
              <a:rPr sz="2250" b="1">
                <a:solidFill>
                  <a:srgbClr val="F1F5F9"/>
                </a:solidFill>
                <a:latin typeface="Noto Sans KR"/>
                <a:ea typeface="Noto Sans KR"/>
                <a:cs typeface="Noto Sans KR"/>
              </a:rPr>
              <a:t>→</a:t>
            </a:r>
          </a:p>
        </p:txBody>
      </p:sp>
      <p:sp>
        <p:nvSpPr>
          <p:cNvPr id="9" name="02">
            <a:extLst>
              <a:ext uri="{FF2B5EF4-FFF2-40B4-BE49-F238E27FC236}">
                <ns2:creationId id="{6BD2F2B9-2A53-46F1-A9F8-43E62DF3B2C6}"/>
              </a:ext>
            </a:extLst>
          </p:cNvPr>
          <p:cNvSpPr>
            <a:spLocks noGrp="1"/>
          </p:cNvSpPr>
          <p:nvPr/>
        </p:nvSpPr>
        <p:spPr>
          <a:xfrm>
            <a:off x="4667250" y="4362450"/>
            <a:ext cx="714375" cy="542925"/>
          </a:xfrm>
          <a:prstGeom prst="rect">
            <a:avLst/>
          </a:prstGeom>
          <a:noFill/>
          <a:ln w="0">
            <a:noFill/>
          </a:ln>
        </p:spPr>
        <p:txBody>
          <a:bodyPr wrap="square" lIns="0" tIns="0" rIns="0" bIns="0" anchor="ctr">
            <a:noAutofit/>
          </a:bodyPr>
          <a:lstStyle>
            <a:defPPr algn="l">
              <a:defRPr sz="3150" b="1">
                <a:solidFill>
                  <a:srgbClr val="FF9B63"/>
                </a:solidFill>
                <a:latin typeface="Noto Sans KR"/>
                <a:ea typeface="Noto Sans KR"/>
                <a:cs typeface="Noto Sans KR"/>
              </a:defRPr>
            </a:defPPr>
            <a:lvl1pPr algn="l">
              <a:defRPr sz="3150" b="1">
                <a:solidFill>
                  <a:srgbClr val="FF9B63"/>
                </a:solidFill>
                <a:latin typeface="Noto Sans KR"/>
                <a:ea typeface="Noto Sans KR"/>
                <a:cs typeface="Noto Sans KR"/>
              </a:defRPr>
            </a:lvl1pPr>
            <a:lvl2pPr algn="l">
              <a:defRPr sz="3150" b="1">
                <a:solidFill>
                  <a:srgbClr val="FF9B63"/>
                </a:solidFill>
                <a:latin typeface="Noto Sans KR"/>
                <a:ea typeface="Noto Sans KR"/>
                <a:cs typeface="Noto Sans KR"/>
              </a:defRPr>
            </a:lvl2pPr>
            <a:lvl3pPr algn="l">
              <a:defRPr sz="3150" b="1">
                <a:solidFill>
                  <a:srgbClr val="FF9B63"/>
                </a:solidFill>
                <a:latin typeface="Noto Sans KR"/>
                <a:ea typeface="Noto Sans KR"/>
                <a:cs typeface="Noto Sans KR"/>
              </a:defRPr>
            </a:lvl3pPr>
            <a:lvl4pPr algn="l">
              <a:defRPr sz="3150" b="1">
                <a:solidFill>
                  <a:srgbClr val="FF9B63"/>
                </a:solidFill>
                <a:latin typeface="Noto Sans KR"/>
                <a:ea typeface="Noto Sans KR"/>
                <a:cs typeface="Noto Sans KR"/>
              </a:defRPr>
            </a:lvl4pPr>
            <a:lvl5pPr algn="l">
              <a:defRPr sz="3150" b="1">
                <a:solidFill>
                  <a:srgbClr val="FF9B63"/>
                </a:solidFill>
                <a:latin typeface="Noto Sans KR"/>
                <a:ea typeface="Noto Sans KR"/>
                <a:cs typeface="Noto Sans KR"/>
              </a:defRPr>
            </a:lvl5pPr>
            <a:lvl6pPr algn="l">
              <a:defRPr sz="3150" b="1">
                <a:solidFill>
                  <a:srgbClr val="FF9B63"/>
                </a:solidFill>
                <a:latin typeface="Noto Sans KR"/>
                <a:ea typeface="Noto Sans KR"/>
                <a:cs typeface="Noto Sans KR"/>
              </a:defRPr>
            </a:lvl6pPr>
            <a:lvl7pPr algn="l">
              <a:defRPr sz="3150" b="1">
                <a:solidFill>
                  <a:srgbClr val="FF9B63"/>
                </a:solidFill>
                <a:latin typeface="Noto Sans KR"/>
                <a:ea typeface="Noto Sans KR"/>
                <a:cs typeface="Noto Sans KR"/>
              </a:defRPr>
            </a:lvl7pPr>
            <a:lvl8pPr algn="l">
              <a:defRPr sz="3150" b="1">
                <a:solidFill>
                  <a:srgbClr val="FF9B63"/>
                </a:solidFill>
                <a:latin typeface="Noto Sans KR"/>
                <a:ea typeface="Noto Sans KR"/>
                <a:cs typeface="Noto Sans KR"/>
              </a:defRPr>
            </a:lvl8pPr>
            <a:lvl9pPr algn="l">
              <a:defRPr sz="3150" b="1">
                <a:solidFill>
                  <a:srgbClr val="FF9B63"/>
                </a:solidFill>
                <a:latin typeface="Noto Sans KR"/>
                <a:ea typeface="Noto Sans KR"/>
                <a:cs typeface="Noto Sans KR"/>
              </a:defRPr>
            </a:lvl9pPr>
          </a:lstStyle>
          <a:p>
            <a:pPr algn="l">
              <a:defRPr sz="3150" b="1">
                <a:solidFill>
                  <a:srgbClr val="FF7D22"/>
                </a:solidFill>
                <a:latin typeface="Noto Sans KR"/>
                <a:ea typeface="Noto Sans KR"/>
                <a:cs typeface="Noto Sans KR"/>
              </a:defRPr>
            </a:pPr>
            <a:r>
              <a:rPr sz="3150" b="1">
                <a:solidFill>
                  <a:srgbClr val="FF9B63"/>
                </a:solidFill>
                <a:latin typeface="Noto Sans KR"/>
                <a:ea typeface="Noto Sans KR"/>
                <a:cs typeface="Noto Sans KR"/>
              </a:rPr>
              <a:t>02</a:t>
            </a:r>
          </a:p>
        </p:txBody>
      </p:sp>
      <p:sp>
        <p:nvSpPr>
          <p:cNvPr id="10" name="같은 조건 비교">
            <a:extLst>
              <a:ext uri="{FF2B5EF4-FFF2-40B4-BE49-F238E27FC236}">
                <ns2:creationId id="{3F85C89C-BBAE-4F28-989E-7BAA00F1814C}"/>
              </a:ext>
            </a:extLst>
          </p:cNvPr>
          <p:cNvSpPr>
            <a:spLocks noGrp="1"/>
          </p:cNvSpPr>
          <p:nvPr/>
        </p:nvSpPr>
        <p:spPr>
          <a:xfrm>
            <a:off x="5448300" y="4429125"/>
            <a:ext cx="2286000" cy="400050"/>
          </a:xfrm>
          <a:prstGeom prst="rect">
            <a:avLst/>
          </a:prstGeom>
          <a:noFill/>
          <a:ln w="0">
            <a:noFill/>
          </a:ln>
        </p:spPr>
        <p:txBody>
          <a:bodyPr wrap="square" lIns="0" tIns="0" rIns="0" bIns="0" anchor="ctr">
            <a:noAutofit/>
          </a:bodyPr>
          <a:lstStyle>
            <a:defPPr algn="l">
              <a:defRPr sz="2025" b="1">
                <a:solidFill>
                  <a:srgbClr val="F1F5F9"/>
                </a:solidFill>
                <a:latin typeface="Noto Sans KR"/>
                <a:ea typeface="Noto Sans KR"/>
                <a:cs typeface="Noto Sans KR"/>
              </a:defRPr>
            </a:defPPr>
            <a:lvl1pPr algn="l">
              <a:defRPr sz="2025" b="1">
                <a:solidFill>
                  <a:srgbClr val="F1F5F9"/>
                </a:solidFill>
                <a:latin typeface="Noto Sans KR"/>
                <a:ea typeface="Noto Sans KR"/>
                <a:cs typeface="Noto Sans KR"/>
              </a:defRPr>
            </a:lvl1pPr>
            <a:lvl2pPr algn="l">
              <a:defRPr sz="2025" b="1">
                <a:solidFill>
                  <a:srgbClr val="F1F5F9"/>
                </a:solidFill>
                <a:latin typeface="Noto Sans KR"/>
                <a:ea typeface="Noto Sans KR"/>
                <a:cs typeface="Noto Sans KR"/>
              </a:defRPr>
            </a:lvl2pPr>
            <a:lvl3pPr algn="l">
              <a:defRPr sz="2025" b="1">
                <a:solidFill>
                  <a:srgbClr val="F1F5F9"/>
                </a:solidFill>
                <a:latin typeface="Noto Sans KR"/>
                <a:ea typeface="Noto Sans KR"/>
                <a:cs typeface="Noto Sans KR"/>
              </a:defRPr>
            </a:lvl3pPr>
            <a:lvl4pPr algn="l">
              <a:defRPr sz="2025" b="1">
                <a:solidFill>
                  <a:srgbClr val="F1F5F9"/>
                </a:solidFill>
                <a:latin typeface="Noto Sans KR"/>
                <a:ea typeface="Noto Sans KR"/>
                <a:cs typeface="Noto Sans KR"/>
              </a:defRPr>
            </a:lvl4pPr>
            <a:lvl5pPr algn="l">
              <a:defRPr sz="2025" b="1">
                <a:solidFill>
                  <a:srgbClr val="F1F5F9"/>
                </a:solidFill>
                <a:latin typeface="Noto Sans KR"/>
                <a:ea typeface="Noto Sans KR"/>
                <a:cs typeface="Noto Sans KR"/>
              </a:defRPr>
            </a:lvl5pPr>
            <a:lvl6pPr algn="l">
              <a:defRPr sz="2025" b="1">
                <a:solidFill>
                  <a:srgbClr val="F1F5F9"/>
                </a:solidFill>
                <a:latin typeface="Noto Sans KR"/>
                <a:ea typeface="Noto Sans KR"/>
                <a:cs typeface="Noto Sans KR"/>
              </a:defRPr>
            </a:lvl6pPr>
            <a:lvl7pPr algn="l">
              <a:defRPr sz="2025" b="1">
                <a:solidFill>
                  <a:srgbClr val="F1F5F9"/>
                </a:solidFill>
                <a:latin typeface="Noto Sans KR"/>
                <a:ea typeface="Noto Sans KR"/>
                <a:cs typeface="Noto Sans KR"/>
              </a:defRPr>
            </a:lvl7pPr>
            <a:lvl8pPr algn="l">
              <a:defRPr sz="2025" b="1">
                <a:solidFill>
                  <a:srgbClr val="F1F5F9"/>
                </a:solidFill>
                <a:latin typeface="Noto Sans KR"/>
                <a:ea typeface="Noto Sans KR"/>
                <a:cs typeface="Noto Sans KR"/>
              </a:defRPr>
            </a:lvl8pPr>
            <a:lvl9pPr algn="l">
              <a:defRPr sz="2025" b="1">
                <a:solidFill>
                  <a:srgbClr val="F1F5F9"/>
                </a:solidFill>
                <a:latin typeface="Noto Sans KR"/>
                <a:ea typeface="Noto Sans KR"/>
                <a:cs typeface="Noto Sans KR"/>
              </a:defRPr>
            </a:lvl9pPr>
          </a:lstStyle>
          <a:p>
            <a:pPr algn="l">
              <a:defRPr sz="2025" b="1">
                <a:solidFill>
                  <a:srgbClr val="090909"/>
                </a:solidFill>
                <a:latin typeface="Noto Sans KR"/>
                <a:ea typeface="Noto Sans KR"/>
                <a:cs typeface="Noto Sans KR"/>
              </a:defRPr>
            </a:pPr>
            <a:r>
              <a:rPr sz="2025" b="1">
                <a:solidFill>
                  <a:srgbClr val="F1F5F9"/>
                </a:solidFill>
                <a:latin typeface="Noto Sans KR"/>
                <a:ea typeface="Noto Sans KR"/>
                <a:cs typeface="Noto Sans KR"/>
              </a:rPr>
              <a:t>같은 조건 비교</a:t>
            </a:r>
          </a:p>
        </p:txBody>
      </p:sp>
      <p:sp>
        <p:nvSpPr>
          <p:cNvPr id="11" name="→">
            <a:extLst>
              <a:ext uri="{FF2B5EF4-FFF2-40B4-BE49-F238E27FC236}">
                <ns2:creationId id="{9478B96E-6A2B-4E33-BAA6-2C7FD8E3107A}"/>
              </a:ext>
            </a:extLst>
          </p:cNvPr>
          <p:cNvSpPr>
            <a:spLocks noGrp="1"/>
          </p:cNvSpPr>
          <p:nvPr/>
        </p:nvSpPr>
        <p:spPr>
          <a:xfrm>
            <a:off x="7591425" y="4410075"/>
            <a:ext cx="419100" cy="438150"/>
          </a:xfrm>
          <a:prstGeom prst="rect">
            <a:avLst/>
          </a:prstGeom>
          <a:noFill/>
          <a:ln w="0">
            <a:noFill/>
          </a:ln>
        </p:spPr>
        <p:txBody>
          <a:bodyPr wrap="square" lIns="0" tIns="0" rIns="0" bIns="0" anchor="ctr">
            <a:noAutofit/>
          </a:bodyPr>
          <a:lstStyle>
            <a:defPPr algn="l">
              <a:defRPr sz="2250" b="1">
                <a:solidFill>
                  <a:srgbClr val="F1F5F9"/>
                </a:solidFill>
                <a:latin typeface="Noto Sans KR"/>
                <a:ea typeface="Noto Sans KR"/>
                <a:cs typeface="Noto Sans KR"/>
              </a:defRPr>
            </a:defPPr>
            <a:lvl1pPr algn="l">
              <a:defRPr sz="2250" b="1">
                <a:solidFill>
                  <a:srgbClr val="F1F5F9"/>
                </a:solidFill>
                <a:latin typeface="Noto Sans KR"/>
                <a:ea typeface="Noto Sans KR"/>
                <a:cs typeface="Noto Sans KR"/>
              </a:defRPr>
            </a:lvl1pPr>
            <a:lvl2pPr algn="l">
              <a:defRPr sz="2250" b="1">
                <a:solidFill>
                  <a:srgbClr val="F1F5F9"/>
                </a:solidFill>
                <a:latin typeface="Noto Sans KR"/>
                <a:ea typeface="Noto Sans KR"/>
                <a:cs typeface="Noto Sans KR"/>
              </a:defRPr>
            </a:lvl2pPr>
            <a:lvl3pPr algn="l">
              <a:defRPr sz="2250" b="1">
                <a:solidFill>
                  <a:srgbClr val="F1F5F9"/>
                </a:solidFill>
                <a:latin typeface="Noto Sans KR"/>
                <a:ea typeface="Noto Sans KR"/>
                <a:cs typeface="Noto Sans KR"/>
              </a:defRPr>
            </a:lvl3pPr>
            <a:lvl4pPr algn="l">
              <a:defRPr sz="2250" b="1">
                <a:solidFill>
                  <a:srgbClr val="F1F5F9"/>
                </a:solidFill>
                <a:latin typeface="Noto Sans KR"/>
                <a:ea typeface="Noto Sans KR"/>
                <a:cs typeface="Noto Sans KR"/>
              </a:defRPr>
            </a:lvl4pPr>
            <a:lvl5pPr algn="l">
              <a:defRPr sz="2250" b="1">
                <a:solidFill>
                  <a:srgbClr val="F1F5F9"/>
                </a:solidFill>
                <a:latin typeface="Noto Sans KR"/>
                <a:ea typeface="Noto Sans KR"/>
                <a:cs typeface="Noto Sans KR"/>
              </a:defRPr>
            </a:lvl5pPr>
            <a:lvl6pPr algn="l">
              <a:defRPr sz="2250" b="1">
                <a:solidFill>
                  <a:srgbClr val="F1F5F9"/>
                </a:solidFill>
                <a:latin typeface="Noto Sans KR"/>
                <a:ea typeface="Noto Sans KR"/>
                <a:cs typeface="Noto Sans KR"/>
              </a:defRPr>
            </a:lvl6pPr>
            <a:lvl7pPr algn="l">
              <a:defRPr sz="2250" b="1">
                <a:solidFill>
                  <a:srgbClr val="F1F5F9"/>
                </a:solidFill>
                <a:latin typeface="Noto Sans KR"/>
                <a:ea typeface="Noto Sans KR"/>
                <a:cs typeface="Noto Sans KR"/>
              </a:defRPr>
            </a:lvl7pPr>
            <a:lvl8pPr algn="l">
              <a:defRPr sz="2250" b="1">
                <a:solidFill>
                  <a:srgbClr val="F1F5F9"/>
                </a:solidFill>
                <a:latin typeface="Noto Sans KR"/>
                <a:ea typeface="Noto Sans KR"/>
                <a:cs typeface="Noto Sans KR"/>
              </a:defRPr>
            </a:lvl8pPr>
            <a:lvl9pPr algn="l">
              <a:defRPr sz="2250" b="1">
                <a:solidFill>
                  <a:srgbClr val="F1F5F9"/>
                </a:solidFill>
                <a:latin typeface="Noto Sans KR"/>
                <a:ea typeface="Noto Sans KR"/>
                <a:cs typeface="Noto Sans KR"/>
              </a:defRPr>
            </a:lvl9pPr>
          </a:lstStyle>
          <a:p>
            <a:pPr algn="l">
              <a:defRPr sz="2250" b="1">
                <a:solidFill>
                  <a:srgbClr val="090909"/>
                </a:solidFill>
                <a:latin typeface="Noto Sans KR"/>
                <a:ea typeface="Noto Sans KR"/>
                <a:cs typeface="Noto Sans KR"/>
              </a:defRPr>
            </a:pPr>
            <a:r>
              <a:rPr sz="2250" b="1">
                <a:solidFill>
                  <a:srgbClr val="F1F5F9"/>
                </a:solidFill>
                <a:latin typeface="Noto Sans KR"/>
                <a:ea typeface="Noto Sans KR"/>
                <a:cs typeface="Noto Sans KR"/>
              </a:rPr>
              <a:t>→</a:t>
            </a:r>
          </a:p>
        </p:txBody>
      </p:sp>
      <p:sp>
        <p:nvSpPr>
          <p:cNvPr id="12" name="03">
            <a:extLst>
              <a:ext uri="{FF2B5EF4-FFF2-40B4-BE49-F238E27FC236}">
                <ns2:creationId id="{EA34716C-BB57-49A9-AC1D-7BEB707F55C1}"/>
              </a:ext>
            </a:extLst>
          </p:cNvPr>
          <p:cNvSpPr>
            <a:spLocks noGrp="1"/>
          </p:cNvSpPr>
          <p:nvPr/>
        </p:nvSpPr>
        <p:spPr>
          <a:xfrm>
            <a:off x="8048625" y="4362450"/>
            <a:ext cx="714375" cy="542925"/>
          </a:xfrm>
          <a:prstGeom prst="rect">
            <a:avLst/>
          </a:prstGeom>
          <a:noFill/>
          <a:ln w="0">
            <a:noFill/>
          </a:ln>
        </p:spPr>
        <p:txBody>
          <a:bodyPr wrap="square" lIns="0" tIns="0" rIns="0" bIns="0" anchor="ctr">
            <a:noAutofit/>
          </a:bodyPr>
          <a:lstStyle>
            <a:defPPr algn="l">
              <a:defRPr sz="3150" b="1">
                <a:solidFill>
                  <a:srgbClr val="FF9B63"/>
                </a:solidFill>
                <a:latin typeface="Noto Sans KR"/>
                <a:ea typeface="Noto Sans KR"/>
                <a:cs typeface="Noto Sans KR"/>
              </a:defRPr>
            </a:defPPr>
            <a:lvl1pPr algn="l">
              <a:defRPr sz="3150" b="1">
                <a:solidFill>
                  <a:srgbClr val="FF9B63"/>
                </a:solidFill>
                <a:latin typeface="Noto Sans KR"/>
                <a:ea typeface="Noto Sans KR"/>
                <a:cs typeface="Noto Sans KR"/>
              </a:defRPr>
            </a:lvl1pPr>
            <a:lvl2pPr algn="l">
              <a:defRPr sz="3150" b="1">
                <a:solidFill>
                  <a:srgbClr val="FF9B63"/>
                </a:solidFill>
                <a:latin typeface="Noto Sans KR"/>
                <a:ea typeface="Noto Sans KR"/>
                <a:cs typeface="Noto Sans KR"/>
              </a:defRPr>
            </a:lvl2pPr>
            <a:lvl3pPr algn="l">
              <a:defRPr sz="3150" b="1">
                <a:solidFill>
                  <a:srgbClr val="FF9B63"/>
                </a:solidFill>
                <a:latin typeface="Noto Sans KR"/>
                <a:ea typeface="Noto Sans KR"/>
                <a:cs typeface="Noto Sans KR"/>
              </a:defRPr>
            </a:lvl3pPr>
            <a:lvl4pPr algn="l">
              <a:defRPr sz="3150" b="1">
                <a:solidFill>
                  <a:srgbClr val="FF9B63"/>
                </a:solidFill>
                <a:latin typeface="Noto Sans KR"/>
                <a:ea typeface="Noto Sans KR"/>
                <a:cs typeface="Noto Sans KR"/>
              </a:defRPr>
            </a:lvl4pPr>
            <a:lvl5pPr algn="l">
              <a:defRPr sz="3150" b="1">
                <a:solidFill>
                  <a:srgbClr val="FF9B63"/>
                </a:solidFill>
                <a:latin typeface="Noto Sans KR"/>
                <a:ea typeface="Noto Sans KR"/>
                <a:cs typeface="Noto Sans KR"/>
              </a:defRPr>
            </a:lvl5pPr>
            <a:lvl6pPr algn="l">
              <a:defRPr sz="3150" b="1">
                <a:solidFill>
                  <a:srgbClr val="FF9B63"/>
                </a:solidFill>
                <a:latin typeface="Noto Sans KR"/>
                <a:ea typeface="Noto Sans KR"/>
                <a:cs typeface="Noto Sans KR"/>
              </a:defRPr>
            </a:lvl6pPr>
            <a:lvl7pPr algn="l">
              <a:defRPr sz="3150" b="1">
                <a:solidFill>
                  <a:srgbClr val="FF9B63"/>
                </a:solidFill>
                <a:latin typeface="Noto Sans KR"/>
                <a:ea typeface="Noto Sans KR"/>
                <a:cs typeface="Noto Sans KR"/>
              </a:defRPr>
            </a:lvl7pPr>
            <a:lvl8pPr algn="l">
              <a:defRPr sz="3150" b="1">
                <a:solidFill>
                  <a:srgbClr val="FF9B63"/>
                </a:solidFill>
                <a:latin typeface="Noto Sans KR"/>
                <a:ea typeface="Noto Sans KR"/>
                <a:cs typeface="Noto Sans KR"/>
              </a:defRPr>
            </a:lvl8pPr>
            <a:lvl9pPr algn="l">
              <a:defRPr sz="3150" b="1">
                <a:solidFill>
                  <a:srgbClr val="FF9B63"/>
                </a:solidFill>
                <a:latin typeface="Noto Sans KR"/>
                <a:ea typeface="Noto Sans KR"/>
                <a:cs typeface="Noto Sans KR"/>
              </a:defRPr>
            </a:lvl9pPr>
          </a:lstStyle>
          <a:p>
            <a:pPr algn="l">
              <a:defRPr sz="3150" b="1">
                <a:solidFill>
                  <a:srgbClr val="FF7D22"/>
                </a:solidFill>
                <a:latin typeface="Noto Sans KR"/>
                <a:ea typeface="Noto Sans KR"/>
                <a:cs typeface="Noto Sans KR"/>
              </a:defRPr>
            </a:pPr>
            <a:r>
              <a:rPr sz="3150" b="1">
                <a:solidFill>
                  <a:srgbClr val="FF9B63"/>
                </a:solidFill>
                <a:latin typeface="Noto Sans KR"/>
                <a:ea typeface="Noto Sans KR"/>
                <a:cs typeface="Noto Sans KR"/>
              </a:rPr>
              <a:t>03</a:t>
            </a:r>
          </a:p>
        </p:txBody>
      </p:sp>
      <p:sp>
        <p:nvSpPr>
          <p:cNvPr id="13" name="개별 상권 확인">
            <a:extLst>
              <a:ext uri="{FF2B5EF4-FFF2-40B4-BE49-F238E27FC236}">
                <ns2:creationId id="{034DF5EF-0BAB-480B-B9E7-FE1FA865306D}"/>
              </a:ext>
            </a:extLst>
          </p:cNvPr>
          <p:cNvSpPr>
            <a:spLocks noGrp="1"/>
          </p:cNvSpPr>
          <p:nvPr/>
        </p:nvSpPr>
        <p:spPr>
          <a:xfrm>
            <a:off x="8829675" y="4429125"/>
            <a:ext cx="2286000" cy="400050"/>
          </a:xfrm>
          <a:prstGeom prst="rect">
            <a:avLst/>
          </a:prstGeom>
          <a:noFill/>
          <a:ln w="0">
            <a:noFill/>
          </a:ln>
        </p:spPr>
        <p:txBody>
          <a:bodyPr wrap="square" lIns="0" tIns="0" rIns="0" bIns="0" anchor="ctr">
            <a:noAutofit/>
          </a:bodyPr>
          <a:lstStyle>
            <a:defPPr algn="l">
              <a:defRPr sz="2025" b="1">
                <a:solidFill>
                  <a:srgbClr val="F1F5F9"/>
                </a:solidFill>
                <a:latin typeface="Noto Sans KR"/>
                <a:ea typeface="Noto Sans KR"/>
                <a:cs typeface="Noto Sans KR"/>
              </a:defRPr>
            </a:defPPr>
            <a:lvl1pPr algn="l">
              <a:defRPr sz="2025" b="1">
                <a:solidFill>
                  <a:srgbClr val="F1F5F9"/>
                </a:solidFill>
                <a:latin typeface="Noto Sans KR"/>
                <a:ea typeface="Noto Sans KR"/>
                <a:cs typeface="Noto Sans KR"/>
              </a:defRPr>
            </a:lvl1pPr>
            <a:lvl2pPr algn="l">
              <a:defRPr sz="2025" b="1">
                <a:solidFill>
                  <a:srgbClr val="F1F5F9"/>
                </a:solidFill>
                <a:latin typeface="Noto Sans KR"/>
                <a:ea typeface="Noto Sans KR"/>
                <a:cs typeface="Noto Sans KR"/>
              </a:defRPr>
            </a:lvl2pPr>
            <a:lvl3pPr algn="l">
              <a:defRPr sz="2025" b="1">
                <a:solidFill>
                  <a:srgbClr val="F1F5F9"/>
                </a:solidFill>
                <a:latin typeface="Noto Sans KR"/>
                <a:ea typeface="Noto Sans KR"/>
                <a:cs typeface="Noto Sans KR"/>
              </a:defRPr>
            </a:lvl3pPr>
            <a:lvl4pPr algn="l">
              <a:defRPr sz="2025" b="1">
                <a:solidFill>
                  <a:srgbClr val="F1F5F9"/>
                </a:solidFill>
                <a:latin typeface="Noto Sans KR"/>
                <a:ea typeface="Noto Sans KR"/>
                <a:cs typeface="Noto Sans KR"/>
              </a:defRPr>
            </a:lvl4pPr>
            <a:lvl5pPr algn="l">
              <a:defRPr sz="2025" b="1">
                <a:solidFill>
                  <a:srgbClr val="F1F5F9"/>
                </a:solidFill>
                <a:latin typeface="Noto Sans KR"/>
                <a:ea typeface="Noto Sans KR"/>
                <a:cs typeface="Noto Sans KR"/>
              </a:defRPr>
            </a:lvl5pPr>
            <a:lvl6pPr algn="l">
              <a:defRPr sz="2025" b="1">
                <a:solidFill>
                  <a:srgbClr val="F1F5F9"/>
                </a:solidFill>
                <a:latin typeface="Noto Sans KR"/>
                <a:ea typeface="Noto Sans KR"/>
                <a:cs typeface="Noto Sans KR"/>
              </a:defRPr>
            </a:lvl6pPr>
            <a:lvl7pPr algn="l">
              <a:defRPr sz="2025" b="1">
                <a:solidFill>
                  <a:srgbClr val="F1F5F9"/>
                </a:solidFill>
                <a:latin typeface="Noto Sans KR"/>
                <a:ea typeface="Noto Sans KR"/>
                <a:cs typeface="Noto Sans KR"/>
              </a:defRPr>
            </a:lvl7pPr>
            <a:lvl8pPr algn="l">
              <a:defRPr sz="2025" b="1">
                <a:solidFill>
                  <a:srgbClr val="F1F5F9"/>
                </a:solidFill>
                <a:latin typeface="Noto Sans KR"/>
                <a:ea typeface="Noto Sans KR"/>
                <a:cs typeface="Noto Sans KR"/>
              </a:defRPr>
            </a:lvl8pPr>
            <a:lvl9pPr algn="l">
              <a:defRPr sz="2025" b="1">
                <a:solidFill>
                  <a:srgbClr val="F1F5F9"/>
                </a:solidFill>
                <a:latin typeface="Noto Sans KR"/>
                <a:ea typeface="Noto Sans KR"/>
                <a:cs typeface="Noto Sans KR"/>
              </a:defRPr>
            </a:lvl9pPr>
          </a:lstStyle>
          <a:p>
            <a:pPr algn="l">
              <a:defRPr sz="2025" b="1">
                <a:solidFill>
                  <a:srgbClr val="090909"/>
                </a:solidFill>
                <a:latin typeface="Noto Sans KR"/>
                <a:ea typeface="Noto Sans KR"/>
                <a:cs typeface="Noto Sans KR"/>
              </a:defRPr>
            </a:pPr>
            <a:r>
              <a:rPr sz="2025" b="1">
                <a:solidFill>
                  <a:srgbClr val="F1F5F9"/>
                </a:solidFill>
                <a:latin typeface="Noto Sans KR"/>
                <a:ea typeface="Noto Sans KR"/>
                <a:cs typeface="Noto Sans KR"/>
              </a:rPr>
              <a:t>개별 상권 확인</a:t>
            </a:r>
          </a:p>
        </p:txBody>
      </p:sp>
      <p:sp>
        <p:nvSpPr>
          <p:cNvPr id="14" name="자치구 · 상권 유형 · 성과 유형 · 상권명">
            <a:extLst>
              <a:ext uri="{FF2B5EF4-FFF2-40B4-BE49-F238E27FC236}">
                <ns2:creationId id="{DB77485A-EA86-47FB-9A61-1F3DB0B280A9}"/>
              </a:ext>
            </a:extLst>
          </p:cNvPr>
          <p:cNvSpPr>
            <a:spLocks noGrp="1"/>
          </p:cNvSpPr>
          <p:nvPr/>
        </p:nvSpPr>
        <p:spPr>
          <a:xfrm>
            <a:off x="1428750" y="5191125"/>
            <a:ext cx="9334500" cy="371475"/>
          </a:xfrm>
          <a:prstGeom prst="rect">
            <a:avLst/>
          </a:prstGeom>
          <a:noFill/>
          <a:ln w="0">
            <a:noFill/>
          </a:ln>
        </p:spPr>
        <p:txBody>
          <a:bodyPr wrap="square" lIns="0" tIns="0" rIns="0" bIns="0" anchor="ctr">
            <a:noAutofit/>
          </a:bodyPr>
          <a:lstStyle>
            <a:defPPr algn="ctr">
              <a:defRPr sz="1725" b="0">
                <a:solidFill>
                  <a:srgbClr val="BAC5D8"/>
                </a:solidFill>
                <a:latin typeface="Noto Sans KR"/>
                <a:ea typeface="Noto Sans KR"/>
                <a:cs typeface="Noto Sans KR"/>
              </a:defRPr>
            </a:defPPr>
            <a:lvl1pPr algn="ctr">
              <a:defRPr sz="1725" b="0">
                <a:solidFill>
                  <a:srgbClr val="BAC5D8"/>
                </a:solidFill>
                <a:latin typeface="Noto Sans KR"/>
                <a:ea typeface="Noto Sans KR"/>
                <a:cs typeface="Noto Sans KR"/>
              </a:defRPr>
            </a:lvl1pPr>
            <a:lvl2pPr algn="ctr">
              <a:defRPr sz="1725" b="0">
                <a:solidFill>
                  <a:srgbClr val="BAC5D8"/>
                </a:solidFill>
                <a:latin typeface="Noto Sans KR"/>
                <a:ea typeface="Noto Sans KR"/>
                <a:cs typeface="Noto Sans KR"/>
              </a:defRPr>
            </a:lvl2pPr>
            <a:lvl3pPr algn="ctr">
              <a:defRPr sz="1725" b="0">
                <a:solidFill>
                  <a:srgbClr val="BAC5D8"/>
                </a:solidFill>
                <a:latin typeface="Noto Sans KR"/>
                <a:ea typeface="Noto Sans KR"/>
                <a:cs typeface="Noto Sans KR"/>
              </a:defRPr>
            </a:lvl3pPr>
            <a:lvl4pPr algn="ctr">
              <a:defRPr sz="1725" b="0">
                <a:solidFill>
                  <a:srgbClr val="BAC5D8"/>
                </a:solidFill>
                <a:latin typeface="Noto Sans KR"/>
                <a:ea typeface="Noto Sans KR"/>
                <a:cs typeface="Noto Sans KR"/>
              </a:defRPr>
            </a:lvl4pPr>
            <a:lvl5pPr algn="ctr">
              <a:defRPr sz="1725" b="0">
                <a:solidFill>
                  <a:srgbClr val="BAC5D8"/>
                </a:solidFill>
                <a:latin typeface="Noto Sans KR"/>
                <a:ea typeface="Noto Sans KR"/>
                <a:cs typeface="Noto Sans KR"/>
              </a:defRPr>
            </a:lvl5pPr>
            <a:lvl6pPr algn="ctr">
              <a:defRPr sz="1725" b="0">
                <a:solidFill>
                  <a:srgbClr val="BAC5D8"/>
                </a:solidFill>
                <a:latin typeface="Noto Sans KR"/>
                <a:ea typeface="Noto Sans KR"/>
                <a:cs typeface="Noto Sans KR"/>
              </a:defRPr>
            </a:lvl6pPr>
            <a:lvl7pPr algn="ctr">
              <a:defRPr sz="1725" b="0">
                <a:solidFill>
                  <a:srgbClr val="BAC5D8"/>
                </a:solidFill>
                <a:latin typeface="Noto Sans KR"/>
                <a:ea typeface="Noto Sans KR"/>
                <a:cs typeface="Noto Sans KR"/>
              </a:defRPr>
            </a:lvl7pPr>
            <a:lvl8pPr algn="ctr">
              <a:defRPr sz="1725" b="0">
                <a:solidFill>
                  <a:srgbClr val="BAC5D8"/>
                </a:solidFill>
                <a:latin typeface="Noto Sans KR"/>
                <a:ea typeface="Noto Sans KR"/>
                <a:cs typeface="Noto Sans KR"/>
              </a:defRPr>
            </a:lvl8pPr>
            <a:lvl9pPr algn="ctr">
              <a:defRPr sz="1725" b="0">
                <a:solidFill>
                  <a:srgbClr val="BAC5D8"/>
                </a:solidFill>
                <a:latin typeface="Noto Sans KR"/>
                <a:ea typeface="Noto Sans KR"/>
                <a:cs typeface="Noto Sans KR"/>
              </a:defRPr>
            </a:lvl9pPr>
          </a:lstStyle>
          <a:p>
            <a:pPr algn="ctr">
              <a:defRPr sz="1725" b="0">
                <a:solidFill>
                  <a:srgbClr val="626262"/>
                </a:solidFill>
                <a:latin typeface="Noto Sans KR"/>
                <a:ea typeface="Noto Sans KR"/>
                <a:cs typeface="Noto Sans KR"/>
              </a:defRPr>
            </a:pPr>
            <a:r>
              <a:rPr sz="1725" b="0">
                <a:solidFill>
                  <a:srgbClr val="BAC5D8"/>
                </a:solidFill>
                <a:latin typeface="Noto Sans KR"/>
                <a:ea typeface="Noto Sans KR"/>
                <a:cs typeface="Noto Sans KR"/>
              </a:rPr>
              <a:t>자치구 · 상권 유형 · 성과 유형 · 상권명</a:t>
            </a:r>
          </a:p>
        </p:txBody>
      </p:sp>
      <p:sp>
        <p:nvSpPr>
          <p:cNvPr id="15" name="대시보드 열기">
            <a:extLst>
              <a:ext uri="{FF2B5EF4-FFF2-40B4-BE49-F238E27FC236}">
                <ns2:creationId id="{3162F6E8-1688-4265-BFB9-32009CD9A1FA}"/>
              </a:ext>
            </a:extLst>
          </p:cNvPr>
          <p:cNvSpPr>
            <a:spLocks noGrp="1"/>
          </p:cNvSpPr>
          <p:nvPr/>
        </p:nvSpPr>
        <p:spPr>
          <a:xfrm>
            <a:off x="4000500" y="5886450"/>
            <a:ext cx="4191000" cy="381000"/>
          </a:xfrm>
          <a:prstGeom prst="rect">
            <a:avLst/>
          </a:prstGeom>
          <a:noFill/>
          <a:ln w="0">
            <a:noFill/>
          </a:ln>
        </p:spPr>
        <p:txBody>
          <a:bodyPr wrap="square" lIns="0" tIns="0" rIns="0" bIns="0" anchor="ctr">
            <a:noAutofit/>
          </a:bodyPr>
          <a:lstStyle>
            <a:defPPr algn="ctr">
              <a:defRPr sz="1950" b="1">
                <a:solidFill>
                  <a:srgbClr val="FF9B63"/>
                </a:solidFill>
                <a:latin typeface="Noto Sans KR"/>
                <a:ea typeface="Noto Sans KR"/>
                <a:cs typeface="Noto Sans KR"/>
              </a:defRPr>
            </a:defPPr>
            <a:lvl1pPr algn="ctr">
              <a:defRPr sz="1950" b="1">
                <a:solidFill>
                  <a:srgbClr val="FF9B63"/>
                </a:solidFill>
                <a:latin typeface="Noto Sans KR"/>
                <a:ea typeface="Noto Sans KR"/>
                <a:cs typeface="Noto Sans KR"/>
              </a:defRPr>
            </a:lvl1pPr>
            <a:lvl2pPr algn="ctr">
              <a:defRPr sz="1950" b="1">
                <a:solidFill>
                  <a:srgbClr val="FF9B63"/>
                </a:solidFill>
                <a:latin typeface="Noto Sans KR"/>
                <a:ea typeface="Noto Sans KR"/>
                <a:cs typeface="Noto Sans KR"/>
              </a:defRPr>
            </a:lvl2pPr>
            <a:lvl3pPr algn="ctr">
              <a:defRPr sz="1950" b="1">
                <a:solidFill>
                  <a:srgbClr val="FF9B63"/>
                </a:solidFill>
                <a:latin typeface="Noto Sans KR"/>
                <a:ea typeface="Noto Sans KR"/>
                <a:cs typeface="Noto Sans KR"/>
              </a:defRPr>
            </a:lvl3pPr>
            <a:lvl4pPr algn="ctr">
              <a:defRPr sz="1950" b="1">
                <a:solidFill>
                  <a:srgbClr val="FF9B63"/>
                </a:solidFill>
                <a:latin typeface="Noto Sans KR"/>
                <a:ea typeface="Noto Sans KR"/>
                <a:cs typeface="Noto Sans KR"/>
              </a:defRPr>
            </a:lvl4pPr>
            <a:lvl5pPr algn="ctr">
              <a:defRPr sz="1950" b="1">
                <a:solidFill>
                  <a:srgbClr val="FF9B63"/>
                </a:solidFill>
                <a:latin typeface="Noto Sans KR"/>
                <a:ea typeface="Noto Sans KR"/>
                <a:cs typeface="Noto Sans KR"/>
              </a:defRPr>
            </a:lvl5pPr>
            <a:lvl6pPr algn="ctr">
              <a:defRPr sz="1950" b="1">
                <a:solidFill>
                  <a:srgbClr val="FF9B63"/>
                </a:solidFill>
                <a:latin typeface="Noto Sans KR"/>
                <a:ea typeface="Noto Sans KR"/>
                <a:cs typeface="Noto Sans KR"/>
              </a:defRPr>
            </a:lvl6pPr>
            <a:lvl7pPr algn="ctr">
              <a:defRPr sz="1950" b="1">
                <a:solidFill>
                  <a:srgbClr val="FF9B63"/>
                </a:solidFill>
                <a:latin typeface="Noto Sans KR"/>
                <a:ea typeface="Noto Sans KR"/>
                <a:cs typeface="Noto Sans KR"/>
              </a:defRPr>
            </a:lvl7pPr>
            <a:lvl8pPr algn="ctr">
              <a:defRPr sz="1950" b="1">
                <a:solidFill>
                  <a:srgbClr val="FF9B63"/>
                </a:solidFill>
                <a:latin typeface="Noto Sans KR"/>
                <a:ea typeface="Noto Sans KR"/>
                <a:cs typeface="Noto Sans KR"/>
              </a:defRPr>
            </a:lvl8pPr>
            <a:lvl9pPr algn="ctr">
              <a:defRPr sz="1950" b="1">
                <a:solidFill>
                  <a:srgbClr val="FF9B63"/>
                </a:solidFill>
                <a:latin typeface="Noto Sans KR"/>
                <a:ea typeface="Noto Sans KR"/>
                <a:cs typeface="Noto Sans KR"/>
              </a:defRPr>
            </a:lvl9pPr>
          </a:lstStyle>
          <a:p>
            <a:pPr algn="ctr">
              <a:defRPr sz="1950" b="1">
                <a:solidFill>
                  <a:srgbClr val="FF7D22"/>
                </a:solidFill>
                <a:latin typeface="Noto Sans KR"/>
                <a:ea typeface="Noto Sans KR"/>
                <a:cs typeface="Noto Sans KR"/>
              </a:defRPr>
            </a:pPr>
            <a:r>
              <a:rPr sz="1950" b="1">
                <a:solidFill>
                  <a:srgbClr val="FF9B63"/>
                </a:solidFill>
                <a:latin typeface="Noto Sans KR"/>
                <a:ea typeface="Noto Sans KR"/>
                <a:cs typeface="Noto Sans KR"/>
                <a:hlinkClick r:id="rIdDashboardLink"/>
              </a:rPr>
              <a:t>대시보드 열기</a:t>
            </a:r>
          </a:p>
        </p:txBody>
      </p:sp>
      <p:sp>
        <p:nvSpPr>
          <p:cNvPr id="16" name="datastudio.google.com/reporting/d8b2094c">
            <a:extLst>
              <a:ext uri="{FF2B5EF4-FFF2-40B4-BE49-F238E27FC236}">
                <ns2:creationId id="{03A35AE9-6D81-4734-A065-E59E9B3424EB}"/>
              </a:ext>
            </a:extLst>
          </p:cNvPr>
          <p:cNvSpPr>
            <a:spLocks noGrp="1"/>
          </p:cNvSpPr>
          <p:nvPr/>
        </p:nvSpPr>
        <p:spPr>
          <a:xfrm>
            <a:off x="1238250" y="6305550"/>
            <a:ext cx="9715500" cy="228600"/>
          </a:xfrm>
          <a:prstGeom prst="rect">
            <a:avLst/>
          </a:prstGeom>
          <a:noFill/>
          <a:ln w="0">
            <a:noFill/>
          </a:ln>
        </p:spPr>
        <p:txBody>
          <a:bodyPr wrap="square" lIns="0" tIns="0" rIns="0" bIns="0" anchor="ctr">
            <a:noAutofit/>
          </a:bodyPr>
          <a:lstStyle>
            <a:defPPr algn="ctr">
              <a:defRPr sz="1050" b="0">
                <a:solidFill>
                  <a:srgbClr val="BAC5D8"/>
                </a:solidFill>
                <a:latin typeface="Noto Sans KR"/>
                <a:ea typeface="Noto Sans KR"/>
                <a:cs typeface="Noto Sans KR"/>
              </a:defRPr>
            </a:defPPr>
            <a:lvl1pPr algn="ctr">
              <a:defRPr sz="1050" b="0">
                <a:solidFill>
                  <a:srgbClr val="BAC5D8"/>
                </a:solidFill>
                <a:latin typeface="Noto Sans KR"/>
                <a:ea typeface="Noto Sans KR"/>
                <a:cs typeface="Noto Sans KR"/>
              </a:defRPr>
            </a:lvl1pPr>
            <a:lvl2pPr algn="ctr">
              <a:defRPr sz="1050" b="0">
                <a:solidFill>
                  <a:srgbClr val="BAC5D8"/>
                </a:solidFill>
                <a:latin typeface="Noto Sans KR"/>
                <a:ea typeface="Noto Sans KR"/>
                <a:cs typeface="Noto Sans KR"/>
              </a:defRPr>
            </a:lvl2pPr>
            <a:lvl3pPr algn="ctr">
              <a:defRPr sz="1050" b="0">
                <a:solidFill>
                  <a:srgbClr val="BAC5D8"/>
                </a:solidFill>
                <a:latin typeface="Noto Sans KR"/>
                <a:ea typeface="Noto Sans KR"/>
                <a:cs typeface="Noto Sans KR"/>
              </a:defRPr>
            </a:lvl3pPr>
            <a:lvl4pPr algn="ctr">
              <a:defRPr sz="1050" b="0">
                <a:solidFill>
                  <a:srgbClr val="BAC5D8"/>
                </a:solidFill>
                <a:latin typeface="Noto Sans KR"/>
                <a:ea typeface="Noto Sans KR"/>
                <a:cs typeface="Noto Sans KR"/>
              </a:defRPr>
            </a:lvl4pPr>
            <a:lvl5pPr algn="ctr">
              <a:defRPr sz="1050" b="0">
                <a:solidFill>
                  <a:srgbClr val="BAC5D8"/>
                </a:solidFill>
                <a:latin typeface="Noto Sans KR"/>
                <a:ea typeface="Noto Sans KR"/>
                <a:cs typeface="Noto Sans KR"/>
              </a:defRPr>
            </a:lvl5pPr>
            <a:lvl6pPr algn="ctr">
              <a:defRPr sz="1050" b="0">
                <a:solidFill>
                  <a:srgbClr val="BAC5D8"/>
                </a:solidFill>
                <a:latin typeface="Noto Sans KR"/>
                <a:ea typeface="Noto Sans KR"/>
                <a:cs typeface="Noto Sans KR"/>
              </a:defRPr>
            </a:lvl6pPr>
            <a:lvl7pPr algn="ctr">
              <a:defRPr sz="1050" b="0">
                <a:solidFill>
                  <a:srgbClr val="BAC5D8"/>
                </a:solidFill>
                <a:latin typeface="Noto Sans KR"/>
                <a:ea typeface="Noto Sans KR"/>
                <a:cs typeface="Noto Sans KR"/>
              </a:defRPr>
            </a:lvl7pPr>
            <a:lvl8pPr algn="ctr">
              <a:defRPr sz="1050" b="0">
                <a:solidFill>
                  <a:srgbClr val="BAC5D8"/>
                </a:solidFill>
                <a:latin typeface="Noto Sans KR"/>
                <a:ea typeface="Noto Sans KR"/>
                <a:cs typeface="Noto Sans KR"/>
              </a:defRPr>
            </a:lvl8pPr>
            <a:lvl9pPr algn="ctr">
              <a:defRPr sz="1050" b="0">
                <a:solidFill>
                  <a:srgbClr val="BAC5D8"/>
                </a:solidFill>
                <a:latin typeface="Noto Sans KR"/>
                <a:ea typeface="Noto Sans KR"/>
                <a:cs typeface="Noto Sans KR"/>
              </a:defRPr>
            </a:lvl9pPr>
          </a:lstStyle>
          <a:p>
            <a:pPr algn="ctr">
              <a:defRPr sz="1050" b="0">
                <a:solidFill>
                  <a:srgbClr val="626262"/>
                </a:solidFill>
                <a:latin typeface="Noto Sans KR"/>
                <a:ea typeface="Noto Sans KR"/>
                <a:cs typeface="Noto Sans KR"/>
              </a:defRPr>
            </a:pPr>
            <a:r>
              <a:rPr sz="1050" b="0">
                <a:solidFill>
                  <a:srgbClr val="BAC5D8"/>
                </a:solidFill>
                <a:latin typeface="Noto Sans KR"/>
                <a:ea typeface="Noto Sans KR"/>
                <a:cs typeface="Noto Sans KR"/>
              </a:rPr>
              <a:t>datastudio.google.com/reporting/d8b2094c-6cb4-46ab-b319-6d493e19e47f</a:t>
            </a:r>
          </a:p>
        </p:txBody>
      </p:sp>
    </p:spTree>
    <p:extLst>
      <p:ext uri="{BB962C8B-B14F-4D97-AF65-F5344CB8AC3E}">
        <ns4:creationId val="1140463048"/>
      </p:ext>
    </p:extLst>
  </p:cSld>
</p:sld>
</file>

<file path=ppt/slides/slide10.xml><?xml version="1.0" encoding="utf-8"?>
<p:sld xmlns:p="http://schemas.openxmlformats.org/presentationml/2006/main">
  <p:cSld>
    <p:bg>
      <p:bgPr>
        <a:solidFill xmlns:a="http://schemas.openxmlformats.org/drawingml/2006/main">
          <a:srgbClr val="10163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6EF4AE1-4C55-4B26-9EA1-8C63A417CAD9}"/>
              </a:ext>
            </a:extLst>
          </p:cNvPr>
          <p:cNvPicPr>
            <a:picLocks xmlns:a="http://schemas.openxmlformats.org/drawingml/2006/main" noChangeAspect="1"/>
          </p:cNvPicPr>
          <p:nvPr/>
        </p:nvPicPr>
        <p:blipFill>
          <a:blip xmlns:r="http://schemas.openxmlformats.org/officeDocument/2006/relationships" xmlns:a="http://schemas.openxmlformats.org/drawingml/2006/main" r:embed="R9d701806c178473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분석을 통해 정리한 세 가지 비교 원칙">
            <a:extLst xmlns:a="http://schemas.openxmlformats.org/drawingml/2006/main">
              <a:ext uri="{FF2B5EF4-FFF2-40B4-BE49-F238E27FC236}">
                <a16:creationId xmlns:a16="http://schemas.microsoft.com/office/drawing/2014/main" id="{EB51C4B1-EBB1-4065-A670-02C249B5DF3C}"/>
              </a:ext>
            </a:extLst>
          </p:cNvPr>
          <p:cNvSpPr>
            <a:spLocks xmlns:a="http://schemas.openxmlformats.org/drawingml/2006/main" noGrp="1"/>
          </p:cNvSpPr>
          <p:nvPr/>
        </p:nvSpPr>
        <p:spPr>
          <a:xfrm xmlns:a="http://schemas.openxmlformats.org/drawingml/2006/main">
            <a:off x="714375" y="1133475"/>
            <a:ext cx="1076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3150" b="1">
                <a:solidFill>
                  <a:srgbClr val="F1F5F9"/>
                </a:solidFill>
                <a:latin typeface="Noto Sans KR"/>
                <a:ea typeface="Noto Sans KR"/>
                <a:cs typeface="Noto Sans KR"/>
              </a:defRPr>
            </a:defPPr>
            <a:lvl1pPr algn="ctr">
              <a:defRPr sz="3150" b="1">
                <a:solidFill>
                  <a:srgbClr val="F1F5F9"/>
                </a:solidFill>
                <a:latin typeface="Noto Sans KR"/>
                <a:ea typeface="Noto Sans KR"/>
                <a:cs typeface="Noto Sans KR"/>
              </a:defRPr>
            </a:lvl1pPr>
            <a:lvl2pPr algn="ctr">
              <a:defRPr sz="3150" b="1">
                <a:solidFill>
                  <a:srgbClr val="F1F5F9"/>
                </a:solidFill>
                <a:latin typeface="Noto Sans KR"/>
                <a:ea typeface="Noto Sans KR"/>
                <a:cs typeface="Noto Sans KR"/>
              </a:defRPr>
            </a:lvl2pPr>
            <a:lvl3pPr algn="ctr">
              <a:defRPr sz="3150" b="1">
                <a:solidFill>
                  <a:srgbClr val="F1F5F9"/>
                </a:solidFill>
                <a:latin typeface="Noto Sans KR"/>
                <a:ea typeface="Noto Sans KR"/>
                <a:cs typeface="Noto Sans KR"/>
              </a:defRPr>
            </a:lvl3pPr>
            <a:lvl4pPr algn="ctr">
              <a:defRPr sz="3150" b="1">
                <a:solidFill>
                  <a:srgbClr val="F1F5F9"/>
                </a:solidFill>
                <a:latin typeface="Noto Sans KR"/>
                <a:ea typeface="Noto Sans KR"/>
                <a:cs typeface="Noto Sans KR"/>
              </a:defRPr>
            </a:lvl4pPr>
            <a:lvl5pPr algn="ctr">
              <a:defRPr sz="3150" b="1">
                <a:solidFill>
                  <a:srgbClr val="F1F5F9"/>
                </a:solidFill>
                <a:latin typeface="Noto Sans KR"/>
                <a:ea typeface="Noto Sans KR"/>
                <a:cs typeface="Noto Sans KR"/>
              </a:defRPr>
            </a:lvl5pPr>
            <a:lvl6pPr algn="ctr">
              <a:defRPr sz="3150" b="1">
                <a:solidFill>
                  <a:srgbClr val="F1F5F9"/>
                </a:solidFill>
                <a:latin typeface="Noto Sans KR"/>
                <a:ea typeface="Noto Sans KR"/>
                <a:cs typeface="Noto Sans KR"/>
              </a:defRPr>
            </a:lvl6pPr>
            <a:lvl7pPr algn="ctr">
              <a:defRPr sz="3150" b="1">
                <a:solidFill>
                  <a:srgbClr val="F1F5F9"/>
                </a:solidFill>
                <a:latin typeface="Noto Sans KR"/>
                <a:ea typeface="Noto Sans KR"/>
                <a:cs typeface="Noto Sans KR"/>
              </a:defRPr>
            </a:lvl7pPr>
            <a:lvl8pPr algn="ctr">
              <a:defRPr sz="3150" b="1">
                <a:solidFill>
                  <a:srgbClr val="F1F5F9"/>
                </a:solidFill>
                <a:latin typeface="Noto Sans KR"/>
                <a:ea typeface="Noto Sans KR"/>
                <a:cs typeface="Noto Sans KR"/>
              </a:defRPr>
            </a:lvl8pPr>
            <a:lvl9pPr algn="ctr">
              <a:defRPr sz="3150" b="1">
                <a:solidFill>
                  <a:srgbClr val="F1F5F9"/>
                </a:solidFill>
                <a:latin typeface="Noto Sans KR"/>
                <a:ea typeface="Noto Sans KR"/>
                <a:cs typeface="Noto Sans KR"/>
              </a:defRPr>
            </a:lvl9pPr>
          </a:lstStyle>
          <a:p xmlns:a="http://schemas.openxmlformats.org/drawingml/2006/main">
            <a:pPr algn="ctr">
              <a:defRPr sz="3150" b="1">
                <a:solidFill>
                  <a:srgbClr val="090909"/>
                </a:solidFill>
                <a:latin typeface="Noto Sans KR"/>
                <a:ea typeface="Noto Sans KR"/>
                <a:cs typeface="Noto Sans KR"/>
              </a:defRPr>
            </a:pPr>
            <a:r>
              <a:rPr sz="3150" b="1">
                <a:solidFill>
                  <a:srgbClr val="F1F5F9"/>
                </a:solidFill>
                <a:latin typeface="Noto Sans KR"/>
                <a:ea typeface="Noto Sans KR"/>
                <a:cs typeface="Noto Sans KR"/>
              </a:rPr>
              <a:t>분석을 통해 정리한 세 가지 비교 원칙</a:t>
            </a:r>
          </a:p>
        </p:txBody>
      </p:sp>
      <p:sp>
        <p:nvSpPr>
          <p:cNvPr id="4" name="">
            <a:extLst xmlns:a="http://schemas.openxmlformats.org/drawingml/2006/main">
              <a:ext uri="{FF2B5EF4-FFF2-40B4-BE49-F238E27FC236}">
                <a16:creationId xmlns:a16="http://schemas.microsoft.com/office/drawing/2014/main" id="{03E7B9A2-B46F-4539-B963-D5FF2EC22BA3}"/>
              </a:ext>
            </a:extLst>
          </p:cNvPr>
          <p:cNvSpPr>
            <a:spLocks xmlns:a="http://schemas.openxmlformats.org/drawingml/2006/main" noGrp="1"/>
          </p:cNvSpPr>
          <p:nvPr/>
        </p:nvSpPr>
        <p:spPr>
          <a:xfrm xmlns:a="http://schemas.openxmlformats.org/drawingml/2006/main">
            <a:off x="838200" y="1952625"/>
            <a:ext cx="10515600" cy="9525"/>
          </a:xfrm>
          <a:prstGeom xmlns:a="http://schemas.openxmlformats.org/drawingml/2006/main" prst="rect">
            <a:avLst/>
          </a:prstGeom>
          <a:solidFill xmlns:a="http://schemas.openxmlformats.org/drawingml/2006/main">
            <a:srgbClr val="35436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3222F6-08F4-42A0-831C-9CCAF9B34947}"/>
              </a:ext>
            </a:extLst>
          </p:cNvPr>
          <p:cNvSpPr>
            <a:spLocks xmlns:a="http://schemas.openxmlformats.org/drawingml/2006/main" noGrp="1"/>
          </p:cNvSpPr>
          <p:nvPr/>
        </p:nvSpPr>
        <p:spPr>
          <a:xfrm xmlns:a="http://schemas.openxmlformats.org/drawingml/2006/main">
            <a:off x="1190625" y="2371725"/>
            <a:ext cx="9810750" cy="790575"/>
          </a:xfrm>
          <a:prstGeom xmlns:a="http://schemas.openxmlformats.org/drawingml/2006/main" prst="roundRect">
            <a:avLst>
              <a:gd name="adj" fmla="val 21687"/>
            </a:avLst>
          </a:prstGeom>
          <a:solidFill xmlns:a="http://schemas.openxmlformats.org/drawingml/2006/main">
            <a:srgbClr val="434343"/>
          </a:solidFill>
          <a:ln xmlns:a="http://schemas.openxmlformats.org/drawingml/2006/main" w="19050">
            <a:solidFill>
              <a:srgbClr val="65718D"/>
            </a:solidFill>
          </a:ln>
        </p:spPr>
      </p:sp>
      <p:sp>
        <p:nvSpPr>
          <p:cNvPr id="6" name="01">
            <a:extLst xmlns:a="http://schemas.openxmlformats.org/drawingml/2006/main">
              <a:ext uri="{FF2B5EF4-FFF2-40B4-BE49-F238E27FC236}">
                <a16:creationId xmlns:a16="http://schemas.microsoft.com/office/drawing/2014/main" id="{EC097E97-E598-4967-BFCC-4654DF6292D2}"/>
              </a:ext>
            </a:extLst>
          </p:cNvPr>
          <p:cNvSpPr>
            <a:spLocks xmlns:a="http://schemas.openxmlformats.org/drawingml/2006/main" noGrp="1"/>
          </p:cNvSpPr>
          <p:nvPr/>
        </p:nvSpPr>
        <p:spPr>
          <a:xfrm xmlns:a="http://schemas.openxmlformats.org/drawingml/2006/main">
            <a:off x="1409700" y="2447925"/>
            <a:ext cx="800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FF9B63"/>
                </a:solidFill>
                <a:latin typeface="Noto Sans KR"/>
                <a:ea typeface="Noto Sans KR"/>
                <a:cs typeface="Noto Sans KR"/>
              </a:defRPr>
            </a:defPPr>
            <a:lvl1pPr algn="l">
              <a:defRPr sz="3150" b="1">
                <a:solidFill>
                  <a:srgbClr val="FF9B63"/>
                </a:solidFill>
                <a:latin typeface="Noto Sans KR"/>
                <a:ea typeface="Noto Sans KR"/>
                <a:cs typeface="Noto Sans KR"/>
              </a:defRPr>
            </a:lvl1pPr>
            <a:lvl2pPr algn="l">
              <a:defRPr sz="3150" b="1">
                <a:solidFill>
                  <a:srgbClr val="FF9B63"/>
                </a:solidFill>
                <a:latin typeface="Noto Sans KR"/>
                <a:ea typeface="Noto Sans KR"/>
                <a:cs typeface="Noto Sans KR"/>
              </a:defRPr>
            </a:lvl2pPr>
            <a:lvl3pPr algn="l">
              <a:defRPr sz="3150" b="1">
                <a:solidFill>
                  <a:srgbClr val="FF9B63"/>
                </a:solidFill>
                <a:latin typeface="Noto Sans KR"/>
                <a:ea typeface="Noto Sans KR"/>
                <a:cs typeface="Noto Sans KR"/>
              </a:defRPr>
            </a:lvl3pPr>
            <a:lvl4pPr algn="l">
              <a:defRPr sz="3150" b="1">
                <a:solidFill>
                  <a:srgbClr val="FF9B63"/>
                </a:solidFill>
                <a:latin typeface="Noto Sans KR"/>
                <a:ea typeface="Noto Sans KR"/>
                <a:cs typeface="Noto Sans KR"/>
              </a:defRPr>
            </a:lvl4pPr>
            <a:lvl5pPr algn="l">
              <a:defRPr sz="3150" b="1">
                <a:solidFill>
                  <a:srgbClr val="FF9B63"/>
                </a:solidFill>
                <a:latin typeface="Noto Sans KR"/>
                <a:ea typeface="Noto Sans KR"/>
                <a:cs typeface="Noto Sans KR"/>
              </a:defRPr>
            </a:lvl5pPr>
            <a:lvl6pPr algn="l">
              <a:defRPr sz="3150" b="1">
                <a:solidFill>
                  <a:srgbClr val="FF9B63"/>
                </a:solidFill>
                <a:latin typeface="Noto Sans KR"/>
                <a:ea typeface="Noto Sans KR"/>
                <a:cs typeface="Noto Sans KR"/>
              </a:defRPr>
            </a:lvl6pPr>
            <a:lvl7pPr algn="l">
              <a:defRPr sz="3150" b="1">
                <a:solidFill>
                  <a:srgbClr val="FF9B63"/>
                </a:solidFill>
                <a:latin typeface="Noto Sans KR"/>
                <a:ea typeface="Noto Sans KR"/>
                <a:cs typeface="Noto Sans KR"/>
              </a:defRPr>
            </a:lvl7pPr>
            <a:lvl8pPr algn="l">
              <a:defRPr sz="3150" b="1">
                <a:solidFill>
                  <a:srgbClr val="FF9B63"/>
                </a:solidFill>
                <a:latin typeface="Noto Sans KR"/>
                <a:ea typeface="Noto Sans KR"/>
                <a:cs typeface="Noto Sans KR"/>
              </a:defRPr>
            </a:lvl8pPr>
            <a:lvl9pPr algn="l">
              <a:defRPr sz="3150" b="1">
                <a:solidFill>
                  <a:srgbClr val="FF9B63"/>
                </a:solidFill>
                <a:latin typeface="Noto Sans KR"/>
                <a:ea typeface="Noto Sans KR"/>
                <a:cs typeface="Noto Sans KR"/>
              </a:defRPr>
            </a:lvl9pPr>
          </a:lstStyle>
          <a:p xmlns:a="http://schemas.openxmlformats.org/drawingml/2006/main">
            <a:pPr algn="l">
              <a:defRPr sz="3150" b="1">
                <a:solidFill>
                  <a:srgbClr val="FF7D22"/>
                </a:solidFill>
                <a:latin typeface="Noto Sans KR"/>
                <a:ea typeface="Noto Sans KR"/>
                <a:cs typeface="Noto Sans KR"/>
              </a:defRPr>
            </a:pPr>
            <a:r>
              <a:rPr sz="3150" b="1">
                <a:solidFill>
                  <a:srgbClr val="FF9B63"/>
                </a:solidFill>
                <a:latin typeface="Noto Sans KR"/>
                <a:ea typeface="Noto Sans KR"/>
                <a:cs typeface="Noto Sans KR"/>
              </a:rPr>
              <a:t>01</a:t>
            </a:r>
          </a:p>
        </p:txBody>
      </p:sp>
      <p:sp>
        <p:nvSpPr>
          <p:cNvPr id="7" name="같은 유형끼리 비교">
            <a:extLst xmlns:a="http://schemas.openxmlformats.org/drawingml/2006/main">
              <a:ext uri="{FF2B5EF4-FFF2-40B4-BE49-F238E27FC236}">
                <a16:creationId xmlns:a16="http://schemas.microsoft.com/office/drawing/2014/main" id="{B23BB148-7F40-42CD-891D-219F9D319A86}"/>
              </a:ext>
            </a:extLst>
          </p:cNvPr>
          <p:cNvSpPr>
            <a:spLocks xmlns:a="http://schemas.openxmlformats.org/drawingml/2006/main" noGrp="1"/>
          </p:cNvSpPr>
          <p:nvPr/>
        </p:nvSpPr>
        <p:spPr>
          <a:xfrm xmlns:a="http://schemas.openxmlformats.org/drawingml/2006/main">
            <a:off x="2457450" y="24574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같은 유형끼리 비교</a:t>
            </a:r>
          </a:p>
        </p:txBody>
      </p:sp>
      <p:sp>
        <p:nvSpPr>
          <p:cNvPr id="8" name="시장·도매형 상권의 특수성 확인">
            <a:extLst xmlns:a="http://schemas.openxmlformats.org/drawingml/2006/main">
              <a:ext uri="{FF2B5EF4-FFF2-40B4-BE49-F238E27FC236}">
                <a16:creationId xmlns:a16="http://schemas.microsoft.com/office/drawing/2014/main" id="{DA40F8FE-D46F-44DA-944B-25FC3B37279A}"/>
              </a:ext>
            </a:extLst>
          </p:cNvPr>
          <p:cNvSpPr>
            <a:spLocks xmlns:a="http://schemas.openxmlformats.org/drawingml/2006/main" noGrp="1"/>
          </p:cNvSpPr>
          <p:nvPr/>
        </p:nvSpPr>
        <p:spPr>
          <a:xfrm xmlns:a="http://schemas.openxmlformats.org/drawingml/2006/main">
            <a:off x="6677025" y="246697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BAC5D8"/>
                </a:solidFill>
                <a:latin typeface="Noto Sans KR"/>
                <a:ea typeface="Noto Sans KR"/>
                <a:cs typeface="Noto Sans KR"/>
              </a:defRPr>
            </a:defPPr>
            <a:lvl1pPr algn="l">
              <a:defRPr sz="1725" b="0">
                <a:solidFill>
                  <a:srgbClr val="BAC5D8"/>
                </a:solidFill>
                <a:latin typeface="Noto Sans KR"/>
                <a:ea typeface="Noto Sans KR"/>
                <a:cs typeface="Noto Sans KR"/>
              </a:defRPr>
            </a:lvl1pPr>
            <a:lvl2pPr algn="l">
              <a:defRPr sz="1725" b="0">
                <a:solidFill>
                  <a:srgbClr val="BAC5D8"/>
                </a:solidFill>
                <a:latin typeface="Noto Sans KR"/>
                <a:ea typeface="Noto Sans KR"/>
                <a:cs typeface="Noto Sans KR"/>
              </a:defRPr>
            </a:lvl2pPr>
            <a:lvl3pPr algn="l">
              <a:defRPr sz="1725" b="0">
                <a:solidFill>
                  <a:srgbClr val="BAC5D8"/>
                </a:solidFill>
                <a:latin typeface="Noto Sans KR"/>
                <a:ea typeface="Noto Sans KR"/>
                <a:cs typeface="Noto Sans KR"/>
              </a:defRPr>
            </a:lvl3pPr>
            <a:lvl4pPr algn="l">
              <a:defRPr sz="1725" b="0">
                <a:solidFill>
                  <a:srgbClr val="BAC5D8"/>
                </a:solidFill>
                <a:latin typeface="Noto Sans KR"/>
                <a:ea typeface="Noto Sans KR"/>
                <a:cs typeface="Noto Sans KR"/>
              </a:defRPr>
            </a:lvl4pPr>
            <a:lvl5pPr algn="l">
              <a:defRPr sz="1725" b="0">
                <a:solidFill>
                  <a:srgbClr val="BAC5D8"/>
                </a:solidFill>
                <a:latin typeface="Noto Sans KR"/>
                <a:ea typeface="Noto Sans KR"/>
                <a:cs typeface="Noto Sans KR"/>
              </a:defRPr>
            </a:lvl5pPr>
            <a:lvl6pPr algn="l">
              <a:defRPr sz="1725" b="0">
                <a:solidFill>
                  <a:srgbClr val="BAC5D8"/>
                </a:solidFill>
                <a:latin typeface="Noto Sans KR"/>
                <a:ea typeface="Noto Sans KR"/>
                <a:cs typeface="Noto Sans KR"/>
              </a:defRPr>
            </a:lvl6pPr>
            <a:lvl7pPr algn="l">
              <a:defRPr sz="1725" b="0">
                <a:solidFill>
                  <a:srgbClr val="BAC5D8"/>
                </a:solidFill>
                <a:latin typeface="Noto Sans KR"/>
                <a:ea typeface="Noto Sans KR"/>
                <a:cs typeface="Noto Sans KR"/>
              </a:defRPr>
            </a:lvl7pPr>
            <a:lvl8pPr algn="l">
              <a:defRPr sz="1725" b="0">
                <a:solidFill>
                  <a:srgbClr val="BAC5D8"/>
                </a:solidFill>
                <a:latin typeface="Noto Sans KR"/>
                <a:ea typeface="Noto Sans KR"/>
                <a:cs typeface="Noto Sans KR"/>
              </a:defRPr>
            </a:lvl8pPr>
            <a:lvl9pPr algn="l">
              <a:defRPr sz="1725" b="0">
                <a:solidFill>
                  <a:srgbClr val="BAC5D8"/>
                </a:solidFill>
                <a:latin typeface="Noto Sans KR"/>
                <a:ea typeface="Noto Sans KR"/>
                <a:cs typeface="Noto Sans KR"/>
              </a:defRPr>
            </a:lvl9pPr>
          </a:lstStyle>
          <a:p xmlns:a="http://schemas.openxmlformats.org/drawingml/2006/main">
            <a:pPr algn="l">
              <a:defRPr sz="1725" b="0">
                <a:solidFill>
                  <a:srgbClr val="626262"/>
                </a:solidFill>
                <a:latin typeface="Noto Sans KR"/>
                <a:ea typeface="Noto Sans KR"/>
                <a:cs typeface="Noto Sans KR"/>
              </a:defRPr>
            </a:pPr>
            <a:r>
              <a:rPr sz="1725" b="0">
                <a:solidFill>
                  <a:srgbClr val="BAC5D8"/>
                </a:solidFill>
                <a:latin typeface="Noto Sans KR"/>
                <a:ea typeface="Noto Sans KR"/>
                <a:cs typeface="Noto Sans KR"/>
              </a:rPr>
              <a:t>시장·도매형 상권의 특수성 확인</a:t>
            </a:r>
          </a:p>
        </p:txBody>
      </p:sp>
      <p:sp>
        <p:nvSpPr>
          <p:cNvPr id="9" name="">
            <a:extLst xmlns:a="http://schemas.openxmlformats.org/drawingml/2006/main">
              <a:ext uri="{FF2B5EF4-FFF2-40B4-BE49-F238E27FC236}">
                <a16:creationId xmlns:a16="http://schemas.microsoft.com/office/drawing/2014/main" id="{DB508B0D-5F41-4CB3-985E-C0F312A6EAA4}"/>
              </a:ext>
            </a:extLst>
          </p:cNvPr>
          <p:cNvSpPr>
            <a:spLocks xmlns:a="http://schemas.openxmlformats.org/drawingml/2006/main" noGrp="1"/>
          </p:cNvSpPr>
          <p:nvPr/>
        </p:nvSpPr>
        <p:spPr>
          <a:xfrm xmlns:a="http://schemas.openxmlformats.org/drawingml/2006/main">
            <a:off x="1190625" y="3343275"/>
            <a:ext cx="9810750" cy="790575"/>
          </a:xfrm>
          <a:prstGeom xmlns:a="http://schemas.openxmlformats.org/drawingml/2006/main" prst="roundRect">
            <a:avLst>
              <a:gd name="adj" fmla="val 21687"/>
            </a:avLst>
          </a:prstGeom>
          <a:solidFill xmlns:a="http://schemas.openxmlformats.org/drawingml/2006/main">
            <a:srgbClr val="434343"/>
          </a:solidFill>
          <a:ln xmlns:a="http://schemas.openxmlformats.org/drawingml/2006/main" w="19050">
            <a:solidFill>
              <a:srgbClr val="65718D"/>
            </a:solidFill>
          </a:ln>
        </p:spPr>
      </p:sp>
      <p:sp>
        <p:nvSpPr>
          <p:cNvPr id="10" name="02">
            <a:extLst xmlns:a="http://schemas.openxmlformats.org/drawingml/2006/main">
              <a:ext uri="{FF2B5EF4-FFF2-40B4-BE49-F238E27FC236}">
                <a16:creationId xmlns:a16="http://schemas.microsoft.com/office/drawing/2014/main" id="{B5070543-AE0E-43E7-B96D-8B8FACCC1E53}"/>
              </a:ext>
            </a:extLst>
          </p:cNvPr>
          <p:cNvSpPr>
            <a:spLocks xmlns:a="http://schemas.openxmlformats.org/drawingml/2006/main" noGrp="1"/>
          </p:cNvSpPr>
          <p:nvPr/>
        </p:nvSpPr>
        <p:spPr>
          <a:xfrm xmlns:a="http://schemas.openxmlformats.org/drawingml/2006/main">
            <a:off x="1409700" y="3419475"/>
            <a:ext cx="800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FF9B63"/>
                </a:solidFill>
                <a:latin typeface="Noto Sans KR"/>
                <a:ea typeface="Noto Sans KR"/>
                <a:cs typeface="Noto Sans KR"/>
              </a:defRPr>
            </a:defPPr>
            <a:lvl1pPr algn="l">
              <a:defRPr sz="3150" b="1">
                <a:solidFill>
                  <a:srgbClr val="FF9B63"/>
                </a:solidFill>
                <a:latin typeface="Noto Sans KR"/>
                <a:ea typeface="Noto Sans KR"/>
                <a:cs typeface="Noto Sans KR"/>
              </a:defRPr>
            </a:lvl1pPr>
            <a:lvl2pPr algn="l">
              <a:defRPr sz="3150" b="1">
                <a:solidFill>
                  <a:srgbClr val="FF9B63"/>
                </a:solidFill>
                <a:latin typeface="Noto Sans KR"/>
                <a:ea typeface="Noto Sans KR"/>
                <a:cs typeface="Noto Sans KR"/>
              </a:defRPr>
            </a:lvl2pPr>
            <a:lvl3pPr algn="l">
              <a:defRPr sz="3150" b="1">
                <a:solidFill>
                  <a:srgbClr val="FF9B63"/>
                </a:solidFill>
                <a:latin typeface="Noto Sans KR"/>
                <a:ea typeface="Noto Sans KR"/>
                <a:cs typeface="Noto Sans KR"/>
              </a:defRPr>
            </a:lvl3pPr>
            <a:lvl4pPr algn="l">
              <a:defRPr sz="3150" b="1">
                <a:solidFill>
                  <a:srgbClr val="FF9B63"/>
                </a:solidFill>
                <a:latin typeface="Noto Sans KR"/>
                <a:ea typeface="Noto Sans KR"/>
                <a:cs typeface="Noto Sans KR"/>
              </a:defRPr>
            </a:lvl4pPr>
            <a:lvl5pPr algn="l">
              <a:defRPr sz="3150" b="1">
                <a:solidFill>
                  <a:srgbClr val="FF9B63"/>
                </a:solidFill>
                <a:latin typeface="Noto Sans KR"/>
                <a:ea typeface="Noto Sans KR"/>
                <a:cs typeface="Noto Sans KR"/>
              </a:defRPr>
            </a:lvl5pPr>
            <a:lvl6pPr algn="l">
              <a:defRPr sz="3150" b="1">
                <a:solidFill>
                  <a:srgbClr val="FF9B63"/>
                </a:solidFill>
                <a:latin typeface="Noto Sans KR"/>
                <a:ea typeface="Noto Sans KR"/>
                <a:cs typeface="Noto Sans KR"/>
              </a:defRPr>
            </a:lvl6pPr>
            <a:lvl7pPr algn="l">
              <a:defRPr sz="3150" b="1">
                <a:solidFill>
                  <a:srgbClr val="FF9B63"/>
                </a:solidFill>
                <a:latin typeface="Noto Sans KR"/>
                <a:ea typeface="Noto Sans KR"/>
                <a:cs typeface="Noto Sans KR"/>
              </a:defRPr>
            </a:lvl7pPr>
            <a:lvl8pPr algn="l">
              <a:defRPr sz="3150" b="1">
                <a:solidFill>
                  <a:srgbClr val="FF9B63"/>
                </a:solidFill>
                <a:latin typeface="Noto Sans KR"/>
                <a:ea typeface="Noto Sans KR"/>
                <a:cs typeface="Noto Sans KR"/>
              </a:defRPr>
            </a:lvl8pPr>
            <a:lvl9pPr algn="l">
              <a:defRPr sz="3150" b="1">
                <a:solidFill>
                  <a:srgbClr val="FF9B63"/>
                </a:solidFill>
                <a:latin typeface="Noto Sans KR"/>
                <a:ea typeface="Noto Sans KR"/>
                <a:cs typeface="Noto Sans KR"/>
              </a:defRPr>
            </a:lvl9pPr>
          </a:lstStyle>
          <a:p xmlns:a="http://schemas.openxmlformats.org/drawingml/2006/main">
            <a:pPr algn="l">
              <a:defRPr sz="3150" b="1">
                <a:solidFill>
                  <a:srgbClr val="FF7D22"/>
                </a:solidFill>
                <a:latin typeface="Noto Sans KR"/>
                <a:ea typeface="Noto Sans KR"/>
                <a:cs typeface="Noto Sans KR"/>
              </a:defRPr>
            </a:pPr>
            <a:r>
              <a:rPr sz="3150" b="1">
                <a:solidFill>
                  <a:srgbClr val="FF9B63"/>
                </a:solidFill>
                <a:latin typeface="Noto Sans KR"/>
                <a:ea typeface="Noto Sans KR"/>
                <a:cs typeface="Noto Sans KR"/>
              </a:rPr>
              <a:t>02</a:t>
            </a:r>
          </a:p>
        </p:txBody>
      </p:sp>
      <p:sp>
        <p:nvSpPr>
          <p:cNvPr id="11" name="매출을 구성요소로 분해">
            <a:extLst xmlns:a="http://schemas.openxmlformats.org/drawingml/2006/main">
              <a:ext uri="{FF2B5EF4-FFF2-40B4-BE49-F238E27FC236}">
                <a16:creationId xmlns:a16="http://schemas.microsoft.com/office/drawing/2014/main" id="{ABEFBB27-48B4-4968-A22D-CEA11E6EBF7E}"/>
              </a:ext>
            </a:extLst>
          </p:cNvPr>
          <p:cNvSpPr>
            <a:spLocks xmlns:a="http://schemas.openxmlformats.org/drawingml/2006/main" noGrp="1"/>
          </p:cNvSpPr>
          <p:nvPr/>
        </p:nvSpPr>
        <p:spPr>
          <a:xfrm xmlns:a="http://schemas.openxmlformats.org/drawingml/2006/main">
            <a:off x="2457450" y="34290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매출을 구성요소로 분해</a:t>
            </a:r>
          </a:p>
        </p:txBody>
      </p:sp>
      <p:sp>
        <p:nvSpPr>
          <p:cNvPr id="12" name="거래 발생 강도와 객단가를 분리">
            <a:extLst xmlns:a="http://schemas.openxmlformats.org/drawingml/2006/main">
              <a:ext uri="{FF2B5EF4-FFF2-40B4-BE49-F238E27FC236}">
                <a16:creationId xmlns:a16="http://schemas.microsoft.com/office/drawing/2014/main" id="{B43E1202-8A76-4D21-9CE8-27430D5FD6CC}"/>
              </a:ext>
            </a:extLst>
          </p:cNvPr>
          <p:cNvSpPr>
            <a:spLocks xmlns:a="http://schemas.openxmlformats.org/drawingml/2006/main" noGrp="1"/>
          </p:cNvSpPr>
          <p:nvPr/>
        </p:nvSpPr>
        <p:spPr>
          <a:xfrm xmlns:a="http://schemas.openxmlformats.org/drawingml/2006/main">
            <a:off x="6677025" y="34385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BAC5D8"/>
                </a:solidFill>
                <a:latin typeface="Noto Sans KR"/>
                <a:ea typeface="Noto Sans KR"/>
                <a:cs typeface="Noto Sans KR"/>
              </a:defRPr>
            </a:defPPr>
            <a:lvl1pPr algn="l">
              <a:defRPr sz="1725" b="0">
                <a:solidFill>
                  <a:srgbClr val="BAC5D8"/>
                </a:solidFill>
                <a:latin typeface="Noto Sans KR"/>
                <a:ea typeface="Noto Sans KR"/>
                <a:cs typeface="Noto Sans KR"/>
              </a:defRPr>
            </a:lvl1pPr>
            <a:lvl2pPr algn="l">
              <a:defRPr sz="1725" b="0">
                <a:solidFill>
                  <a:srgbClr val="BAC5D8"/>
                </a:solidFill>
                <a:latin typeface="Noto Sans KR"/>
                <a:ea typeface="Noto Sans KR"/>
                <a:cs typeface="Noto Sans KR"/>
              </a:defRPr>
            </a:lvl2pPr>
            <a:lvl3pPr algn="l">
              <a:defRPr sz="1725" b="0">
                <a:solidFill>
                  <a:srgbClr val="BAC5D8"/>
                </a:solidFill>
                <a:latin typeface="Noto Sans KR"/>
                <a:ea typeface="Noto Sans KR"/>
                <a:cs typeface="Noto Sans KR"/>
              </a:defRPr>
            </a:lvl3pPr>
            <a:lvl4pPr algn="l">
              <a:defRPr sz="1725" b="0">
                <a:solidFill>
                  <a:srgbClr val="BAC5D8"/>
                </a:solidFill>
                <a:latin typeface="Noto Sans KR"/>
                <a:ea typeface="Noto Sans KR"/>
                <a:cs typeface="Noto Sans KR"/>
              </a:defRPr>
            </a:lvl4pPr>
            <a:lvl5pPr algn="l">
              <a:defRPr sz="1725" b="0">
                <a:solidFill>
                  <a:srgbClr val="BAC5D8"/>
                </a:solidFill>
                <a:latin typeface="Noto Sans KR"/>
                <a:ea typeface="Noto Sans KR"/>
                <a:cs typeface="Noto Sans KR"/>
              </a:defRPr>
            </a:lvl5pPr>
            <a:lvl6pPr algn="l">
              <a:defRPr sz="1725" b="0">
                <a:solidFill>
                  <a:srgbClr val="BAC5D8"/>
                </a:solidFill>
                <a:latin typeface="Noto Sans KR"/>
                <a:ea typeface="Noto Sans KR"/>
                <a:cs typeface="Noto Sans KR"/>
              </a:defRPr>
            </a:lvl6pPr>
            <a:lvl7pPr algn="l">
              <a:defRPr sz="1725" b="0">
                <a:solidFill>
                  <a:srgbClr val="BAC5D8"/>
                </a:solidFill>
                <a:latin typeface="Noto Sans KR"/>
                <a:ea typeface="Noto Sans KR"/>
                <a:cs typeface="Noto Sans KR"/>
              </a:defRPr>
            </a:lvl7pPr>
            <a:lvl8pPr algn="l">
              <a:defRPr sz="1725" b="0">
                <a:solidFill>
                  <a:srgbClr val="BAC5D8"/>
                </a:solidFill>
                <a:latin typeface="Noto Sans KR"/>
                <a:ea typeface="Noto Sans KR"/>
                <a:cs typeface="Noto Sans KR"/>
              </a:defRPr>
            </a:lvl8pPr>
            <a:lvl9pPr algn="l">
              <a:defRPr sz="1725" b="0">
                <a:solidFill>
                  <a:srgbClr val="BAC5D8"/>
                </a:solidFill>
                <a:latin typeface="Noto Sans KR"/>
                <a:ea typeface="Noto Sans KR"/>
                <a:cs typeface="Noto Sans KR"/>
              </a:defRPr>
            </a:lvl9pPr>
          </a:lstStyle>
          <a:p xmlns:a="http://schemas.openxmlformats.org/drawingml/2006/main">
            <a:pPr algn="l">
              <a:defRPr sz="1725" b="0">
                <a:solidFill>
                  <a:srgbClr val="626262"/>
                </a:solidFill>
                <a:latin typeface="Noto Sans KR"/>
                <a:ea typeface="Noto Sans KR"/>
                <a:cs typeface="Noto Sans KR"/>
              </a:defRPr>
            </a:pPr>
            <a:r>
              <a:rPr sz="1725" b="0">
                <a:solidFill>
                  <a:srgbClr val="BAC5D8"/>
                </a:solidFill>
                <a:latin typeface="Noto Sans KR"/>
                <a:ea typeface="Noto Sans KR"/>
                <a:cs typeface="Noto Sans KR"/>
              </a:rPr>
              <a:t>거래 발생 강도와 객단가를 분리</a:t>
            </a:r>
          </a:p>
        </p:txBody>
      </p:sp>
      <p:sp>
        <p:nvSpPr>
          <p:cNvPr id="13" name="">
            <a:extLst xmlns:a="http://schemas.openxmlformats.org/drawingml/2006/main">
              <a:ext uri="{FF2B5EF4-FFF2-40B4-BE49-F238E27FC236}">
                <a16:creationId xmlns:a16="http://schemas.microsoft.com/office/drawing/2014/main" id="{528F0249-A377-41E3-9B92-F30C6A590DDC}"/>
              </a:ext>
            </a:extLst>
          </p:cNvPr>
          <p:cNvSpPr>
            <a:spLocks xmlns:a="http://schemas.openxmlformats.org/drawingml/2006/main" noGrp="1"/>
          </p:cNvSpPr>
          <p:nvPr/>
        </p:nvSpPr>
        <p:spPr>
          <a:xfrm xmlns:a="http://schemas.openxmlformats.org/drawingml/2006/main">
            <a:off x="1190625" y="4314825"/>
            <a:ext cx="9810750" cy="790575"/>
          </a:xfrm>
          <a:prstGeom xmlns:a="http://schemas.openxmlformats.org/drawingml/2006/main" prst="roundRect">
            <a:avLst>
              <a:gd name="adj" fmla="val 21687"/>
            </a:avLst>
          </a:prstGeom>
          <a:solidFill xmlns:a="http://schemas.openxmlformats.org/drawingml/2006/main">
            <a:srgbClr val="434343"/>
          </a:solidFill>
          <a:ln xmlns:a="http://schemas.openxmlformats.org/drawingml/2006/main" w="19050">
            <a:solidFill>
              <a:srgbClr val="65718D"/>
            </a:solidFill>
          </a:ln>
        </p:spPr>
      </p:sp>
      <p:sp>
        <p:nvSpPr>
          <p:cNvPr id="14" name="03">
            <a:extLst xmlns:a="http://schemas.openxmlformats.org/drawingml/2006/main">
              <a:ext uri="{FF2B5EF4-FFF2-40B4-BE49-F238E27FC236}">
                <a16:creationId xmlns:a16="http://schemas.microsoft.com/office/drawing/2014/main" id="{402A18BA-93F4-4813-AC69-34EAAA1DB1C7}"/>
              </a:ext>
            </a:extLst>
          </p:cNvPr>
          <p:cNvSpPr>
            <a:spLocks xmlns:a="http://schemas.openxmlformats.org/drawingml/2006/main" noGrp="1"/>
          </p:cNvSpPr>
          <p:nvPr/>
        </p:nvSpPr>
        <p:spPr>
          <a:xfrm xmlns:a="http://schemas.openxmlformats.org/drawingml/2006/main">
            <a:off x="1409700" y="4391025"/>
            <a:ext cx="800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3150" b="1">
                <a:solidFill>
                  <a:srgbClr val="FF9B63"/>
                </a:solidFill>
                <a:latin typeface="Noto Sans KR"/>
                <a:ea typeface="Noto Sans KR"/>
                <a:cs typeface="Noto Sans KR"/>
              </a:defRPr>
            </a:defPPr>
            <a:lvl1pPr algn="l">
              <a:defRPr sz="3150" b="1">
                <a:solidFill>
                  <a:srgbClr val="FF9B63"/>
                </a:solidFill>
                <a:latin typeface="Noto Sans KR"/>
                <a:ea typeface="Noto Sans KR"/>
                <a:cs typeface="Noto Sans KR"/>
              </a:defRPr>
            </a:lvl1pPr>
            <a:lvl2pPr algn="l">
              <a:defRPr sz="3150" b="1">
                <a:solidFill>
                  <a:srgbClr val="FF9B63"/>
                </a:solidFill>
                <a:latin typeface="Noto Sans KR"/>
                <a:ea typeface="Noto Sans KR"/>
                <a:cs typeface="Noto Sans KR"/>
              </a:defRPr>
            </a:lvl2pPr>
            <a:lvl3pPr algn="l">
              <a:defRPr sz="3150" b="1">
                <a:solidFill>
                  <a:srgbClr val="FF9B63"/>
                </a:solidFill>
                <a:latin typeface="Noto Sans KR"/>
                <a:ea typeface="Noto Sans KR"/>
                <a:cs typeface="Noto Sans KR"/>
              </a:defRPr>
            </a:lvl3pPr>
            <a:lvl4pPr algn="l">
              <a:defRPr sz="3150" b="1">
                <a:solidFill>
                  <a:srgbClr val="FF9B63"/>
                </a:solidFill>
                <a:latin typeface="Noto Sans KR"/>
                <a:ea typeface="Noto Sans KR"/>
                <a:cs typeface="Noto Sans KR"/>
              </a:defRPr>
            </a:lvl4pPr>
            <a:lvl5pPr algn="l">
              <a:defRPr sz="3150" b="1">
                <a:solidFill>
                  <a:srgbClr val="FF9B63"/>
                </a:solidFill>
                <a:latin typeface="Noto Sans KR"/>
                <a:ea typeface="Noto Sans KR"/>
                <a:cs typeface="Noto Sans KR"/>
              </a:defRPr>
            </a:lvl5pPr>
            <a:lvl6pPr algn="l">
              <a:defRPr sz="3150" b="1">
                <a:solidFill>
                  <a:srgbClr val="FF9B63"/>
                </a:solidFill>
                <a:latin typeface="Noto Sans KR"/>
                <a:ea typeface="Noto Sans KR"/>
                <a:cs typeface="Noto Sans KR"/>
              </a:defRPr>
            </a:lvl6pPr>
            <a:lvl7pPr algn="l">
              <a:defRPr sz="3150" b="1">
                <a:solidFill>
                  <a:srgbClr val="FF9B63"/>
                </a:solidFill>
                <a:latin typeface="Noto Sans KR"/>
                <a:ea typeface="Noto Sans KR"/>
                <a:cs typeface="Noto Sans KR"/>
              </a:defRPr>
            </a:lvl7pPr>
            <a:lvl8pPr algn="l">
              <a:defRPr sz="3150" b="1">
                <a:solidFill>
                  <a:srgbClr val="FF9B63"/>
                </a:solidFill>
                <a:latin typeface="Noto Sans KR"/>
                <a:ea typeface="Noto Sans KR"/>
                <a:cs typeface="Noto Sans KR"/>
              </a:defRPr>
            </a:lvl8pPr>
            <a:lvl9pPr algn="l">
              <a:defRPr sz="3150" b="1">
                <a:solidFill>
                  <a:srgbClr val="FF9B63"/>
                </a:solidFill>
                <a:latin typeface="Noto Sans KR"/>
                <a:ea typeface="Noto Sans KR"/>
                <a:cs typeface="Noto Sans KR"/>
              </a:defRPr>
            </a:lvl9pPr>
          </a:lstStyle>
          <a:p xmlns:a="http://schemas.openxmlformats.org/drawingml/2006/main">
            <a:pPr algn="l">
              <a:defRPr sz="3150" b="1">
                <a:solidFill>
                  <a:srgbClr val="FF7D22"/>
                </a:solidFill>
                <a:latin typeface="Noto Sans KR"/>
                <a:ea typeface="Noto Sans KR"/>
                <a:cs typeface="Noto Sans KR"/>
              </a:defRPr>
            </a:pPr>
            <a:r>
              <a:rPr sz="3150" b="1">
                <a:solidFill>
                  <a:srgbClr val="FF9B63"/>
                </a:solidFill>
                <a:latin typeface="Noto Sans KR"/>
                <a:ea typeface="Noto Sans KR"/>
                <a:cs typeface="Noto Sans KR"/>
              </a:rPr>
              <a:t>03</a:t>
            </a:r>
          </a:p>
        </p:txBody>
      </p:sp>
      <p:sp>
        <p:nvSpPr>
          <p:cNvPr id="15" name="한 시점보다 일관성 확인">
            <a:extLst xmlns:a="http://schemas.openxmlformats.org/drawingml/2006/main">
              <a:ext uri="{FF2B5EF4-FFF2-40B4-BE49-F238E27FC236}">
                <a16:creationId xmlns:a16="http://schemas.microsoft.com/office/drawing/2014/main" id="{F18BCA3D-348E-47DE-AEAB-C2792274A539}"/>
              </a:ext>
            </a:extLst>
          </p:cNvPr>
          <p:cNvSpPr>
            <a:spLocks xmlns:a="http://schemas.openxmlformats.org/drawingml/2006/main" noGrp="1"/>
          </p:cNvSpPr>
          <p:nvPr/>
        </p:nvSpPr>
        <p:spPr>
          <a:xfrm xmlns:a="http://schemas.openxmlformats.org/drawingml/2006/main">
            <a:off x="2457450" y="440055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F1F5F9"/>
                </a:solidFill>
                <a:latin typeface="Noto Sans KR"/>
                <a:ea typeface="Noto Sans KR"/>
                <a:cs typeface="Noto Sans KR"/>
              </a:defRPr>
            </a:defPPr>
            <a:lvl1pPr algn="l">
              <a:defRPr sz="2175" b="1">
                <a:solidFill>
                  <a:srgbClr val="F1F5F9"/>
                </a:solidFill>
                <a:latin typeface="Noto Sans KR"/>
                <a:ea typeface="Noto Sans KR"/>
                <a:cs typeface="Noto Sans KR"/>
              </a:defRPr>
            </a:lvl1pPr>
            <a:lvl2pPr algn="l">
              <a:defRPr sz="2175" b="1">
                <a:solidFill>
                  <a:srgbClr val="F1F5F9"/>
                </a:solidFill>
                <a:latin typeface="Noto Sans KR"/>
                <a:ea typeface="Noto Sans KR"/>
                <a:cs typeface="Noto Sans KR"/>
              </a:defRPr>
            </a:lvl2pPr>
            <a:lvl3pPr algn="l">
              <a:defRPr sz="2175" b="1">
                <a:solidFill>
                  <a:srgbClr val="F1F5F9"/>
                </a:solidFill>
                <a:latin typeface="Noto Sans KR"/>
                <a:ea typeface="Noto Sans KR"/>
                <a:cs typeface="Noto Sans KR"/>
              </a:defRPr>
            </a:lvl3pPr>
            <a:lvl4pPr algn="l">
              <a:defRPr sz="2175" b="1">
                <a:solidFill>
                  <a:srgbClr val="F1F5F9"/>
                </a:solidFill>
                <a:latin typeface="Noto Sans KR"/>
                <a:ea typeface="Noto Sans KR"/>
                <a:cs typeface="Noto Sans KR"/>
              </a:defRPr>
            </a:lvl4pPr>
            <a:lvl5pPr algn="l">
              <a:defRPr sz="2175" b="1">
                <a:solidFill>
                  <a:srgbClr val="F1F5F9"/>
                </a:solidFill>
                <a:latin typeface="Noto Sans KR"/>
                <a:ea typeface="Noto Sans KR"/>
                <a:cs typeface="Noto Sans KR"/>
              </a:defRPr>
            </a:lvl5pPr>
            <a:lvl6pPr algn="l">
              <a:defRPr sz="2175" b="1">
                <a:solidFill>
                  <a:srgbClr val="F1F5F9"/>
                </a:solidFill>
                <a:latin typeface="Noto Sans KR"/>
                <a:ea typeface="Noto Sans KR"/>
                <a:cs typeface="Noto Sans KR"/>
              </a:defRPr>
            </a:lvl6pPr>
            <a:lvl7pPr algn="l">
              <a:defRPr sz="2175" b="1">
                <a:solidFill>
                  <a:srgbClr val="F1F5F9"/>
                </a:solidFill>
                <a:latin typeface="Noto Sans KR"/>
                <a:ea typeface="Noto Sans KR"/>
                <a:cs typeface="Noto Sans KR"/>
              </a:defRPr>
            </a:lvl7pPr>
            <a:lvl8pPr algn="l">
              <a:defRPr sz="2175" b="1">
                <a:solidFill>
                  <a:srgbClr val="F1F5F9"/>
                </a:solidFill>
                <a:latin typeface="Noto Sans KR"/>
                <a:ea typeface="Noto Sans KR"/>
                <a:cs typeface="Noto Sans KR"/>
              </a:defRPr>
            </a:lvl8pPr>
            <a:lvl9pPr algn="l">
              <a:defRPr sz="2175" b="1">
                <a:solidFill>
                  <a:srgbClr val="F1F5F9"/>
                </a:solidFill>
                <a:latin typeface="Noto Sans KR"/>
                <a:ea typeface="Noto Sans KR"/>
                <a:cs typeface="Noto Sans KR"/>
              </a:defRPr>
            </a:lvl9pPr>
          </a:lstStyle>
          <a:p xmlns:a="http://schemas.openxmlformats.org/drawingml/2006/main">
            <a:pPr algn="l">
              <a:defRPr sz="2175" b="1">
                <a:solidFill>
                  <a:srgbClr val="090909"/>
                </a:solidFill>
                <a:latin typeface="Noto Sans KR"/>
                <a:ea typeface="Noto Sans KR"/>
                <a:cs typeface="Noto Sans KR"/>
              </a:defRPr>
            </a:pPr>
            <a:r>
              <a:rPr sz="2175" b="1">
                <a:solidFill>
                  <a:srgbClr val="F1F5F9"/>
                </a:solidFill>
                <a:latin typeface="Noto Sans KR"/>
                <a:ea typeface="Noto Sans KR"/>
                <a:cs typeface="Noto Sans KR"/>
              </a:rPr>
              <a:t>한 시점보다 일관성 확인</a:t>
            </a:r>
          </a:p>
        </p:txBody>
      </p:sp>
      <p:sp>
        <p:nvSpPr>
          <p:cNvPr id="16" name="업종 구성과 4개 분기를 함께 검토">
            <a:extLst xmlns:a="http://schemas.openxmlformats.org/drawingml/2006/main">
              <a:ext uri="{FF2B5EF4-FFF2-40B4-BE49-F238E27FC236}">
                <a16:creationId xmlns:a16="http://schemas.microsoft.com/office/drawing/2014/main" id="{ACD12271-A6EE-4EA9-8A6F-868468DB94FD}"/>
              </a:ext>
            </a:extLst>
          </p:cNvPr>
          <p:cNvSpPr>
            <a:spLocks xmlns:a="http://schemas.openxmlformats.org/drawingml/2006/main" noGrp="1"/>
          </p:cNvSpPr>
          <p:nvPr/>
        </p:nvSpPr>
        <p:spPr>
          <a:xfrm xmlns:a="http://schemas.openxmlformats.org/drawingml/2006/main">
            <a:off x="6677025" y="441007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BAC5D8"/>
                </a:solidFill>
                <a:latin typeface="Noto Sans KR"/>
                <a:ea typeface="Noto Sans KR"/>
                <a:cs typeface="Noto Sans KR"/>
              </a:defRPr>
            </a:defPPr>
            <a:lvl1pPr algn="l">
              <a:defRPr sz="1725" b="0">
                <a:solidFill>
                  <a:srgbClr val="BAC5D8"/>
                </a:solidFill>
                <a:latin typeface="Noto Sans KR"/>
                <a:ea typeface="Noto Sans KR"/>
                <a:cs typeface="Noto Sans KR"/>
              </a:defRPr>
            </a:lvl1pPr>
            <a:lvl2pPr algn="l">
              <a:defRPr sz="1725" b="0">
                <a:solidFill>
                  <a:srgbClr val="BAC5D8"/>
                </a:solidFill>
                <a:latin typeface="Noto Sans KR"/>
                <a:ea typeface="Noto Sans KR"/>
                <a:cs typeface="Noto Sans KR"/>
              </a:defRPr>
            </a:lvl2pPr>
            <a:lvl3pPr algn="l">
              <a:defRPr sz="1725" b="0">
                <a:solidFill>
                  <a:srgbClr val="BAC5D8"/>
                </a:solidFill>
                <a:latin typeface="Noto Sans KR"/>
                <a:ea typeface="Noto Sans KR"/>
                <a:cs typeface="Noto Sans KR"/>
              </a:defRPr>
            </a:lvl3pPr>
            <a:lvl4pPr algn="l">
              <a:defRPr sz="1725" b="0">
                <a:solidFill>
                  <a:srgbClr val="BAC5D8"/>
                </a:solidFill>
                <a:latin typeface="Noto Sans KR"/>
                <a:ea typeface="Noto Sans KR"/>
                <a:cs typeface="Noto Sans KR"/>
              </a:defRPr>
            </a:lvl4pPr>
            <a:lvl5pPr algn="l">
              <a:defRPr sz="1725" b="0">
                <a:solidFill>
                  <a:srgbClr val="BAC5D8"/>
                </a:solidFill>
                <a:latin typeface="Noto Sans KR"/>
                <a:ea typeface="Noto Sans KR"/>
                <a:cs typeface="Noto Sans KR"/>
              </a:defRPr>
            </a:lvl5pPr>
            <a:lvl6pPr algn="l">
              <a:defRPr sz="1725" b="0">
                <a:solidFill>
                  <a:srgbClr val="BAC5D8"/>
                </a:solidFill>
                <a:latin typeface="Noto Sans KR"/>
                <a:ea typeface="Noto Sans KR"/>
                <a:cs typeface="Noto Sans KR"/>
              </a:defRPr>
            </a:lvl6pPr>
            <a:lvl7pPr algn="l">
              <a:defRPr sz="1725" b="0">
                <a:solidFill>
                  <a:srgbClr val="BAC5D8"/>
                </a:solidFill>
                <a:latin typeface="Noto Sans KR"/>
                <a:ea typeface="Noto Sans KR"/>
                <a:cs typeface="Noto Sans KR"/>
              </a:defRPr>
            </a:lvl7pPr>
            <a:lvl8pPr algn="l">
              <a:defRPr sz="1725" b="0">
                <a:solidFill>
                  <a:srgbClr val="BAC5D8"/>
                </a:solidFill>
                <a:latin typeface="Noto Sans KR"/>
                <a:ea typeface="Noto Sans KR"/>
                <a:cs typeface="Noto Sans KR"/>
              </a:defRPr>
            </a:lvl8pPr>
            <a:lvl9pPr algn="l">
              <a:defRPr sz="1725" b="0">
                <a:solidFill>
                  <a:srgbClr val="BAC5D8"/>
                </a:solidFill>
                <a:latin typeface="Noto Sans KR"/>
                <a:ea typeface="Noto Sans KR"/>
                <a:cs typeface="Noto Sans KR"/>
              </a:defRPr>
            </a:lvl9pPr>
          </a:lstStyle>
          <a:p xmlns:a="http://schemas.openxmlformats.org/drawingml/2006/main">
            <a:pPr algn="l">
              <a:defRPr sz="1725" b="0">
                <a:solidFill>
                  <a:srgbClr val="626262"/>
                </a:solidFill>
                <a:latin typeface="Noto Sans KR"/>
                <a:ea typeface="Noto Sans KR"/>
                <a:cs typeface="Noto Sans KR"/>
              </a:defRPr>
            </a:pPr>
            <a:r>
              <a:rPr sz="1725" b="0">
                <a:solidFill>
                  <a:srgbClr val="BAC5D8"/>
                </a:solidFill>
                <a:latin typeface="Noto Sans KR"/>
                <a:ea typeface="Noto Sans KR"/>
                <a:cs typeface="Noto Sans KR"/>
              </a:rPr>
              <a:t>업종 구성과 4개 분기를 함께 검토</a:t>
            </a:r>
          </a:p>
        </p:txBody>
      </p:sp>
      <p:sp>
        <p:nvSpPr>
          <p:cNvPr id="17" name="한계">
            <a:extLst xmlns:a="http://schemas.openxmlformats.org/drawingml/2006/main">
              <a:ext uri="{FF2B5EF4-FFF2-40B4-BE49-F238E27FC236}">
                <a16:creationId xmlns:a16="http://schemas.microsoft.com/office/drawing/2014/main" id="{123CE4FB-1607-4405-BE48-FAB72FC7C584}"/>
              </a:ext>
            </a:extLst>
          </p:cNvPr>
          <p:cNvSpPr>
            <a:spLocks xmlns:a="http://schemas.openxmlformats.org/drawingml/2006/main" noGrp="1"/>
          </p:cNvSpPr>
          <p:nvPr/>
        </p:nvSpPr>
        <p:spPr>
          <a:xfrm xmlns:a="http://schemas.openxmlformats.org/drawingml/2006/main">
            <a:off x="1257300" y="5467350"/>
            <a:ext cx="904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F1F5F9"/>
                </a:solidFill>
                <a:latin typeface="Noto Sans KR"/>
                <a:ea typeface="Noto Sans KR"/>
                <a:cs typeface="Noto Sans KR"/>
              </a:defRPr>
            </a:defPPr>
            <a:lvl1pPr algn="l">
              <a:defRPr sz="1725" b="1">
                <a:solidFill>
                  <a:srgbClr val="F1F5F9"/>
                </a:solidFill>
                <a:latin typeface="Noto Sans KR"/>
                <a:ea typeface="Noto Sans KR"/>
                <a:cs typeface="Noto Sans KR"/>
              </a:defRPr>
            </a:lvl1pPr>
            <a:lvl2pPr algn="l">
              <a:defRPr sz="1725" b="1">
                <a:solidFill>
                  <a:srgbClr val="F1F5F9"/>
                </a:solidFill>
                <a:latin typeface="Noto Sans KR"/>
                <a:ea typeface="Noto Sans KR"/>
                <a:cs typeface="Noto Sans KR"/>
              </a:defRPr>
            </a:lvl2pPr>
            <a:lvl3pPr algn="l">
              <a:defRPr sz="1725" b="1">
                <a:solidFill>
                  <a:srgbClr val="F1F5F9"/>
                </a:solidFill>
                <a:latin typeface="Noto Sans KR"/>
                <a:ea typeface="Noto Sans KR"/>
                <a:cs typeface="Noto Sans KR"/>
              </a:defRPr>
            </a:lvl3pPr>
            <a:lvl4pPr algn="l">
              <a:defRPr sz="1725" b="1">
                <a:solidFill>
                  <a:srgbClr val="F1F5F9"/>
                </a:solidFill>
                <a:latin typeface="Noto Sans KR"/>
                <a:ea typeface="Noto Sans KR"/>
                <a:cs typeface="Noto Sans KR"/>
              </a:defRPr>
            </a:lvl4pPr>
            <a:lvl5pPr algn="l">
              <a:defRPr sz="1725" b="1">
                <a:solidFill>
                  <a:srgbClr val="F1F5F9"/>
                </a:solidFill>
                <a:latin typeface="Noto Sans KR"/>
                <a:ea typeface="Noto Sans KR"/>
                <a:cs typeface="Noto Sans KR"/>
              </a:defRPr>
            </a:lvl5pPr>
            <a:lvl6pPr algn="l">
              <a:defRPr sz="1725" b="1">
                <a:solidFill>
                  <a:srgbClr val="F1F5F9"/>
                </a:solidFill>
                <a:latin typeface="Noto Sans KR"/>
                <a:ea typeface="Noto Sans KR"/>
                <a:cs typeface="Noto Sans KR"/>
              </a:defRPr>
            </a:lvl6pPr>
            <a:lvl7pPr algn="l">
              <a:defRPr sz="1725" b="1">
                <a:solidFill>
                  <a:srgbClr val="F1F5F9"/>
                </a:solidFill>
                <a:latin typeface="Noto Sans KR"/>
                <a:ea typeface="Noto Sans KR"/>
                <a:cs typeface="Noto Sans KR"/>
              </a:defRPr>
            </a:lvl7pPr>
            <a:lvl8pPr algn="l">
              <a:defRPr sz="1725" b="1">
                <a:solidFill>
                  <a:srgbClr val="F1F5F9"/>
                </a:solidFill>
                <a:latin typeface="Noto Sans KR"/>
                <a:ea typeface="Noto Sans KR"/>
                <a:cs typeface="Noto Sans KR"/>
              </a:defRPr>
            </a:lvl8pPr>
            <a:lvl9pPr algn="l">
              <a:defRPr sz="1725" b="1">
                <a:solidFill>
                  <a:srgbClr val="F1F5F9"/>
                </a:solidFill>
                <a:latin typeface="Noto Sans KR"/>
                <a:ea typeface="Noto Sans KR"/>
                <a:cs typeface="Noto Sans KR"/>
              </a:defRPr>
            </a:lvl9pPr>
          </a:lstStyle>
          <a:p xmlns:a="http://schemas.openxmlformats.org/drawingml/2006/main">
            <a:pPr algn="l">
              <a:defRPr sz="1725" b="1">
                <a:solidFill>
                  <a:srgbClr val="090909"/>
                </a:solidFill>
                <a:latin typeface="Noto Sans KR"/>
                <a:ea typeface="Noto Sans KR"/>
                <a:cs typeface="Noto Sans KR"/>
              </a:defRPr>
            </a:pPr>
            <a:r>
              <a:rPr sz="1725" b="1">
                <a:solidFill>
                  <a:srgbClr val="F1F5F9"/>
                </a:solidFill>
                <a:latin typeface="Noto Sans KR"/>
                <a:ea typeface="Noto Sans KR"/>
                <a:cs typeface="Noto Sans KR"/>
              </a:rPr>
              <a:t>한계</a:t>
            </a:r>
          </a:p>
        </p:txBody>
      </p:sp>
      <p:sp>
        <p:nvSpPr>
          <p:cNvPr id="18" name="추정자료 · 포착 범위 차이 · 인과 검증 없음">
            <a:extLst xmlns:a="http://schemas.openxmlformats.org/drawingml/2006/main">
              <a:ext uri="{FF2B5EF4-FFF2-40B4-BE49-F238E27FC236}">
                <a16:creationId xmlns:a16="http://schemas.microsoft.com/office/drawing/2014/main" id="{B7A64130-997B-46CB-BAD8-8F945E807DA6}"/>
              </a:ext>
            </a:extLst>
          </p:cNvPr>
          <p:cNvSpPr>
            <a:spLocks xmlns:a="http://schemas.openxmlformats.org/drawingml/2006/main" noGrp="1"/>
          </p:cNvSpPr>
          <p:nvPr/>
        </p:nvSpPr>
        <p:spPr>
          <a:xfrm xmlns:a="http://schemas.openxmlformats.org/drawingml/2006/main">
            <a:off x="2286000" y="546735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BAC5D8"/>
                </a:solidFill>
                <a:latin typeface="Noto Sans KR"/>
                <a:ea typeface="Noto Sans KR"/>
                <a:cs typeface="Noto Sans KR"/>
              </a:defRPr>
            </a:defPPr>
            <a:lvl1pPr algn="l">
              <a:defRPr sz="1650" b="0">
                <a:solidFill>
                  <a:srgbClr val="BAC5D8"/>
                </a:solidFill>
                <a:latin typeface="Noto Sans KR"/>
                <a:ea typeface="Noto Sans KR"/>
                <a:cs typeface="Noto Sans KR"/>
              </a:defRPr>
            </a:lvl1pPr>
            <a:lvl2pPr algn="l">
              <a:defRPr sz="1650" b="0">
                <a:solidFill>
                  <a:srgbClr val="BAC5D8"/>
                </a:solidFill>
                <a:latin typeface="Noto Sans KR"/>
                <a:ea typeface="Noto Sans KR"/>
                <a:cs typeface="Noto Sans KR"/>
              </a:defRPr>
            </a:lvl2pPr>
            <a:lvl3pPr algn="l">
              <a:defRPr sz="1650" b="0">
                <a:solidFill>
                  <a:srgbClr val="BAC5D8"/>
                </a:solidFill>
                <a:latin typeface="Noto Sans KR"/>
                <a:ea typeface="Noto Sans KR"/>
                <a:cs typeface="Noto Sans KR"/>
              </a:defRPr>
            </a:lvl3pPr>
            <a:lvl4pPr algn="l">
              <a:defRPr sz="1650" b="0">
                <a:solidFill>
                  <a:srgbClr val="BAC5D8"/>
                </a:solidFill>
                <a:latin typeface="Noto Sans KR"/>
                <a:ea typeface="Noto Sans KR"/>
                <a:cs typeface="Noto Sans KR"/>
              </a:defRPr>
            </a:lvl4pPr>
            <a:lvl5pPr algn="l">
              <a:defRPr sz="1650" b="0">
                <a:solidFill>
                  <a:srgbClr val="BAC5D8"/>
                </a:solidFill>
                <a:latin typeface="Noto Sans KR"/>
                <a:ea typeface="Noto Sans KR"/>
                <a:cs typeface="Noto Sans KR"/>
              </a:defRPr>
            </a:lvl5pPr>
            <a:lvl6pPr algn="l">
              <a:defRPr sz="1650" b="0">
                <a:solidFill>
                  <a:srgbClr val="BAC5D8"/>
                </a:solidFill>
                <a:latin typeface="Noto Sans KR"/>
                <a:ea typeface="Noto Sans KR"/>
                <a:cs typeface="Noto Sans KR"/>
              </a:defRPr>
            </a:lvl6pPr>
            <a:lvl7pPr algn="l">
              <a:defRPr sz="1650" b="0">
                <a:solidFill>
                  <a:srgbClr val="BAC5D8"/>
                </a:solidFill>
                <a:latin typeface="Noto Sans KR"/>
                <a:ea typeface="Noto Sans KR"/>
                <a:cs typeface="Noto Sans KR"/>
              </a:defRPr>
            </a:lvl7pPr>
            <a:lvl8pPr algn="l">
              <a:defRPr sz="1650" b="0">
                <a:solidFill>
                  <a:srgbClr val="BAC5D8"/>
                </a:solidFill>
                <a:latin typeface="Noto Sans KR"/>
                <a:ea typeface="Noto Sans KR"/>
                <a:cs typeface="Noto Sans KR"/>
              </a:defRPr>
            </a:lvl8pPr>
            <a:lvl9pPr algn="l">
              <a:defRPr sz="1650" b="0">
                <a:solidFill>
                  <a:srgbClr val="BAC5D8"/>
                </a:solidFill>
                <a:latin typeface="Noto Sans KR"/>
                <a:ea typeface="Noto Sans KR"/>
                <a:cs typeface="Noto Sans KR"/>
              </a:defRPr>
            </a:lvl9pPr>
          </a:lstStyle>
          <a:p xmlns:a="http://schemas.openxmlformats.org/drawingml/2006/main">
            <a:pPr algn="l">
              <a:defRPr sz="1650" b="0">
                <a:solidFill>
                  <a:srgbClr val="626262"/>
                </a:solidFill>
                <a:latin typeface="Noto Sans KR"/>
                <a:ea typeface="Noto Sans KR"/>
                <a:cs typeface="Noto Sans KR"/>
              </a:defRPr>
            </a:pPr>
            <a:r>
              <a:rPr sz="1650" b="0">
                <a:solidFill>
                  <a:srgbClr val="BAC5D8"/>
                </a:solidFill>
                <a:latin typeface="Noto Sans KR"/>
                <a:ea typeface="Noto Sans KR"/>
                <a:cs typeface="Noto Sans KR"/>
              </a:rPr>
              <a:t>추정자료 · 포착 범위 차이 · 인과 검증 없음</a:t>
            </a:r>
          </a:p>
        </p:txBody>
      </p:sp>
      <p:sp>
        <p:nvSpPr>
          <p:cNvPr id="19" name="">
            <a:extLst xmlns:a="http://schemas.openxmlformats.org/drawingml/2006/main">
              <a:ext uri="{FF2B5EF4-FFF2-40B4-BE49-F238E27FC236}">
                <a16:creationId xmlns:a16="http://schemas.microsoft.com/office/drawing/2014/main" id="{0AF14118-78C8-49C8-9F2F-E8868E89AD74}"/>
              </a:ext>
            </a:extLst>
          </p:cNvPr>
          <p:cNvSpPr>
            <a:spLocks xmlns:a="http://schemas.openxmlformats.org/drawingml/2006/main" noGrp="1"/>
          </p:cNvSpPr>
          <p:nvPr/>
        </p:nvSpPr>
        <p:spPr>
          <a:xfrm xmlns:a="http://schemas.openxmlformats.org/drawingml/2006/main">
            <a:off x="1123950" y="5895975"/>
            <a:ext cx="9944100" cy="457200"/>
          </a:xfrm>
          <a:prstGeom xmlns:a="http://schemas.openxmlformats.org/drawingml/2006/main" prst="roundRect">
            <a:avLst>
              <a:gd name="adj" fmla="val 29167"/>
            </a:avLst>
          </a:prstGeom>
          <a:solidFill xmlns:a="http://schemas.openxmlformats.org/drawingml/2006/main">
            <a:srgbClr val="222E47"/>
          </a:solidFill>
          <a:ln xmlns:a="http://schemas.openxmlformats.org/drawingml/2006/main" w="19050">
            <a:solidFill>
              <a:srgbClr val="65718D"/>
            </a:solidFill>
          </a:ln>
        </p:spPr>
      </p:sp>
      <p:sp>
        <p:nvSpPr>
          <p:cNvPr id="20" name="다음 분석: 주문·고객 단위 데이터로 실제 전환과 재구매 검증">
            <a:extLst xmlns:a="http://schemas.openxmlformats.org/drawingml/2006/main">
              <a:ext uri="{FF2B5EF4-FFF2-40B4-BE49-F238E27FC236}">
                <a16:creationId xmlns:a16="http://schemas.microsoft.com/office/drawing/2014/main" id="{1E0E9248-636F-47C0-97E8-18C747BD944A}"/>
              </a:ext>
            </a:extLst>
          </p:cNvPr>
          <p:cNvSpPr>
            <a:spLocks xmlns:a="http://schemas.openxmlformats.org/drawingml/2006/main" noGrp="1"/>
          </p:cNvSpPr>
          <p:nvPr/>
        </p:nvSpPr>
        <p:spPr>
          <a:xfrm xmlns:a="http://schemas.openxmlformats.org/drawingml/2006/main">
            <a:off x="1333500" y="5934075"/>
            <a:ext cx="9525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F1F5F9"/>
                </a:solidFill>
                <a:latin typeface="Noto Sans KR"/>
                <a:ea typeface="Noto Sans KR"/>
                <a:cs typeface="Noto Sans KR"/>
              </a:defRPr>
            </a:defPPr>
            <a:lvl1pPr algn="ctr">
              <a:defRPr sz="1875" b="1">
                <a:solidFill>
                  <a:srgbClr val="F1F5F9"/>
                </a:solidFill>
                <a:latin typeface="Noto Sans KR"/>
                <a:ea typeface="Noto Sans KR"/>
                <a:cs typeface="Noto Sans KR"/>
              </a:defRPr>
            </a:lvl1pPr>
            <a:lvl2pPr algn="ctr">
              <a:defRPr sz="1875" b="1">
                <a:solidFill>
                  <a:srgbClr val="F1F5F9"/>
                </a:solidFill>
                <a:latin typeface="Noto Sans KR"/>
                <a:ea typeface="Noto Sans KR"/>
                <a:cs typeface="Noto Sans KR"/>
              </a:defRPr>
            </a:lvl2pPr>
            <a:lvl3pPr algn="ctr">
              <a:defRPr sz="1875" b="1">
                <a:solidFill>
                  <a:srgbClr val="F1F5F9"/>
                </a:solidFill>
                <a:latin typeface="Noto Sans KR"/>
                <a:ea typeface="Noto Sans KR"/>
                <a:cs typeface="Noto Sans KR"/>
              </a:defRPr>
            </a:lvl3pPr>
            <a:lvl4pPr algn="ctr">
              <a:defRPr sz="1875" b="1">
                <a:solidFill>
                  <a:srgbClr val="F1F5F9"/>
                </a:solidFill>
                <a:latin typeface="Noto Sans KR"/>
                <a:ea typeface="Noto Sans KR"/>
                <a:cs typeface="Noto Sans KR"/>
              </a:defRPr>
            </a:lvl4pPr>
            <a:lvl5pPr algn="ctr">
              <a:defRPr sz="1875" b="1">
                <a:solidFill>
                  <a:srgbClr val="F1F5F9"/>
                </a:solidFill>
                <a:latin typeface="Noto Sans KR"/>
                <a:ea typeface="Noto Sans KR"/>
                <a:cs typeface="Noto Sans KR"/>
              </a:defRPr>
            </a:lvl5pPr>
            <a:lvl6pPr algn="ctr">
              <a:defRPr sz="1875" b="1">
                <a:solidFill>
                  <a:srgbClr val="F1F5F9"/>
                </a:solidFill>
                <a:latin typeface="Noto Sans KR"/>
                <a:ea typeface="Noto Sans KR"/>
                <a:cs typeface="Noto Sans KR"/>
              </a:defRPr>
            </a:lvl6pPr>
            <a:lvl7pPr algn="ctr">
              <a:defRPr sz="1875" b="1">
                <a:solidFill>
                  <a:srgbClr val="F1F5F9"/>
                </a:solidFill>
                <a:latin typeface="Noto Sans KR"/>
                <a:ea typeface="Noto Sans KR"/>
                <a:cs typeface="Noto Sans KR"/>
              </a:defRPr>
            </a:lvl7pPr>
            <a:lvl8pPr algn="ctr">
              <a:defRPr sz="1875" b="1">
                <a:solidFill>
                  <a:srgbClr val="F1F5F9"/>
                </a:solidFill>
                <a:latin typeface="Noto Sans KR"/>
                <a:ea typeface="Noto Sans KR"/>
                <a:cs typeface="Noto Sans KR"/>
              </a:defRPr>
            </a:lvl8pPr>
            <a:lvl9pPr algn="ctr">
              <a:defRPr sz="1875" b="1">
                <a:solidFill>
                  <a:srgbClr val="F1F5F9"/>
                </a:solidFill>
                <a:latin typeface="Noto Sans KR"/>
                <a:ea typeface="Noto Sans KR"/>
                <a:cs typeface="Noto Sans KR"/>
              </a:defRPr>
            </a:lvl9pPr>
          </a:lstStyle>
          <a:p xmlns:a="http://schemas.openxmlformats.org/drawingml/2006/main">
            <a:pPr algn="ctr">
              <a:defRPr sz="1875" b="1">
                <a:solidFill>
                  <a:srgbClr val="090909"/>
                </a:solidFill>
                <a:latin typeface="Noto Sans KR"/>
                <a:ea typeface="Noto Sans KR"/>
                <a:cs typeface="Noto Sans KR"/>
              </a:defRPr>
            </a:pPr>
            <a:r>
              <a:rPr sz="1875" b="1">
                <a:solidFill>
                  <a:srgbClr val="F1F5F9"/>
                </a:solidFill>
                <a:latin typeface="Noto Sans KR"/>
                <a:ea typeface="Noto Sans KR"/>
                <a:cs typeface="Noto Sans KR"/>
              </a:rPr>
              <a:t>다음 분석: 주문·고객 단위 데이터로 실제 전환과 재구매 검증</a:t>
            </a:r>
          </a:p>
        </p:txBody>
      </p:sp>
    </p:spTree>
    <p:extLst>
      <p:ext uri="{BB962C8B-B14F-4D97-AF65-F5344CB8AC3E}">
        <p14:creationId xmlns:p14="http://schemas.microsoft.com/office/powerpoint/2010/main" val="508431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2026-10-27T08:45:40.9670000Z</dcterms:created>
  <dcterms:modified xsi:type="dcterms:W3CDTF">2026-10-27T08:45:40.9670000Z</dcterms:modified>
</coreProperties>
</file>